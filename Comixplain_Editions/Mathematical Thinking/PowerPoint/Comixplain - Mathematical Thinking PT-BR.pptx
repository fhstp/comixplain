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Comic Sans MS" panose="030F0702030302020204" pitchFamily="66" charset="0"/>
      <p:regular r:id="rId12"/>
      <p:bold r:id="rId13"/>
      <p:italic r:id="rId14"/>
      <p:boldItalic r:id="rId15"/>
    </p:embeddedFont>
    <p:embeddedFont>
      <p:font typeface="Kristen ITC" panose="03050502040202030202" pitchFamily="66" charset="0"/>
      <p:regular r:id="rId16"/>
    </p:embeddedFont>
    <p:embeddedFont>
      <p:font typeface="Pangolin" panose="00000500000000000000" pitchFamily="2" charset="0"/>
      <p:regular r:id="rId17"/>
    </p:embeddedFont>
    <p:embeddedFont>
      <p:font typeface="Segoe Script" panose="030B0504020000000003" pitchFamily="66" charset="0"/>
      <p:regular r:id="rId18"/>
      <p:bold r:id="rId19"/>
    </p:embeddedFont>
    <p:embeddedFont>
      <p:font typeface="Segoe UI" panose="020B0502040204020203"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4F2BF2-2F32-4B29-9FEC-E14657B64383}" v="17" dt="2025-11-08T14:20:45.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6374" autoAdjust="0"/>
  </p:normalViewPr>
  <p:slideViewPr>
    <p:cSldViewPr snapToGrid="0">
      <p:cViewPr varScale="1">
        <p:scale>
          <a:sx n="63" d="100"/>
          <a:sy n="63" d="100"/>
        </p:scale>
        <p:origin x="2458" y="8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20:50.311" v="39" actId="166"/>
      <pc:docMkLst>
        <pc:docMk/>
      </pc:docMkLst>
      <pc:sldChg chg="addSp modSp mod">
        <pc:chgData name="de-Jesus-Oliveira Victor-Adriel" userId="a708fc36-3c1b-42ab-b5e9-2e1fa3c6605e" providerId="ADAL" clId="{39AA12F0-CB51-4D67-A3A6-7C3EC2C345CA}" dt="2025-11-08T14:20:50.311" v="39" actId="166"/>
        <pc:sldMkLst>
          <pc:docMk/>
          <pc:sldMk cId="1310685907" sldId="259"/>
        </pc:sldMkLst>
        <pc:spChg chg="add mod">
          <ac:chgData name="de-Jesus-Oliveira Victor-Adriel" userId="a708fc36-3c1b-42ab-b5e9-2e1fa3c6605e" providerId="ADAL" clId="{39AA12F0-CB51-4D67-A3A6-7C3EC2C345CA}" dt="2025-11-08T14:20:45.925" v="38"/>
          <ac:spMkLst>
            <pc:docMk/>
            <pc:sldMk cId="1310685907" sldId="259"/>
            <ac:spMk id="11" creationId="{5D253242-2511-2B57-118B-916AE672778F}"/>
          </ac:spMkLst>
        </pc:spChg>
        <pc:spChg chg="ord">
          <ac:chgData name="de-Jesus-Oliveira Victor-Adriel" userId="a708fc36-3c1b-42ab-b5e9-2e1fa3c6605e" providerId="ADAL" clId="{39AA12F0-CB51-4D67-A3A6-7C3EC2C345CA}" dt="2025-11-08T14:20:50.311" v="39" actId="166"/>
          <ac:spMkLst>
            <pc:docMk/>
            <pc:sldMk cId="1310685907" sldId="259"/>
            <ac:spMk id="25" creationId="{4CAC2F2D-700C-409F-9F7A-D860B7C9AD33}"/>
          </ac:spMkLst>
        </pc:spChg>
        <pc:grpChg chg="add mod">
          <ac:chgData name="de-Jesus-Oliveira Victor-Adriel" userId="a708fc36-3c1b-42ab-b5e9-2e1fa3c6605e" providerId="ADAL" clId="{39AA12F0-CB51-4D67-A3A6-7C3EC2C345CA}" dt="2025-11-08T14:20:10.276" v="34"/>
          <ac:grpSpMkLst>
            <pc:docMk/>
            <pc:sldMk cId="1310685907" sldId="259"/>
            <ac:grpSpMk id="4" creationId="{B8A32EB7-70DC-AD57-D26B-10500CBA3ACA}"/>
          </ac:grpSpMkLst>
        </pc:grpChg>
        <pc:grpChg chg="mod">
          <ac:chgData name="de-Jesus-Oliveira Victor-Adriel" userId="a708fc36-3c1b-42ab-b5e9-2e1fa3c6605e" providerId="ADAL" clId="{39AA12F0-CB51-4D67-A3A6-7C3EC2C345CA}" dt="2025-11-08T14:20:10.276" v="34"/>
          <ac:grpSpMkLst>
            <pc:docMk/>
            <pc:sldMk cId="1310685907" sldId="259"/>
            <ac:grpSpMk id="7" creationId="{ED33CE0E-D25B-7205-C585-9CEFFC3C59F2}"/>
          </ac:grpSpMkLst>
        </pc:grpChg>
        <pc:picChg chg="mod">
          <ac:chgData name="de-Jesus-Oliveira Victor-Adriel" userId="a708fc36-3c1b-42ab-b5e9-2e1fa3c6605e" providerId="ADAL" clId="{39AA12F0-CB51-4D67-A3A6-7C3EC2C345CA}" dt="2025-11-08T14:20:10.276" v="34"/>
          <ac:picMkLst>
            <pc:docMk/>
            <pc:sldMk cId="1310685907" sldId="259"/>
            <ac:picMk id="5" creationId="{018AFC65-59DB-ED32-5825-4F777B01F38A}"/>
          </ac:picMkLst>
        </pc:picChg>
        <pc:picChg chg="mod">
          <ac:chgData name="de-Jesus-Oliveira Victor-Adriel" userId="a708fc36-3c1b-42ab-b5e9-2e1fa3c6605e" providerId="ADAL" clId="{39AA12F0-CB51-4D67-A3A6-7C3EC2C345CA}" dt="2025-11-08T14:20:10.276" v="34"/>
          <ac:picMkLst>
            <pc:docMk/>
            <pc:sldMk cId="1310685907" sldId="259"/>
            <ac:picMk id="8" creationId="{D42D8BFE-F1DF-913D-41DF-9A108744F065}"/>
          </ac:picMkLst>
        </pc:picChg>
        <pc:picChg chg="mod">
          <ac:chgData name="de-Jesus-Oliveira Victor-Adriel" userId="a708fc36-3c1b-42ab-b5e9-2e1fa3c6605e" providerId="ADAL" clId="{39AA12F0-CB51-4D67-A3A6-7C3EC2C345CA}" dt="2025-11-08T14:20:10.276" v="34"/>
          <ac:picMkLst>
            <pc:docMk/>
            <pc:sldMk cId="1310685907" sldId="259"/>
            <ac:picMk id="9" creationId="{60D97CBE-9803-2115-0B1F-05D3693AC677}"/>
          </ac:picMkLst>
        </pc:picChg>
        <pc:picChg chg="mod">
          <ac:chgData name="de-Jesus-Oliveira Victor-Adriel" userId="a708fc36-3c1b-42ab-b5e9-2e1fa3c6605e" providerId="ADAL" clId="{39AA12F0-CB51-4D67-A3A6-7C3EC2C345CA}" dt="2025-11-08T14:20:10.276" v="34"/>
          <ac:picMkLst>
            <pc:docMk/>
            <pc:sldMk cId="1310685907" sldId="259"/>
            <ac:picMk id="10" creationId="{326D6825-DE4F-1BAF-829F-BC0174CFD6C3}"/>
          </ac:picMkLst>
        </pc:picChg>
      </pc:sldChg>
      <pc:sldChg chg="addSp modSp">
        <pc:chgData name="de-Jesus-Oliveira Victor-Adriel" userId="a708fc36-3c1b-42ab-b5e9-2e1fa3c6605e" providerId="ADAL" clId="{39AA12F0-CB51-4D67-A3A6-7C3EC2C345CA}" dt="2025-11-08T14:20:12.524" v="35"/>
        <pc:sldMkLst>
          <pc:docMk/>
          <pc:sldMk cId="4091270383" sldId="260"/>
        </pc:sldMkLst>
        <pc:grpChg chg="add mod">
          <ac:chgData name="de-Jesus-Oliveira Victor-Adriel" userId="a708fc36-3c1b-42ab-b5e9-2e1fa3c6605e" providerId="ADAL" clId="{39AA12F0-CB51-4D67-A3A6-7C3EC2C345CA}" dt="2025-11-08T14:20:12.524" v="35"/>
          <ac:grpSpMkLst>
            <pc:docMk/>
            <pc:sldMk cId="4091270383" sldId="260"/>
            <ac:grpSpMk id="13" creationId="{6347460D-C145-20FB-0382-5A08CF8B92EC}"/>
          </ac:grpSpMkLst>
        </pc:grpChg>
        <pc:grpChg chg="mod">
          <ac:chgData name="de-Jesus-Oliveira Victor-Adriel" userId="a708fc36-3c1b-42ab-b5e9-2e1fa3c6605e" providerId="ADAL" clId="{39AA12F0-CB51-4D67-A3A6-7C3EC2C345CA}" dt="2025-11-08T14:20:12.524" v="35"/>
          <ac:grpSpMkLst>
            <pc:docMk/>
            <pc:sldMk cId="4091270383" sldId="260"/>
            <ac:grpSpMk id="42" creationId="{20EE6C01-0B33-51F0-75AC-3B467F54DC74}"/>
          </ac:grpSpMkLst>
        </pc:grpChg>
        <pc:picChg chg="mod">
          <ac:chgData name="de-Jesus-Oliveira Victor-Adriel" userId="a708fc36-3c1b-42ab-b5e9-2e1fa3c6605e" providerId="ADAL" clId="{39AA12F0-CB51-4D67-A3A6-7C3EC2C345CA}" dt="2025-11-08T14:20:12.524" v="35"/>
          <ac:picMkLst>
            <pc:docMk/>
            <pc:sldMk cId="4091270383" sldId="260"/>
            <ac:picMk id="14" creationId="{EE2239AC-28B8-4B10-BED2-255162585303}"/>
          </ac:picMkLst>
        </pc:picChg>
        <pc:picChg chg="mod">
          <ac:chgData name="de-Jesus-Oliveira Victor-Adriel" userId="a708fc36-3c1b-42ab-b5e9-2e1fa3c6605e" providerId="ADAL" clId="{39AA12F0-CB51-4D67-A3A6-7C3EC2C345CA}" dt="2025-11-08T14:20:12.524" v="35"/>
          <ac:picMkLst>
            <pc:docMk/>
            <pc:sldMk cId="4091270383" sldId="260"/>
            <ac:picMk id="43" creationId="{DBF87CFF-C5F9-80A1-4ABC-E92E1726BDF3}"/>
          </ac:picMkLst>
        </pc:picChg>
        <pc:picChg chg="mod">
          <ac:chgData name="de-Jesus-Oliveira Victor-Adriel" userId="a708fc36-3c1b-42ab-b5e9-2e1fa3c6605e" providerId="ADAL" clId="{39AA12F0-CB51-4D67-A3A6-7C3EC2C345CA}" dt="2025-11-08T14:20:12.524" v="35"/>
          <ac:picMkLst>
            <pc:docMk/>
            <pc:sldMk cId="4091270383" sldId="260"/>
            <ac:picMk id="50" creationId="{0361CCB8-ED77-7F1F-0AC3-4379276D6225}"/>
          </ac:picMkLst>
        </pc:picChg>
        <pc:picChg chg="mod">
          <ac:chgData name="de-Jesus-Oliveira Victor-Adriel" userId="a708fc36-3c1b-42ab-b5e9-2e1fa3c6605e" providerId="ADAL" clId="{39AA12F0-CB51-4D67-A3A6-7C3EC2C345CA}" dt="2025-11-08T14:20:12.524" v="35"/>
          <ac:picMkLst>
            <pc:docMk/>
            <pc:sldMk cId="4091270383" sldId="260"/>
            <ac:picMk id="57" creationId="{6C2DFF1B-365B-C596-8F67-5DF2AD33C038}"/>
          </ac:picMkLst>
        </pc:picChg>
      </pc:sldChg>
      <pc:sldChg chg="addSp modSp">
        <pc:chgData name="de-Jesus-Oliveira Victor-Adriel" userId="a708fc36-3c1b-42ab-b5e9-2e1fa3c6605e" providerId="ADAL" clId="{39AA12F0-CB51-4D67-A3A6-7C3EC2C345CA}" dt="2025-11-08T14:20:14.107" v="36"/>
        <pc:sldMkLst>
          <pc:docMk/>
          <pc:sldMk cId="3278654172" sldId="261"/>
        </pc:sldMkLst>
        <pc:grpChg chg="add mod">
          <ac:chgData name="de-Jesus-Oliveira Victor-Adriel" userId="a708fc36-3c1b-42ab-b5e9-2e1fa3c6605e" providerId="ADAL" clId="{39AA12F0-CB51-4D67-A3A6-7C3EC2C345CA}" dt="2025-11-08T14:20:14.107" v="36"/>
          <ac:grpSpMkLst>
            <pc:docMk/>
            <pc:sldMk cId="3278654172" sldId="261"/>
            <ac:grpSpMk id="51" creationId="{6A250C70-6BA7-3DA3-894D-841FD86B6379}"/>
          </ac:grpSpMkLst>
        </pc:grpChg>
        <pc:grpChg chg="mod">
          <ac:chgData name="de-Jesus-Oliveira Victor-Adriel" userId="a708fc36-3c1b-42ab-b5e9-2e1fa3c6605e" providerId="ADAL" clId="{39AA12F0-CB51-4D67-A3A6-7C3EC2C345CA}" dt="2025-11-08T14:20:14.107" v="36"/>
          <ac:grpSpMkLst>
            <pc:docMk/>
            <pc:sldMk cId="3278654172" sldId="261"/>
            <ac:grpSpMk id="53" creationId="{46C81B97-010D-AF04-E809-EA65AEC5EAAE}"/>
          </ac:grpSpMkLst>
        </pc:grpChg>
        <pc:picChg chg="mod">
          <ac:chgData name="de-Jesus-Oliveira Victor-Adriel" userId="a708fc36-3c1b-42ab-b5e9-2e1fa3c6605e" providerId="ADAL" clId="{39AA12F0-CB51-4D67-A3A6-7C3EC2C345CA}" dt="2025-11-08T14:20:14.107" v="36"/>
          <ac:picMkLst>
            <pc:docMk/>
            <pc:sldMk cId="3278654172" sldId="261"/>
            <ac:picMk id="52" creationId="{FEAD6D78-4E7C-2232-BEAC-72FA27C88852}"/>
          </ac:picMkLst>
        </pc:picChg>
        <pc:picChg chg="mod">
          <ac:chgData name="de-Jesus-Oliveira Victor-Adriel" userId="a708fc36-3c1b-42ab-b5e9-2e1fa3c6605e" providerId="ADAL" clId="{39AA12F0-CB51-4D67-A3A6-7C3EC2C345CA}" dt="2025-11-08T14:20:14.107" v="36"/>
          <ac:picMkLst>
            <pc:docMk/>
            <pc:sldMk cId="3278654172" sldId="261"/>
            <ac:picMk id="54" creationId="{853795A7-A17A-7BC2-537A-15042FC4ADA0}"/>
          </ac:picMkLst>
        </pc:picChg>
        <pc:picChg chg="mod">
          <ac:chgData name="de-Jesus-Oliveira Victor-Adriel" userId="a708fc36-3c1b-42ab-b5e9-2e1fa3c6605e" providerId="ADAL" clId="{39AA12F0-CB51-4D67-A3A6-7C3EC2C345CA}" dt="2025-11-08T14:20:14.107" v="36"/>
          <ac:picMkLst>
            <pc:docMk/>
            <pc:sldMk cId="3278654172" sldId="261"/>
            <ac:picMk id="55" creationId="{4FF36468-6518-E17F-0771-E83C763A97EC}"/>
          </ac:picMkLst>
        </pc:picChg>
        <pc:picChg chg="mod">
          <ac:chgData name="de-Jesus-Oliveira Victor-Adriel" userId="a708fc36-3c1b-42ab-b5e9-2e1fa3c6605e" providerId="ADAL" clId="{39AA12F0-CB51-4D67-A3A6-7C3EC2C345CA}" dt="2025-11-08T14:20:14.107" v="36"/>
          <ac:picMkLst>
            <pc:docMk/>
            <pc:sldMk cId="3278654172" sldId="261"/>
            <ac:picMk id="56" creationId="{9143767F-72EB-D419-904A-F04F119F18A9}"/>
          </ac:picMkLst>
        </pc:picChg>
      </pc:sldChg>
      <pc:sldChg chg="addSp modSp">
        <pc:chgData name="de-Jesus-Oliveira Victor-Adriel" userId="a708fc36-3c1b-42ab-b5e9-2e1fa3c6605e" providerId="ADAL" clId="{39AA12F0-CB51-4D67-A3A6-7C3EC2C345CA}" dt="2025-11-08T14:20:15.761" v="37"/>
        <pc:sldMkLst>
          <pc:docMk/>
          <pc:sldMk cId="631229544" sldId="262"/>
        </pc:sldMkLst>
        <pc:grpChg chg="add mod">
          <ac:chgData name="de-Jesus-Oliveira Victor-Adriel" userId="a708fc36-3c1b-42ab-b5e9-2e1fa3c6605e" providerId="ADAL" clId="{39AA12F0-CB51-4D67-A3A6-7C3EC2C345CA}" dt="2025-11-08T14:20:15.761" v="37"/>
          <ac:grpSpMkLst>
            <pc:docMk/>
            <pc:sldMk cId="631229544" sldId="262"/>
            <ac:grpSpMk id="28" creationId="{02D27FD3-979C-ABB7-79DD-E2D3979B5711}"/>
          </ac:grpSpMkLst>
        </pc:grpChg>
        <pc:grpChg chg="mod">
          <ac:chgData name="de-Jesus-Oliveira Victor-Adriel" userId="a708fc36-3c1b-42ab-b5e9-2e1fa3c6605e" providerId="ADAL" clId="{39AA12F0-CB51-4D67-A3A6-7C3EC2C345CA}" dt="2025-11-08T14:20:15.761" v="37"/>
          <ac:grpSpMkLst>
            <pc:docMk/>
            <pc:sldMk cId="631229544" sldId="262"/>
            <ac:grpSpMk id="32" creationId="{80C7038D-4D95-8E28-EAD0-7FDE83B8F23B}"/>
          </ac:grpSpMkLst>
        </pc:grpChg>
        <pc:picChg chg="mod">
          <ac:chgData name="de-Jesus-Oliveira Victor-Adriel" userId="a708fc36-3c1b-42ab-b5e9-2e1fa3c6605e" providerId="ADAL" clId="{39AA12F0-CB51-4D67-A3A6-7C3EC2C345CA}" dt="2025-11-08T14:20:15.761" v="37"/>
          <ac:picMkLst>
            <pc:docMk/>
            <pc:sldMk cId="631229544" sldId="262"/>
            <ac:picMk id="30" creationId="{EC9E5256-87E7-C4DD-A9CB-7624B1A21457}"/>
          </ac:picMkLst>
        </pc:picChg>
        <pc:picChg chg="mod">
          <ac:chgData name="de-Jesus-Oliveira Victor-Adriel" userId="a708fc36-3c1b-42ab-b5e9-2e1fa3c6605e" providerId="ADAL" clId="{39AA12F0-CB51-4D67-A3A6-7C3EC2C345CA}" dt="2025-11-08T14:20:15.761" v="37"/>
          <ac:picMkLst>
            <pc:docMk/>
            <pc:sldMk cId="631229544" sldId="262"/>
            <ac:picMk id="33" creationId="{8B7349AE-5DBB-4F8D-3D38-3B5F647CE419}"/>
          </ac:picMkLst>
        </pc:picChg>
        <pc:picChg chg="mod">
          <ac:chgData name="de-Jesus-Oliveira Victor-Adriel" userId="a708fc36-3c1b-42ab-b5e9-2e1fa3c6605e" providerId="ADAL" clId="{39AA12F0-CB51-4D67-A3A6-7C3EC2C345CA}" dt="2025-11-08T14:20:15.761" v="37"/>
          <ac:picMkLst>
            <pc:docMk/>
            <pc:sldMk cId="631229544" sldId="262"/>
            <ac:picMk id="34" creationId="{85A3DAE8-ED64-F8C7-FF8F-05AAC352F6D7}"/>
          </ac:picMkLst>
        </pc:picChg>
        <pc:picChg chg="mod">
          <ac:chgData name="de-Jesus-Oliveira Victor-Adriel" userId="a708fc36-3c1b-42ab-b5e9-2e1fa3c6605e" providerId="ADAL" clId="{39AA12F0-CB51-4D67-A3A6-7C3EC2C345CA}" dt="2025-11-08T14:20:15.761" v="37"/>
          <ac:picMkLst>
            <pc:docMk/>
            <pc:sldMk cId="631229544" sldId="262"/>
            <ac:picMk id="35" creationId="{F6D7A098-004C-507A-6C39-5CF0881B3A00}"/>
          </ac:picMkLst>
        </pc:picChg>
      </pc:sldChg>
      <pc:sldChg chg="addSp delSp modSp mod">
        <pc:chgData name="de-Jesus-Oliveira Victor-Adriel" userId="a708fc36-3c1b-42ab-b5e9-2e1fa3c6605e" providerId="ADAL" clId="{39AA12F0-CB51-4D67-A3A6-7C3EC2C345CA}" dt="2025-11-07T17:31:10.965" v="17" actId="20577"/>
        <pc:sldMkLst>
          <pc:docMk/>
          <pc:sldMk cId="4264380333" sldId="267"/>
        </pc:sldMkLst>
        <pc:spChg chg="mod">
          <ac:chgData name="de-Jesus-Oliveira Victor-Adriel" userId="a708fc36-3c1b-42ab-b5e9-2e1fa3c6605e" providerId="ADAL" clId="{39AA12F0-CB51-4D67-A3A6-7C3EC2C345CA}" dt="2025-11-07T17:31:10.965" v="17"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3:57.014" v="1" actId="478"/>
          <ac:spMkLst>
            <pc:docMk/>
            <pc:sldMk cId="4264380333" sldId="267"/>
            <ac:spMk id="3" creationId="{BDA6C568-2680-C07A-AA32-B904AD749A02}"/>
          </ac:spMkLst>
        </pc:spChg>
        <pc:spChg chg="add mod">
          <ac:chgData name="de-Jesus-Oliveira Victor-Adriel" userId="a708fc36-3c1b-42ab-b5e9-2e1fa3c6605e" providerId="ADAL" clId="{39AA12F0-CB51-4D67-A3A6-7C3EC2C345CA}" dt="2025-11-07T17:26:42.698" v="4"/>
          <ac:spMkLst>
            <pc:docMk/>
            <pc:sldMk cId="4264380333" sldId="267"/>
            <ac:spMk id="7" creationId="{39C0EB8C-8F18-1E19-FCA9-FAAE921030D1}"/>
          </ac:spMkLst>
        </pc:spChg>
        <pc:spChg chg="add mod">
          <ac:chgData name="de-Jesus-Oliveira Victor-Adriel" userId="a708fc36-3c1b-42ab-b5e9-2e1fa3c6605e" providerId="ADAL" clId="{39AA12F0-CB51-4D67-A3A6-7C3EC2C345CA}" dt="2025-11-07T17:27:53.626" v="7"/>
          <ac:spMkLst>
            <pc:docMk/>
            <pc:sldMk cId="4264380333" sldId="267"/>
            <ac:spMk id="11" creationId="{5F9675C6-0F9C-43BB-90FC-BF298E15A873}"/>
          </ac:spMkLst>
        </pc:spChg>
        <pc:grpChg chg="add mod">
          <ac:chgData name="de-Jesus-Oliveira Victor-Adriel" userId="a708fc36-3c1b-42ab-b5e9-2e1fa3c6605e" providerId="ADAL" clId="{39AA12F0-CB51-4D67-A3A6-7C3EC2C345CA}" dt="2025-11-07T17:26:42.698" v="4"/>
          <ac:grpSpMkLst>
            <pc:docMk/>
            <pc:sldMk cId="4264380333" sldId="267"/>
            <ac:grpSpMk id="8" creationId="{7B1BA376-0540-4621-D8F8-42F4265434DA}"/>
          </ac:grpSpMkLst>
        </pc:grpChg>
        <pc:grpChg chg="add mod">
          <ac:chgData name="de-Jesus-Oliveira Victor-Adriel" userId="a708fc36-3c1b-42ab-b5e9-2e1fa3c6605e" providerId="ADAL" clId="{39AA12F0-CB51-4D67-A3A6-7C3EC2C345CA}" dt="2025-11-07T17:26:42.698" v="4"/>
          <ac:grpSpMkLst>
            <pc:docMk/>
            <pc:sldMk cId="4264380333" sldId="267"/>
            <ac:grpSpMk id="12" creationId="{E6623413-4FF7-E553-8E2C-660E20C354AD}"/>
          </ac:grpSpMkLst>
        </pc:grpChg>
        <pc:picChg chg="del">
          <ac:chgData name="de-Jesus-Oliveira Victor-Adriel" userId="a708fc36-3c1b-42ab-b5e9-2e1fa3c6605e" providerId="ADAL" clId="{39AA12F0-CB51-4D67-A3A6-7C3EC2C345CA}" dt="2025-11-07T17:23:57.861" v="2"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3:55.767" v="0" actId="478"/>
          <ac:picMkLst>
            <pc:docMk/>
            <pc:sldMk cId="4264380333" sldId="267"/>
            <ac:picMk id="5" creationId="{F8136627-41BD-0C39-3A96-9058C1BB7C3E}"/>
          </ac:picMkLst>
        </pc:picChg>
        <pc:picChg chg="add mod">
          <ac:chgData name="de-Jesus-Oliveira Victor-Adriel" userId="a708fc36-3c1b-42ab-b5e9-2e1fa3c6605e" providerId="ADAL" clId="{39AA12F0-CB51-4D67-A3A6-7C3EC2C345CA}" dt="2025-11-07T17:26:42.698" v="4"/>
          <ac:picMkLst>
            <pc:docMk/>
            <pc:sldMk cId="4264380333" sldId="267"/>
            <ac:picMk id="6" creationId="{7066FADC-643A-3703-F6CB-299CAB8BBBEF}"/>
          </ac:picMkLst>
        </pc:picChg>
        <pc:picChg chg="mod">
          <ac:chgData name="de-Jesus-Oliveira Victor-Adriel" userId="a708fc36-3c1b-42ab-b5e9-2e1fa3c6605e" providerId="ADAL" clId="{39AA12F0-CB51-4D67-A3A6-7C3EC2C345CA}" dt="2025-11-07T17:26:42.698" v="4"/>
          <ac:picMkLst>
            <pc:docMk/>
            <pc:sldMk cId="4264380333" sldId="267"/>
            <ac:picMk id="9" creationId="{D700B6F3-CA85-A6B3-645D-3C46A71D281A}"/>
          </ac:picMkLst>
        </pc:picChg>
        <pc:picChg chg="mod">
          <ac:chgData name="de-Jesus-Oliveira Victor-Adriel" userId="a708fc36-3c1b-42ab-b5e9-2e1fa3c6605e" providerId="ADAL" clId="{39AA12F0-CB51-4D67-A3A6-7C3EC2C345CA}" dt="2025-11-07T17:26:42.698" v="4"/>
          <ac:picMkLst>
            <pc:docMk/>
            <pc:sldMk cId="4264380333" sldId="267"/>
            <ac:picMk id="10" creationId="{8BDB2A64-05B8-FBE7-81F9-575559CBDF02}"/>
          </ac:picMkLst>
        </pc:picChg>
        <pc:picChg chg="mod">
          <ac:chgData name="de-Jesus-Oliveira Victor-Adriel" userId="a708fc36-3c1b-42ab-b5e9-2e1fa3c6605e" providerId="ADAL" clId="{39AA12F0-CB51-4D67-A3A6-7C3EC2C345CA}" dt="2025-11-07T17:26:42.698" v="4"/>
          <ac:picMkLst>
            <pc:docMk/>
            <pc:sldMk cId="4264380333" sldId="267"/>
            <ac:picMk id="13" creationId="{A761FA33-9B41-75CC-D0EB-0F87B14A400C}"/>
          </ac:picMkLst>
        </pc:picChg>
        <pc:picChg chg="mod">
          <ac:chgData name="de-Jesus-Oliveira Victor-Adriel" userId="a708fc36-3c1b-42ab-b5e9-2e1fa3c6605e" providerId="ADAL" clId="{39AA12F0-CB51-4D67-A3A6-7C3EC2C345CA}" dt="2025-11-07T17:26:42.698" v="4"/>
          <ac:picMkLst>
            <pc:docMk/>
            <pc:sldMk cId="4264380333" sldId="267"/>
            <ac:picMk id="14" creationId="{B625F2C4-015D-46A7-7E8D-1FE941C526E7}"/>
          </ac:picMkLst>
        </pc:picChg>
        <pc:picChg chg="mod">
          <ac:chgData name="de-Jesus-Oliveira Victor-Adriel" userId="a708fc36-3c1b-42ab-b5e9-2e1fa3c6605e" providerId="ADAL" clId="{39AA12F0-CB51-4D67-A3A6-7C3EC2C345CA}" dt="2025-11-07T17:26:42.698" v="4"/>
          <ac:picMkLst>
            <pc:docMk/>
            <pc:sldMk cId="4264380333" sldId="267"/>
            <ac:picMk id="15" creationId="{12D30E82-CD92-2DDA-E0B2-4F93B2CDCDB1}"/>
          </ac:picMkLst>
        </pc:picChg>
      </pc:sldChg>
      <pc:sldChg chg="addSp modSp mod">
        <pc:chgData name="de-Jesus-Oliveira Victor-Adriel" userId="a708fc36-3c1b-42ab-b5e9-2e1fa3c6605e" providerId="ADAL" clId="{39AA12F0-CB51-4D67-A3A6-7C3EC2C345CA}" dt="2025-11-07T17:39:13.079" v="33"/>
        <pc:sldMkLst>
          <pc:docMk/>
          <pc:sldMk cId="171183961" sldId="268"/>
        </pc:sldMkLst>
        <pc:spChg chg="mod">
          <ac:chgData name="de-Jesus-Oliveira Victor-Adriel" userId="a708fc36-3c1b-42ab-b5e9-2e1fa3c6605e" providerId="ADAL" clId="{39AA12F0-CB51-4D67-A3A6-7C3EC2C345CA}" dt="2025-11-07T17:39:13.079" v="33"/>
          <ac:spMkLst>
            <pc:docMk/>
            <pc:sldMk cId="171183961" sldId="268"/>
            <ac:spMk id="3" creationId="{998A8265-D729-21A4-BD6E-B440BAEF8B72}"/>
          </ac:spMkLst>
        </pc:spChg>
        <pc:picChg chg="add mod ord">
          <ac:chgData name="de-Jesus-Oliveira Victor-Adriel" userId="a708fc36-3c1b-42ab-b5e9-2e1fa3c6605e" providerId="ADAL" clId="{39AA12F0-CB51-4D67-A3A6-7C3EC2C345CA}" dt="2025-11-07T17:31:50.631" v="19" actId="167"/>
          <ac:picMkLst>
            <pc:docMk/>
            <pc:sldMk cId="171183961" sldId="268"/>
            <ac:picMk id="2" creationId="{BCB5D412-5D77-C62D-26EA-3383663E92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1.png"/><Relationship Id="rId7"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Pensamento</a:t>
            </a:r>
            <a:r>
              <a:rPr lang="de-AT" sz="4800" dirty="0">
                <a:latin typeface="Pangolin" panose="00000500000000000000"/>
              </a:rPr>
              <a:t> </a:t>
            </a:r>
            <a:r>
              <a:rPr lang="de-AT" sz="4800" dirty="0" err="1">
                <a:latin typeface="Pangolin" panose="00000500000000000000"/>
              </a:rPr>
              <a:t>Matemático</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pt-BR" sz="1100" dirty="0">
                <a:latin typeface="Segoe UI" panose="020B0502040204020203" pitchFamily="34" charset="0"/>
                <a:cs typeface="Segoe UI" panose="020B0502040204020203" pitchFamily="34" charset="0"/>
              </a:rPr>
              <a:t>Este quadrinho foi criado como parte do projeto de pesquisa Comixplain, financiado pela Universidade de Ciências Aplicadas de St. Pölten (USTP) por meio do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Equipe: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Ilustrações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7066FADC-643A-3703-F6CB-299CAB8BBBEF}"/>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39C0EB8C-8F18-1E19-FCA9-FAAE921030D1}"/>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7B1BA376-0540-4621-D8F8-42F4265434DA}"/>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D700B6F3-CA85-A6B3-645D-3C46A71D2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8BDB2A64-05B8-FBE7-81F9-575559CBDF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5F9675C6-0F9C-43BB-90FC-BF298E15A873}"/>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Pensamento Matemático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E6623413-4FF7-E553-8E2C-660E20C354AD}"/>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A761FA33-9B41-75CC-D0EB-0F87B14A400C}"/>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B625F2C4-015D-46A7-7E8D-1FE941C526E7}"/>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12D30E82-CD92-2DDA-E0B2-4F93B2CDCDB1}"/>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0" y="-40956"/>
            <a:ext cx="6889315"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34931"/>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384425"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 name="Rectangle 2">
            <a:extLst>
              <a:ext uri="{FF2B5EF4-FFF2-40B4-BE49-F238E27FC236}">
                <a16:creationId xmlns:a16="http://schemas.microsoft.com/office/drawing/2014/main" id="{E9DEE957-2CEF-6557-109F-02E227D02B2A}"/>
              </a:ext>
              <a:ext uri="{C183D7F6-B498-43B3-948B-1728B52AA6E4}">
                <adec:decorative xmlns:adec="http://schemas.microsoft.com/office/drawing/2017/decorative" val="1"/>
              </a:ext>
            </a:extLst>
          </p:cNvPr>
          <p:cNvSpPr/>
          <p:nvPr/>
        </p:nvSpPr>
        <p:spPr>
          <a:xfrm>
            <a:off x="0" y="7858125"/>
            <a:ext cx="225425" cy="199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9A0D47D-F557-D34E-5FE2-794831DDB219}"/>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DC92D0BD-A8C1-4465-A69C-8E46D27F16A3}"/>
              </a:ext>
            </a:extLst>
          </p:cNvPr>
          <p:cNvSpPr txBox="1"/>
          <p:nvPr/>
        </p:nvSpPr>
        <p:spPr>
          <a:xfrm>
            <a:off x="267819" y="632376"/>
            <a:ext cx="1966262" cy="400110"/>
          </a:xfrm>
          <a:prstGeom prst="rect">
            <a:avLst/>
          </a:prstGeom>
          <a:noFill/>
        </p:spPr>
        <p:txBody>
          <a:bodyPr wrap="square">
            <a:spAutoFit/>
          </a:bodyPr>
          <a:lstStyle/>
          <a:p>
            <a:pPr algn="ctr"/>
            <a:r>
              <a:rPr lang="pt-BR" sz="1000" dirty="0">
                <a:latin typeface="Pangolin" panose="00000500000000000000" pitchFamily="2" charset="0"/>
              </a:rPr>
              <a:t>Ei vô, </a:t>
            </a:r>
            <a:br>
              <a:rPr lang="pt-BR" sz="1000" dirty="0">
                <a:latin typeface="Pangolin" panose="00000500000000000000" pitchFamily="2" charset="0"/>
              </a:rPr>
            </a:br>
            <a:r>
              <a:rPr lang="pt-BR" sz="1000" dirty="0">
                <a:latin typeface="Pangolin" panose="00000500000000000000" pitchFamily="2" charset="0"/>
              </a:rPr>
              <a:t>posso te perguntar algo?</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574800" y="1381399"/>
            <a:ext cx="469900"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Claro</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451100" y="590449"/>
            <a:ext cx="2028825" cy="707886"/>
          </a:xfrm>
          <a:prstGeom prst="rect">
            <a:avLst/>
          </a:prstGeom>
          <a:noFill/>
        </p:spPr>
        <p:txBody>
          <a:bodyPr wrap="square">
            <a:spAutoFit/>
          </a:bodyPr>
          <a:lstStyle/>
          <a:p>
            <a:pPr algn="ctr"/>
            <a:r>
              <a:rPr lang="pt-BR" sz="1000" dirty="0">
                <a:latin typeface="Pangolin" panose="00000500000000000000" pitchFamily="2" charset="0"/>
              </a:rPr>
              <a:t>Então... Para a lição de casa, tenho que descrever um cenário usando uma notação matemática. </a:t>
            </a:r>
            <a:br>
              <a:rPr lang="pt-BR" sz="1000" dirty="0">
                <a:latin typeface="Pangolin" panose="00000500000000000000" pitchFamily="2" charset="0"/>
              </a:rPr>
            </a:br>
            <a:r>
              <a:rPr lang="pt-BR" sz="1000" dirty="0">
                <a:latin typeface="Pangolin" panose="00000500000000000000" pitchFamily="2" charset="0"/>
              </a:rPr>
              <a:t>Mas não sei como fazer isso.</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56024" y="1469584"/>
            <a:ext cx="666751" cy="246221"/>
          </a:xfrm>
          <a:prstGeom prst="rect">
            <a:avLst/>
          </a:prstGeom>
          <a:noFill/>
        </p:spPr>
        <p:txBody>
          <a:bodyPr wrap="square">
            <a:spAutoFit/>
          </a:bodyPr>
          <a:lstStyle/>
          <a:p>
            <a:pPr algn="ctr"/>
            <a:r>
              <a:rPr lang="de-DE" sz="1000" dirty="0" err="1">
                <a:latin typeface="Pangolin" panose="00000500000000000000" pitchFamily="2" charset="0"/>
              </a:rPr>
              <a:t>Umm</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13835" y="563077"/>
            <a:ext cx="1997074" cy="707886"/>
          </a:xfrm>
          <a:prstGeom prst="rect">
            <a:avLst/>
          </a:prstGeom>
          <a:noFill/>
        </p:spPr>
        <p:txBody>
          <a:bodyPr wrap="square">
            <a:spAutoFit/>
          </a:bodyPr>
          <a:lstStyle/>
          <a:p>
            <a:pPr algn="ctr"/>
            <a:r>
              <a:rPr lang="pt-BR" sz="1000" dirty="0">
                <a:latin typeface="Pangolin" panose="00000500000000000000" pitchFamily="2" charset="0"/>
              </a:rPr>
              <a:t>Sabe de uma coisa? Vamos continuar essa conversa enquanto almoçamos. Que tal o restaurante aqui da rua?</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66726" y="3839100"/>
            <a:ext cx="1390649" cy="707886"/>
          </a:xfrm>
          <a:prstGeom prst="rect">
            <a:avLst/>
          </a:prstGeom>
          <a:noFill/>
        </p:spPr>
        <p:txBody>
          <a:bodyPr wrap="square">
            <a:spAutoFit/>
          </a:bodyPr>
          <a:lstStyle/>
          <a:p>
            <a:pPr algn="ctr"/>
            <a:r>
              <a:rPr lang="pt-BR" sz="1000" dirty="0">
                <a:latin typeface="Pangolin" panose="00000500000000000000" pitchFamily="2" charset="0"/>
              </a:rPr>
              <a:t>Por que estamos indo a um restaurante para falar sobre minha lição de casa?</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546600" y="3682436"/>
            <a:ext cx="2152650" cy="553998"/>
          </a:xfrm>
          <a:prstGeom prst="rect">
            <a:avLst/>
          </a:prstGeom>
          <a:noFill/>
        </p:spPr>
        <p:txBody>
          <a:bodyPr wrap="square">
            <a:spAutoFit/>
          </a:bodyPr>
          <a:lstStyle/>
          <a:p>
            <a:pPr algn="ctr"/>
            <a:r>
              <a:rPr lang="pt-BR" sz="1000" dirty="0">
                <a:latin typeface="Pangolin" panose="00000500000000000000" pitchFamily="2" charset="0"/>
              </a:rPr>
              <a:t>Você precisava de um cenário. Acho que este vai ser um bom exemplo.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339725" y="6921563"/>
            <a:ext cx="1479550" cy="246221"/>
          </a:xfrm>
          <a:prstGeom prst="rect">
            <a:avLst/>
          </a:prstGeom>
          <a:noFill/>
        </p:spPr>
        <p:txBody>
          <a:bodyPr wrap="square">
            <a:spAutoFit/>
          </a:bodyPr>
          <a:lstStyle/>
          <a:p>
            <a:pPr algn="ctr"/>
            <a:r>
              <a:rPr lang="de-DE" sz="1000" dirty="0" err="1">
                <a:latin typeface="Pangolin" panose="00000500000000000000" pitchFamily="2" charset="0"/>
              </a:rPr>
              <a:t>Tá</a:t>
            </a:r>
            <a:r>
              <a:rPr lang="de-DE" sz="1000" dirty="0">
                <a:latin typeface="Pangolin" panose="00000500000000000000" pitchFamily="2" charset="0"/>
              </a:rPr>
              <a:t> </a:t>
            </a:r>
            <a:r>
              <a:rPr lang="de-DE" sz="1000" dirty="0" err="1">
                <a:latin typeface="Pangolin" panose="00000500000000000000" pitchFamily="2" charset="0"/>
              </a:rPr>
              <a:t>vendo</a:t>
            </a:r>
            <a:r>
              <a:rPr lang="de-DE" sz="1000" dirty="0">
                <a:latin typeface="Pangolin" panose="00000500000000000000" pitchFamily="2" charset="0"/>
              </a:rPr>
              <a:t> o </a:t>
            </a:r>
            <a:r>
              <a:rPr lang="de-DE" sz="1000" dirty="0" err="1">
                <a:latin typeface="Pangolin" panose="00000500000000000000" pitchFamily="2" charset="0"/>
              </a:rPr>
              <a:t>garçom</a:t>
            </a:r>
            <a:r>
              <a:rPr lang="de-DE" sz="1000" dirty="0">
                <a:latin typeface="Pangolin" panose="00000500000000000000" pitchFamily="2" charset="0"/>
              </a:rPr>
              <a:t> </a:t>
            </a:r>
            <a:r>
              <a:rPr lang="de-DE" sz="1000" dirty="0" err="1">
                <a:latin typeface="Pangolin" panose="00000500000000000000" pitchFamily="2" charset="0"/>
              </a:rPr>
              <a:t>ali</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422525" y="6835093"/>
            <a:ext cx="2012950" cy="400110"/>
          </a:xfrm>
          <a:prstGeom prst="rect">
            <a:avLst/>
          </a:prstGeom>
          <a:noFill/>
        </p:spPr>
        <p:txBody>
          <a:bodyPr wrap="square">
            <a:spAutoFit/>
          </a:bodyPr>
          <a:lstStyle/>
          <a:p>
            <a:pPr algn="ctr"/>
            <a:r>
              <a:rPr lang="pt-BR" sz="1000" dirty="0">
                <a:latin typeface="Pangolin" panose="00000500000000000000" pitchFamily="2" charset="0"/>
              </a:rPr>
              <a:t>Ele percorre todo o restaurante recebendo pedidos de clientes.</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543337" y="7565482"/>
            <a:ext cx="1057275" cy="400110"/>
          </a:xfrm>
          <a:prstGeom prst="rect">
            <a:avLst/>
          </a:prstGeom>
          <a:noFill/>
        </p:spPr>
        <p:txBody>
          <a:bodyPr wrap="square">
            <a:spAutoFit/>
          </a:bodyPr>
          <a:lstStyle/>
          <a:p>
            <a:pPr algn="ctr"/>
            <a:r>
              <a:rPr lang="pt-BR" sz="1000" dirty="0">
                <a:latin typeface="Pangolin" panose="00000500000000000000" pitchFamily="2" charset="0"/>
              </a:rPr>
              <a:t>O que vocês vão querer hoje?</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54712" y="6798452"/>
            <a:ext cx="1928370" cy="246221"/>
          </a:xfrm>
          <a:prstGeom prst="rect">
            <a:avLst/>
          </a:prstGeom>
          <a:noFill/>
        </p:spPr>
        <p:txBody>
          <a:bodyPr wrap="square">
            <a:spAutoFit/>
          </a:bodyPr>
          <a:lstStyle/>
          <a:p>
            <a:pPr algn="ctr"/>
            <a:r>
              <a:rPr lang="pt-BR" sz="1000" dirty="0">
                <a:latin typeface="Pangolin" panose="00000500000000000000" pitchFamily="2" charset="0"/>
              </a:rPr>
              <a:t>Pra mim, uma salada, por favor.</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5126890" y="7223646"/>
            <a:ext cx="1070710" cy="553998"/>
          </a:xfrm>
          <a:prstGeom prst="rect">
            <a:avLst/>
          </a:prstGeom>
          <a:noFill/>
        </p:spPr>
        <p:txBody>
          <a:bodyPr wrap="square">
            <a:spAutoFit/>
          </a:bodyPr>
          <a:lstStyle/>
          <a:p>
            <a:pPr algn="ctr"/>
            <a:r>
              <a:rPr lang="pt-BR" sz="1000" dirty="0">
                <a:latin typeface="Pangolin" panose="00000500000000000000" pitchFamily="2" charset="0"/>
              </a:rPr>
              <a:t>Eu quero </a:t>
            </a:r>
            <a:br>
              <a:rPr lang="pt-BR" sz="1000" dirty="0">
                <a:latin typeface="Pangolin" panose="00000500000000000000" pitchFamily="2" charset="0"/>
              </a:rPr>
            </a:br>
            <a:r>
              <a:rPr lang="pt-BR" sz="1000" dirty="0">
                <a:latin typeface="Pangolin" panose="00000500000000000000" pitchFamily="2" charset="0"/>
              </a:rPr>
              <a:t>peixinho com </a:t>
            </a:r>
            <a:br>
              <a:rPr lang="pt-BR" sz="1000" dirty="0">
                <a:latin typeface="Pangolin" panose="00000500000000000000" pitchFamily="2" charset="0"/>
              </a:rPr>
            </a:br>
            <a:r>
              <a:rPr lang="pt-BR" sz="1000" dirty="0">
                <a:latin typeface="Pangolin" panose="00000500000000000000" pitchFamily="2" charset="0"/>
              </a:rPr>
              <a:t>batatas fritas!</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77786" y="9158258"/>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Vou</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provar</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feijoada</a:t>
            </a:r>
            <a:r>
              <a:rPr lang="de-DE" sz="1000" dirty="0">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4" name="Group 3">
            <a:extLst>
              <a:ext uri="{FF2B5EF4-FFF2-40B4-BE49-F238E27FC236}">
                <a16:creationId xmlns:a16="http://schemas.microsoft.com/office/drawing/2014/main" id="{B8A32EB7-70DC-AD57-D26B-10500CBA3ACA}"/>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5" name="Picture 4">
              <a:extLst>
                <a:ext uri="{FF2B5EF4-FFF2-40B4-BE49-F238E27FC236}">
                  <a16:creationId xmlns:a16="http://schemas.microsoft.com/office/drawing/2014/main" id="{018AFC65-59DB-ED32-5825-4F777B01F38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ED33CE0E-D25B-7205-C585-9CEFFC3C59F2}"/>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8" name="Picture 7">
                <a:extLst>
                  <a:ext uri="{FF2B5EF4-FFF2-40B4-BE49-F238E27FC236}">
                    <a16:creationId xmlns:a16="http://schemas.microsoft.com/office/drawing/2014/main" id="{D42D8BFE-F1DF-913D-41DF-9A108744F065}"/>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9" name="Picture 8">
                <a:extLst>
                  <a:ext uri="{FF2B5EF4-FFF2-40B4-BE49-F238E27FC236}">
                    <a16:creationId xmlns:a16="http://schemas.microsoft.com/office/drawing/2014/main" id="{60D97CBE-9803-2115-0B1F-05D3693AC677}"/>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10" name="Picture 9">
                <a:extLst>
                  <a:ext uri="{FF2B5EF4-FFF2-40B4-BE49-F238E27FC236}">
                    <a16:creationId xmlns:a16="http://schemas.microsoft.com/office/drawing/2014/main" id="{326D6825-DE4F-1BAF-829F-BC0174CFD6C3}"/>
                  </a:ext>
                </a:extLst>
              </p:cNvPr>
              <p:cNvPicPr>
                <a:picLocks noChangeAspect="1"/>
              </p:cNvPicPr>
              <p:nvPr/>
            </p:nvPicPr>
            <p:blipFill>
              <a:blip r:embed="rId7"/>
              <a:stretch>
                <a:fillRect/>
              </a:stretch>
            </p:blipFill>
            <p:spPr>
              <a:xfrm>
                <a:off x="5346700" y="4953000"/>
                <a:ext cx="609600" cy="609600"/>
              </a:xfrm>
              <a:prstGeom prst="rect">
                <a:avLst/>
              </a:prstGeom>
            </p:spPr>
          </p:pic>
        </p:grpSp>
      </p:grpSp>
      <p:sp>
        <p:nvSpPr>
          <p:cNvPr id="11" name="Rechteck 1">
            <a:extLst>
              <a:ext uri="{FF2B5EF4-FFF2-40B4-BE49-F238E27FC236}">
                <a16:creationId xmlns:a16="http://schemas.microsoft.com/office/drawing/2014/main" id="{5D253242-2511-2B57-118B-916AE672778F}"/>
              </a:ext>
              <a:ext uri="{C183D7F6-B498-43B3-948B-1728B52AA6E4}">
                <adec:decorative xmlns:adec="http://schemas.microsoft.com/office/drawing/2017/decorative" val="1"/>
              </a:ext>
            </a:extLst>
          </p:cNvPr>
          <p:cNvSpPr/>
          <p:nvPr/>
        </p:nvSpPr>
        <p:spPr>
          <a:xfrm rot="16200000">
            <a:off x="6189500" y="5418602"/>
            <a:ext cx="1130710" cy="199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581525"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FCAF2E9F-B930-4733-B5E4-50B6D8AFD3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7999" cy="9905385"/>
          </a:xfrm>
          <a:prstGeom prst="rect">
            <a:avLst/>
          </a:prstGeom>
        </p:spPr>
      </p:pic>
      <p:sp>
        <p:nvSpPr>
          <p:cNvPr id="32" name="Rectangle 31">
            <a:extLst>
              <a:ext uri="{FF2B5EF4-FFF2-40B4-BE49-F238E27FC236}">
                <a16:creationId xmlns:a16="http://schemas.microsoft.com/office/drawing/2014/main" id="{AC1F1A3A-B4DE-6FED-6882-1A9265F2BFA6}"/>
              </a:ext>
              <a:ext uri="{C183D7F6-B498-43B3-948B-1728B52AA6E4}">
                <adec:decorative xmlns:adec="http://schemas.microsoft.com/office/drawing/2017/decorative" val="1"/>
              </a:ext>
            </a:extLst>
          </p:cNvPr>
          <p:cNvSpPr/>
          <p:nvPr/>
        </p:nvSpPr>
        <p:spPr>
          <a:xfrm>
            <a:off x="240868" y="543107"/>
            <a:ext cx="2034784" cy="2931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1" name="Picture 30">
            <a:extLst>
              <a:ext uri="{FF2B5EF4-FFF2-40B4-BE49-F238E27FC236}">
                <a16:creationId xmlns:a16="http://schemas.microsoft.com/office/drawing/2014/main" id="{0668D524-FF59-86C7-F284-23FC5CE72C9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356" y="1244763"/>
            <a:ext cx="2127346" cy="2337318"/>
          </a:xfrm>
          <a:prstGeom prst="rect">
            <a:avLst/>
          </a:prstGeom>
        </p:spPr>
      </p:pic>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5" y="307"/>
            <a:ext cx="6858000" cy="9905385"/>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267431" y="1749376"/>
            <a:ext cx="135032" cy="482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522028" y="4918564"/>
            <a:ext cx="9293154" cy="232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3274872" y="265564"/>
            <a:ext cx="146048" cy="6585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4" name="Rectangle 43">
            <a:extLst>
              <a:ext uri="{FF2B5EF4-FFF2-40B4-BE49-F238E27FC236}">
                <a16:creationId xmlns:a16="http://schemas.microsoft.com/office/drawing/2014/main" id="{85F12697-79D9-92A4-9F88-9DF36B33C007}"/>
              </a:ext>
              <a:ext uri="{C183D7F6-B498-43B3-948B-1728B52AA6E4}">
                <adec:decorative xmlns:adec="http://schemas.microsoft.com/office/drawing/2017/decorative" val="1"/>
              </a:ext>
            </a:extLst>
          </p:cNvPr>
          <p:cNvSpPr/>
          <p:nvPr/>
        </p:nvSpPr>
        <p:spPr>
          <a:xfrm>
            <a:off x="1767968"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ctangle 44">
            <a:extLst>
              <a:ext uri="{FF2B5EF4-FFF2-40B4-BE49-F238E27FC236}">
                <a16:creationId xmlns:a16="http://schemas.microsoft.com/office/drawing/2014/main" id="{22A03A3E-E51F-3A4B-85AE-D97610A1A352}"/>
              </a:ext>
              <a:ext uri="{C183D7F6-B498-43B3-948B-1728B52AA6E4}">
                <adec:decorative xmlns:adec="http://schemas.microsoft.com/office/drawing/2017/decorative" val="1"/>
              </a:ext>
            </a:extLst>
          </p:cNvPr>
          <p:cNvSpPr/>
          <p:nvPr/>
        </p:nvSpPr>
        <p:spPr>
          <a:xfrm>
            <a:off x="3994939"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ctangle 45">
            <a:extLst>
              <a:ext uri="{FF2B5EF4-FFF2-40B4-BE49-F238E27FC236}">
                <a16:creationId xmlns:a16="http://schemas.microsoft.com/office/drawing/2014/main" id="{14340EFC-F193-4759-D8FA-8B02906006E5}"/>
              </a:ext>
              <a:ext uri="{C183D7F6-B498-43B3-948B-1728B52AA6E4}">
                <adec:decorative xmlns:adec="http://schemas.microsoft.com/office/drawing/2017/decorative" val="1"/>
              </a:ext>
            </a:extLst>
          </p:cNvPr>
          <p:cNvSpPr/>
          <p:nvPr/>
        </p:nvSpPr>
        <p:spPr>
          <a:xfrm>
            <a:off x="6189447"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TextBox 46">
            <a:extLst>
              <a:ext uri="{FF2B5EF4-FFF2-40B4-BE49-F238E27FC236}">
                <a16:creationId xmlns:a16="http://schemas.microsoft.com/office/drawing/2014/main" id="{53BD6F36-09EF-37CC-9AB2-B515F3016E30}"/>
              </a:ext>
              <a:ext uri="{C183D7F6-B498-43B3-948B-1728B52AA6E4}">
                <adec:decorative xmlns:adec="http://schemas.microsoft.com/office/drawing/2017/decorative" val="1"/>
              </a:ext>
            </a:extLst>
          </p:cNvPr>
          <p:cNvSpPr txBox="1"/>
          <p:nvPr/>
        </p:nvSpPr>
        <p:spPr>
          <a:xfrm>
            <a:off x="1753308" y="6030498"/>
            <a:ext cx="561372" cy="562398"/>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Salada</a:t>
            </a:r>
            <a:br>
              <a:rPr lang="de-DE" sz="700" b="1" dirty="0">
                <a:latin typeface="Kristen ITC" panose="03050502040202030202" pitchFamily="66" charset="0"/>
              </a:rPr>
            </a:br>
            <a:r>
              <a:rPr lang="de-DE" sz="700" b="1" dirty="0" err="1">
                <a:latin typeface="Kristen ITC" panose="03050502040202030202" pitchFamily="66" charset="0"/>
              </a:rPr>
              <a:t>Peixe</a:t>
            </a:r>
            <a:endParaRPr lang="de-DE" sz="700" b="1" dirty="0">
              <a:latin typeface="Kristen ITC" panose="03050502040202030202" pitchFamily="66" charset="0"/>
            </a:endParaRPr>
          </a:p>
          <a:p>
            <a:pPr>
              <a:lnSpc>
                <a:spcPct val="150000"/>
              </a:lnSpc>
            </a:pPr>
            <a:r>
              <a:rPr lang="de-DE" sz="700" b="1" dirty="0" err="1">
                <a:latin typeface="Kristen ITC" panose="03050502040202030202" pitchFamily="66" charset="0"/>
              </a:rPr>
              <a:t>Feijoada</a:t>
            </a:r>
            <a:endParaRPr lang="pt-BR" sz="700" b="1" dirty="0">
              <a:latin typeface="Kristen ITC" panose="03050502040202030202" pitchFamily="66" charset="0"/>
            </a:endParaRPr>
          </a:p>
        </p:txBody>
      </p:sp>
      <p:sp>
        <p:nvSpPr>
          <p:cNvPr id="48" name="TextBox 47">
            <a:extLst>
              <a:ext uri="{FF2B5EF4-FFF2-40B4-BE49-F238E27FC236}">
                <a16:creationId xmlns:a16="http://schemas.microsoft.com/office/drawing/2014/main" id="{B083CA16-CEC5-7CD4-AE9F-A5F8CA71A1D1}"/>
              </a:ext>
              <a:ext uri="{C183D7F6-B498-43B3-948B-1728B52AA6E4}">
                <adec:decorative xmlns:adec="http://schemas.microsoft.com/office/drawing/2017/decorative" val="1"/>
              </a:ext>
            </a:extLst>
          </p:cNvPr>
          <p:cNvSpPr txBox="1"/>
          <p:nvPr/>
        </p:nvSpPr>
        <p:spPr>
          <a:xfrm>
            <a:off x="3975796" y="6053447"/>
            <a:ext cx="561372" cy="562398"/>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Salada</a:t>
            </a:r>
            <a:br>
              <a:rPr lang="de-DE" sz="700" b="1" dirty="0">
                <a:latin typeface="Kristen ITC" panose="03050502040202030202" pitchFamily="66" charset="0"/>
              </a:rPr>
            </a:br>
            <a:r>
              <a:rPr lang="de-DE" sz="700" b="1" dirty="0" err="1">
                <a:latin typeface="Kristen ITC" panose="03050502040202030202" pitchFamily="66" charset="0"/>
              </a:rPr>
              <a:t>Peixe</a:t>
            </a:r>
            <a:endParaRPr lang="de-DE" sz="700" b="1" dirty="0">
              <a:latin typeface="Kristen ITC" panose="03050502040202030202" pitchFamily="66" charset="0"/>
            </a:endParaRPr>
          </a:p>
          <a:p>
            <a:pPr>
              <a:lnSpc>
                <a:spcPct val="150000"/>
              </a:lnSpc>
            </a:pPr>
            <a:r>
              <a:rPr lang="de-DE" sz="700" b="1" dirty="0" err="1">
                <a:latin typeface="Kristen ITC" panose="03050502040202030202" pitchFamily="66" charset="0"/>
              </a:rPr>
              <a:t>Feijoada</a:t>
            </a:r>
            <a:endParaRPr lang="pt-BR" sz="700" b="1" dirty="0">
              <a:latin typeface="Kristen ITC" panose="03050502040202030202" pitchFamily="66" charset="0"/>
            </a:endParaRPr>
          </a:p>
        </p:txBody>
      </p:sp>
      <p:sp>
        <p:nvSpPr>
          <p:cNvPr id="49" name="TextBox 48">
            <a:extLst>
              <a:ext uri="{FF2B5EF4-FFF2-40B4-BE49-F238E27FC236}">
                <a16:creationId xmlns:a16="http://schemas.microsoft.com/office/drawing/2014/main" id="{0BFC94F2-016B-8953-0BD6-DB5E7AC7CE72}"/>
              </a:ext>
              <a:ext uri="{C183D7F6-B498-43B3-948B-1728B52AA6E4}">
                <adec:decorative xmlns:adec="http://schemas.microsoft.com/office/drawing/2017/decorative" val="1"/>
              </a:ext>
            </a:extLst>
          </p:cNvPr>
          <p:cNvSpPr txBox="1"/>
          <p:nvPr/>
        </p:nvSpPr>
        <p:spPr>
          <a:xfrm>
            <a:off x="6175330" y="6041058"/>
            <a:ext cx="561372" cy="562398"/>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Salada</a:t>
            </a:r>
            <a:br>
              <a:rPr lang="de-DE" sz="700" b="1" dirty="0">
                <a:latin typeface="Kristen ITC" panose="03050502040202030202" pitchFamily="66" charset="0"/>
              </a:rPr>
            </a:br>
            <a:r>
              <a:rPr lang="de-DE" sz="700" b="1" dirty="0" err="1">
                <a:latin typeface="Kristen ITC" panose="03050502040202030202" pitchFamily="66" charset="0"/>
              </a:rPr>
              <a:t>Peixe</a:t>
            </a:r>
            <a:endParaRPr lang="de-DE" sz="700" b="1" dirty="0">
              <a:latin typeface="Kristen ITC" panose="03050502040202030202" pitchFamily="66" charset="0"/>
            </a:endParaRPr>
          </a:p>
          <a:p>
            <a:pPr>
              <a:lnSpc>
                <a:spcPct val="150000"/>
              </a:lnSpc>
            </a:pPr>
            <a:r>
              <a:rPr lang="de-DE" sz="700" b="1" dirty="0" err="1">
                <a:latin typeface="Kristen ITC" panose="03050502040202030202" pitchFamily="66" charset="0"/>
              </a:rPr>
              <a:t>Feijoada</a:t>
            </a:r>
            <a:endParaRPr lang="pt-BR" sz="700" b="1" dirty="0">
              <a:latin typeface="Kristen ITC" panose="03050502040202030202" pitchFamily="66" charset="0"/>
            </a:endParaRPr>
          </a:p>
        </p:txBody>
      </p:sp>
      <p:pic>
        <p:nvPicPr>
          <p:cNvPr id="51" name="Picture 50">
            <a:extLst>
              <a:ext uri="{FF2B5EF4-FFF2-40B4-BE49-F238E27FC236}">
                <a16:creationId xmlns:a16="http://schemas.microsoft.com/office/drawing/2014/main" id="{02F5B549-73EA-6361-2EE7-3F18DC98016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2395" y="6112165"/>
            <a:ext cx="349817" cy="107370"/>
          </a:xfrm>
          <a:prstGeom prst="rect">
            <a:avLst/>
          </a:prstGeom>
        </p:spPr>
      </p:pic>
      <p:pic>
        <p:nvPicPr>
          <p:cNvPr id="52" name="Picture 51">
            <a:extLst>
              <a:ext uri="{FF2B5EF4-FFF2-40B4-BE49-F238E27FC236}">
                <a16:creationId xmlns:a16="http://schemas.microsoft.com/office/drawing/2014/main" id="{81AFE3C1-34FC-ADB3-3E53-AAA258A2474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1625" y="6112165"/>
            <a:ext cx="349817" cy="107370"/>
          </a:xfrm>
          <a:prstGeom prst="rect">
            <a:avLst/>
          </a:prstGeom>
        </p:spPr>
      </p:pic>
      <p:pic>
        <p:nvPicPr>
          <p:cNvPr id="53" name="Picture 52">
            <a:extLst>
              <a:ext uri="{FF2B5EF4-FFF2-40B4-BE49-F238E27FC236}">
                <a16:creationId xmlns:a16="http://schemas.microsoft.com/office/drawing/2014/main" id="{1086DB64-E8FD-20F0-897C-DAD19A8B650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42321" y="6277965"/>
            <a:ext cx="349817" cy="107370"/>
          </a:xfrm>
          <a:prstGeom prst="rect">
            <a:avLst/>
          </a:prstGeom>
        </p:spPr>
      </p:pic>
      <p:pic>
        <p:nvPicPr>
          <p:cNvPr id="54" name="Picture 53">
            <a:extLst>
              <a:ext uri="{FF2B5EF4-FFF2-40B4-BE49-F238E27FC236}">
                <a16:creationId xmlns:a16="http://schemas.microsoft.com/office/drawing/2014/main" id="{3CB70089-3B3A-8C32-9988-0600E6372B8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58599" y="6129104"/>
            <a:ext cx="349817" cy="107370"/>
          </a:xfrm>
          <a:prstGeom prst="rect">
            <a:avLst/>
          </a:prstGeom>
        </p:spPr>
      </p:pic>
      <p:pic>
        <p:nvPicPr>
          <p:cNvPr id="55" name="Picture 54">
            <a:extLst>
              <a:ext uri="{FF2B5EF4-FFF2-40B4-BE49-F238E27FC236}">
                <a16:creationId xmlns:a16="http://schemas.microsoft.com/office/drawing/2014/main" id="{6DA0DC90-C522-678A-48B1-F4873CE31D5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9295" y="6294904"/>
            <a:ext cx="349817" cy="107370"/>
          </a:xfrm>
          <a:prstGeom prst="rect">
            <a:avLst/>
          </a:prstGeom>
        </p:spPr>
      </p:pic>
      <p:pic>
        <p:nvPicPr>
          <p:cNvPr id="56" name="Picture 55">
            <a:extLst>
              <a:ext uri="{FF2B5EF4-FFF2-40B4-BE49-F238E27FC236}">
                <a16:creationId xmlns:a16="http://schemas.microsoft.com/office/drawing/2014/main" id="{930A927E-2351-3301-0338-E6B18B5D1A6D}"/>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9057" y="6452667"/>
            <a:ext cx="349817" cy="107370"/>
          </a:xfrm>
          <a:prstGeom prst="rect">
            <a:avLst/>
          </a:prstGeom>
        </p:spPr>
      </p:pic>
      <p:sp>
        <p:nvSpPr>
          <p:cNvPr id="2" name="Textfeld 49">
            <a:extLst>
              <a:ext uri="{FF2B5EF4-FFF2-40B4-BE49-F238E27FC236}">
                <a16:creationId xmlns:a16="http://schemas.microsoft.com/office/drawing/2014/main" id="{5C375986-88DB-DC33-6102-BCFFFD35BED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p:nvPr/>
        </p:nvSpPr>
        <p:spPr>
          <a:xfrm>
            <a:off x="347163" y="582585"/>
            <a:ext cx="1807574" cy="400110"/>
          </a:xfrm>
          <a:prstGeom prst="rect">
            <a:avLst/>
          </a:prstGeom>
          <a:noFill/>
        </p:spPr>
        <p:txBody>
          <a:bodyPr wrap="square">
            <a:spAutoFit/>
          </a:bodyPr>
          <a:lstStyle/>
          <a:p>
            <a:pPr algn="ctr"/>
            <a:r>
              <a:rPr lang="pt-BR" sz="1000" dirty="0">
                <a:latin typeface="Pangolin" panose="00000500000000000000" pitchFamily="2" charset="0"/>
              </a:rPr>
              <a:t>O garçom anota o pedido </a:t>
            </a:r>
            <a:br>
              <a:rPr lang="pt-BR" sz="1000" dirty="0">
                <a:latin typeface="Pangolin" panose="00000500000000000000" pitchFamily="2" charset="0"/>
              </a:rPr>
            </a:br>
            <a:r>
              <a:rPr lang="pt-BR" sz="1000" dirty="0">
                <a:latin typeface="Pangolin" panose="00000500000000000000" pitchFamily="2" charset="0"/>
              </a:rPr>
              <a:t>da mesa...</a:t>
            </a:r>
            <a:endParaRPr lang="de-AT" sz="1000" dirty="0">
              <a:solidFill>
                <a:schemeClr val="tx1"/>
              </a:solidFill>
              <a:latin typeface="Pangolin" panose="00000500000000000000" pitchFamily="2" charset="0"/>
            </a:endParaRPr>
          </a:p>
        </p:txBody>
      </p:sp>
      <p:sp>
        <p:nvSpPr>
          <p:cNvPr id="39" name="TextBox 38">
            <a:extLst>
              <a:ext uri="{FF2B5EF4-FFF2-40B4-BE49-F238E27FC236}">
                <a16:creationId xmlns:a16="http://schemas.microsoft.com/office/drawing/2014/main" id="{25D5D8FD-2D51-49AF-715E-6936F3C12A04}"/>
              </a:ext>
            </a:extLst>
          </p:cNvPr>
          <p:cNvSpPr txBox="1"/>
          <p:nvPr/>
        </p:nvSpPr>
        <p:spPr>
          <a:xfrm rot="20417420">
            <a:off x="599582" y="1691024"/>
            <a:ext cx="1217000" cy="923330"/>
          </a:xfrm>
          <a:prstGeom prst="rect">
            <a:avLst/>
          </a:prstGeom>
          <a:noFill/>
        </p:spPr>
        <p:txBody>
          <a:bodyPr wrap="none" rtlCol="0">
            <a:spAutoFit/>
          </a:bodyPr>
          <a:lstStyle/>
          <a:p>
            <a:r>
              <a:rPr lang="de-DE" dirty="0" err="1">
                <a:latin typeface="Segoe Script" panose="030B0504020000000003" pitchFamily="66" charset="0"/>
              </a:rPr>
              <a:t>Salada</a:t>
            </a:r>
            <a:br>
              <a:rPr lang="de-DE" dirty="0">
                <a:latin typeface="Segoe Script" panose="030B0504020000000003" pitchFamily="66" charset="0"/>
              </a:rPr>
            </a:br>
            <a:r>
              <a:rPr lang="de-DE" dirty="0" err="1">
                <a:latin typeface="Segoe Script" panose="030B0504020000000003" pitchFamily="66" charset="0"/>
              </a:rPr>
              <a:t>Peixe</a:t>
            </a:r>
            <a:endParaRPr lang="de-DE" dirty="0">
              <a:latin typeface="Segoe Script" panose="030B0504020000000003" pitchFamily="66" charset="0"/>
            </a:endParaRPr>
          </a:p>
          <a:p>
            <a:r>
              <a:rPr lang="de-DE" dirty="0" err="1">
                <a:latin typeface="Segoe Script" panose="030B0504020000000003" pitchFamily="66" charset="0"/>
              </a:rPr>
              <a:t>Feijoada</a:t>
            </a:r>
            <a:endParaRPr lang="pt-BR" dirty="0">
              <a:latin typeface="Segoe Script" panose="030B0504020000000003" pitchFamily="66"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466158" y="659529"/>
            <a:ext cx="1925683" cy="400110"/>
          </a:xfrm>
          <a:prstGeom prst="rect">
            <a:avLst/>
          </a:prstGeom>
          <a:noFill/>
        </p:spPr>
        <p:txBody>
          <a:bodyPr wrap="square">
            <a:spAutoFit/>
          </a:bodyPr>
          <a:lstStyle/>
          <a:p>
            <a:pPr algn="ctr"/>
            <a:r>
              <a:rPr lang="pt-BR" sz="1000" dirty="0">
                <a:latin typeface="Pangolin" panose="00000500000000000000" pitchFamily="2" charset="0"/>
              </a:rPr>
              <a:t>... e continua trabalhando, até...
</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644208" y="651564"/>
            <a:ext cx="1925683" cy="246221"/>
          </a:xfrm>
          <a:prstGeom prst="rect">
            <a:avLst/>
          </a:prstGeom>
          <a:noFill/>
        </p:spPr>
        <p:txBody>
          <a:bodyPr wrap="square">
            <a:spAutoFit/>
          </a:bodyPr>
          <a:lstStyle/>
          <a:p>
            <a:pPr algn="ctr"/>
            <a:r>
              <a:rPr lang="pt-BR" sz="1000" dirty="0">
                <a:latin typeface="Pangolin" panose="00000500000000000000" pitchFamily="2" charset="0"/>
              </a:rPr>
              <a:t>Saindo pedido da Mesa 8!</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266591"/>
            <a:ext cx="869133" cy="246221"/>
          </a:xfrm>
          <a:prstGeom prst="rect">
            <a:avLst/>
          </a:prstGeom>
          <a:noFill/>
        </p:spPr>
        <p:txBody>
          <a:bodyPr wrap="square">
            <a:spAutoFit/>
          </a:bodyPr>
          <a:lstStyle/>
          <a:p>
            <a:pPr algn="ctr"/>
            <a:r>
              <a:rPr lang="de-DE" sz="1000" dirty="0" err="1">
                <a:latin typeface="Pangolin" panose="00000500000000000000" pitchFamily="2" charset="0"/>
              </a:rPr>
              <a:t>Já</a:t>
            </a:r>
            <a:r>
              <a:rPr lang="de-DE" sz="1000" dirty="0">
                <a:latin typeface="Pangolin" panose="00000500000000000000" pitchFamily="2" charset="0"/>
              </a:rPr>
              <a:t> </a:t>
            </a:r>
            <a:r>
              <a:rPr lang="de-DE" sz="1000" dirty="0" err="1">
                <a:latin typeface="Pangolin" panose="00000500000000000000" pitchFamily="2" charset="0"/>
              </a:rPr>
              <a:t>chego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44474" y="3642592"/>
            <a:ext cx="2036472" cy="553998"/>
          </a:xfrm>
          <a:prstGeom prst="rect">
            <a:avLst/>
          </a:prstGeom>
          <a:noFill/>
        </p:spPr>
        <p:txBody>
          <a:bodyPr wrap="square">
            <a:spAutoFit/>
          </a:bodyPr>
          <a:lstStyle/>
          <a:p>
            <a:pPr algn="ctr"/>
            <a:r>
              <a:rPr lang="pt-BR" sz="1000" dirty="0">
                <a:latin typeface="Pangolin" panose="00000500000000000000" pitchFamily="2" charset="0"/>
              </a:rPr>
              <a:t>Agora, o garçom deve servir cada cliente. Normalmente, ele vai perguntar quem recebe o quê.</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59863" y="4342459"/>
            <a:ext cx="1280465" cy="246221"/>
          </a:xfrm>
          <a:prstGeom prst="rect">
            <a:avLst/>
          </a:prstGeom>
          <a:noFill/>
        </p:spPr>
        <p:txBody>
          <a:bodyPr wrap="square">
            <a:spAutoFit/>
          </a:bodyPr>
          <a:lstStyle/>
          <a:p>
            <a:pPr algn="ctr"/>
            <a:r>
              <a:rPr lang="de-DE" sz="1000" dirty="0" err="1">
                <a:latin typeface="Pangolin" panose="00000500000000000000" pitchFamily="2" charset="0"/>
              </a:rPr>
              <a:t>Quem</a:t>
            </a:r>
            <a:r>
              <a:rPr lang="de-DE" sz="1000" dirty="0">
                <a:latin typeface="Pangolin" panose="00000500000000000000" pitchFamily="2" charset="0"/>
              </a:rPr>
              <a:t> </a:t>
            </a:r>
            <a:r>
              <a:rPr lang="de-DE" sz="1000" dirty="0" err="1">
                <a:latin typeface="Pangolin" panose="00000500000000000000" pitchFamily="2" charset="0"/>
              </a:rPr>
              <a:t>pediu</a:t>
            </a:r>
            <a:r>
              <a:rPr lang="de-DE" sz="1000" dirty="0">
                <a:latin typeface="Pangolin" panose="00000500000000000000" pitchFamily="2" charset="0"/>
              </a:rPr>
              <a:t> </a:t>
            </a:r>
            <a:r>
              <a:rPr lang="de-DE" sz="1000" dirty="0" err="1">
                <a:latin typeface="Pangolin" panose="00000500000000000000" pitchFamily="2" charset="0"/>
              </a:rPr>
              <a:t>salada</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87204" y="4800482"/>
            <a:ext cx="436854" cy="246221"/>
          </a:xfrm>
          <a:prstGeom prst="rect">
            <a:avLst/>
          </a:prstGeom>
          <a:noFill/>
        </p:spPr>
        <p:txBody>
          <a:bodyPr wrap="square">
            <a:spAutoFit/>
          </a:bodyPr>
          <a:lstStyle/>
          <a:p>
            <a:pPr algn="ctr"/>
            <a:r>
              <a:rPr lang="de-DE" sz="1000" dirty="0" err="1">
                <a:latin typeface="Pangolin" panose="00000500000000000000" pitchFamily="2" charset="0"/>
              </a:rPr>
              <a:t>Eu</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dirty="0">
                <a:latin typeface="Pangolin" panose="00000500000000000000" pitchFamily="2" charset="0"/>
              </a:rPr>
              <a:t>Para </a:t>
            </a:r>
            <a:r>
              <a:rPr lang="de-DE" sz="1000" dirty="0" err="1">
                <a:latin typeface="Pangolin" panose="00000500000000000000" pitchFamily="2" charset="0"/>
              </a:rPr>
              <a:t>você</a:t>
            </a:r>
            <a:r>
              <a:rPr lang="de-DE" sz="1000" dirty="0">
                <a:latin typeface="Pangolin" panose="00000500000000000000" pitchFamily="2" charset="0"/>
              </a:rPr>
              <a:t>, </a:t>
            </a:r>
            <a:r>
              <a:rPr lang="de-DE" sz="1000" dirty="0" err="1">
                <a:latin typeface="Pangolin" panose="00000500000000000000" pitchFamily="2" charset="0"/>
              </a:rPr>
              <a:t>senhora</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616617" y="4090048"/>
            <a:ext cx="1280465" cy="246221"/>
          </a:xfrm>
          <a:prstGeom prst="rect">
            <a:avLst/>
          </a:prstGeom>
          <a:noFill/>
        </p:spPr>
        <p:txBody>
          <a:bodyPr wrap="square">
            <a:spAutoFit/>
          </a:bodyPr>
          <a:lstStyle/>
          <a:p>
            <a:pPr algn="ctr"/>
            <a:r>
              <a:rPr lang="pt-BR" sz="1000" dirty="0">
                <a:latin typeface="Pangolin" panose="00000500000000000000" pitchFamily="2" charset="0"/>
              </a:rPr>
              <a:t>De quem é o peixe?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714414"/>
            <a:ext cx="874128" cy="246221"/>
          </a:xfrm>
          <a:prstGeom prst="rect">
            <a:avLst/>
          </a:prstGeom>
          <a:noFill/>
        </p:spPr>
        <p:txBody>
          <a:bodyPr wrap="square">
            <a:spAutoFit/>
          </a:bodyPr>
          <a:lstStyle/>
          <a:p>
            <a:pPr algn="ctr"/>
            <a:r>
              <a:rPr lang="de-DE" sz="1000" dirty="0" err="1">
                <a:latin typeface="Pangolin" panose="00000500000000000000" pitchFamily="2" charset="0"/>
              </a:rPr>
              <a:t>Peixinho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44208" y="3645767"/>
            <a:ext cx="1925683" cy="553998"/>
          </a:xfrm>
          <a:prstGeom prst="rect">
            <a:avLst/>
          </a:prstGeom>
          <a:noFill/>
        </p:spPr>
        <p:txBody>
          <a:bodyPr wrap="square">
            <a:spAutoFit/>
          </a:bodyPr>
          <a:lstStyle/>
          <a:p>
            <a:pPr algn="ctr"/>
            <a:r>
              <a:rPr lang="pt-BR" sz="1000" dirty="0">
                <a:latin typeface="Pangolin" panose="00000500000000000000" pitchFamily="2" charset="0"/>
              </a:rPr>
              <a:t>Para a última refeição, ele não precisa pedir, porque só resta um alimento e um cliente.</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727574" y="4370093"/>
            <a:ext cx="1433297" cy="400110"/>
          </a:xfrm>
          <a:prstGeom prst="rect">
            <a:avLst/>
          </a:prstGeom>
          <a:noFill/>
        </p:spPr>
        <p:txBody>
          <a:bodyPr wrap="square">
            <a:spAutoFit/>
          </a:bodyPr>
          <a:lstStyle/>
          <a:p>
            <a:pPr algn="ctr"/>
            <a:r>
              <a:rPr lang="pt-BR" sz="1000" dirty="0">
                <a:latin typeface="Pangolin" panose="00000500000000000000" pitchFamily="2" charset="0"/>
              </a:rPr>
              <a:t>E a feijoada à moda da casa para o senhor.</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00808" y="4948051"/>
            <a:ext cx="754575" cy="246221"/>
          </a:xfrm>
          <a:prstGeom prst="rect">
            <a:avLst/>
          </a:prstGeom>
          <a:noFill/>
        </p:spPr>
        <p:txBody>
          <a:bodyPr wrap="square">
            <a:spAutoFit/>
          </a:bodyPr>
          <a:lstStyle/>
          <a:p>
            <a:pPr algn="ctr"/>
            <a:r>
              <a:rPr lang="de-DE" sz="1000" dirty="0" err="1">
                <a:latin typeface="Pangolin" panose="00000500000000000000" pitchFamily="2" charset="0"/>
              </a:rPr>
              <a:t>Ótimo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Sprechblase: rechteckig mit abgerundeten Ecken 32" descr="Agora, poderíamos usar esse cenário de levar a refeição certa para o cliente certo e tentar encontrar uma abordagem matemática para esse &quot;problema&quot;.">
            <a:extLst>
              <a:ext uri="{FF2B5EF4-FFF2-40B4-BE49-F238E27FC236}">
                <a16:creationId xmlns:a16="http://schemas.microsoft.com/office/drawing/2014/main" id="{0C233EFC-D749-4B5C-9BBA-CAF6FB26532D}"/>
              </a:ext>
            </a:extLst>
          </p:cNvPr>
          <p:cNvSpPr/>
          <p:nvPr/>
        </p:nvSpPr>
        <p:spPr>
          <a:xfrm>
            <a:off x="340812" y="6837130"/>
            <a:ext cx="1837237" cy="1076892"/>
          </a:xfrm>
          <a:custGeom>
            <a:avLst/>
            <a:gdLst>
              <a:gd name="connsiteX0" fmla="*/ 0 w 1837237"/>
              <a:gd name="connsiteY0" fmla="*/ 179486 h 1076892"/>
              <a:gd name="connsiteX1" fmla="*/ 179486 w 1837237"/>
              <a:gd name="connsiteY1" fmla="*/ 0 h 1076892"/>
              <a:gd name="connsiteX2" fmla="*/ 306206 w 1837237"/>
              <a:gd name="connsiteY2" fmla="*/ 0 h 1076892"/>
              <a:gd name="connsiteX3" fmla="*/ 306206 w 1837237"/>
              <a:gd name="connsiteY3" fmla="*/ 0 h 1076892"/>
              <a:gd name="connsiteX4" fmla="*/ 765515 w 1837237"/>
              <a:gd name="connsiteY4" fmla="*/ 0 h 1076892"/>
              <a:gd name="connsiteX5" fmla="*/ 1229478 w 1837237"/>
              <a:gd name="connsiteY5" fmla="*/ 0 h 1076892"/>
              <a:gd name="connsiteX6" fmla="*/ 1657751 w 1837237"/>
              <a:gd name="connsiteY6" fmla="*/ 0 h 1076892"/>
              <a:gd name="connsiteX7" fmla="*/ 1837237 w 1837237"/>
              <a:gd name="connsiteY7" fmla="*/ 179486 h 1076892"/>
              <a:gd name="connsiteX8" fmla="*/ 1837237 w 1837237"/>
              <a:gd name="connsiteY8" fmla="*/ 628187 h 1076892"/>
              <a:gd name="connsiteX9" fmla="*/ 1837237 w 1837237"/>
              <a:gd name="connsiteY9" fmla="*/ 628187 h 1076892"/>
              <a:gd name="connsiteX10" fmla="*/ 1837237 w 1837237"/>
              <a:gd name="connsiteY10" fmla="*/ 897410 h 1076892"/>
              <a:gd name="connsiteX11" fmla="*/ 1837237 w 1837237"/>
              <a:gd name="connsiteY11" fmla="*/ 897406 h 1076892"/>
              <a:gd name="connsiteX12" fmla="*/ 1657751 w 1837237"/>
              <a:gd name="connsiteY12" fmla="*/ 1076892 h 1076892"/>
              <a:gd name="connsiteX13" fmla="*/ 1211633 w 1837237"/>
              <a:gd name="connsiteY13" fmla="*/ 1076892 h 1076892"/>
              <a:gd name="connsiteX14" fmla="*/ 765515 w 1837237"/>
              <a:gd name="connsiteY14" fmla="*/ 1076892 h 1076892"/>
              <a:gd name="connsiteX15" fmla="*/ 343049 w 1837237"/>
              <a:gd name="connsiteY15" fmla="*/ 1382514 h 1076892"/>
              <a:gd name="connsiteX16" fmla="*/ 306206 w 1837237"/>
              <a:gd name="connsiteY16" fmla="*/ 1076892 h 1076892"/>
              <a:gd name="connsiteX17" fmla="*/ 179486 w 1837237"/>
              <a:gd name="connsiteY17" fmla="*/ 1076892 h 1076892"/>
              <a:gd name="connsiteX18" fmla="*/ 0 w 1837237"/>
              <a:gd name="connsiteY18" fmla="*/ 897406 h 1076892"/>
              <a:gd name="connsiteX19" fmla="*/ 0 w 1837237"/>
              <a:gd name="connsiteY19" fmla="*/ 897410 h 1076892"/>
              <a:gd name="connsiteX20" fmla="*/ 0 w 1837237"/>
              <a:gd name="connsiteY20" fmla="*/ 628187 h 1076892"/>
              <a:gd name="connsiteX21" fmla="*/ 0 w 1837237"/>
              <a:gd name="connsiteY21" fmla="*/ 628187 h 1076892"/>
              <a:gd name="connsiteX22" fmla="*/ 0 w 1837237"/>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37237" h="1076892" fill="none" extrusionOk="0">
                <a:moveTo>
                  <a:pt x="0" y="179486"/>
                </a:moveTo>
                <a:cubicBezTo>
                  <a:pt x="4138" y="82022"/>
                  <a:pt x="80657" y="2683"/>
                  <a:pt x="179486" y="0"/>
                </a:cubicBezTo>
                <a:cubicBezTo>
                  <a:pt x="236272" y="-4490"/>
                  <a:pt x="243398" y="5188"/>
                  <a:pt x="306206" y="0"/>
                </a:cubicBezTo>
                <a:lnTo>
                  <a:pt x="306206" y="0"/>
                </a:lnTo>
                <a:cubicBezTo>
                  <a:pt x="442208" y="-10163"/>
                  <a:pt x="586045" y="-21324"/>
                  <a:pt x="765515" y="0"/>
                </a:cubicBezTo>
                <a:cubicBezTo>
                  <a:pt x="902413" y="15028"/>
                  <a:pt x="1023964" y="7031"/>
                  <a:pt x="1229478" y="0"/>
                </a:cubicBezTo>
                <a:cubicBezTo>
                  <a:pt x="1434992" y="-7031"/>
                  <a:pt x="1542605" y="-16503"/>
                  <a:pt x="1657751" y="0"/>
                </a:cubicBezTo>
                <a:cubicBezTo>
                  <a:pt x="1761227" y="-8984"/>
                  <a:pt x="1832059" y="103901"/>
                  <a:pt x="1837237" y="179486"/>
                </a:cubicBezTo>
                <a:cubicBezTo>
                  <a:pt x="1856749" y="323491"/>
                  <a:pt x="1845927" y="430123"/>
                  <a:pt x="1837237" y="628187"/>
                </a:cubicBezTo>
                <a:lnTo>
                  <a:pt x="1837237" y="628187"/>
                </a:lnTo>
                <a:cubicBezTo>
                  <a:pt x="1836845" y="707898"/>
                  <a:pt x="1824182" y="789470"/>
                  <a:pt x="1837237" y="897410"/>
                </a:cubicBezTo>
                <a:lnTo>
                  <a:pt x="1837237" y="897406"/>
                </a:lnTo>
                <a:cubicBezTo>
                  <a:pt x="1839707" y="1016238"/>
                  <a:pt x="1754741" y="1083274"/>
                  <a:pt x="1657751" y="1076892"/>
                </a:cubicBezTo>
                <a:cubicBezTo>
                  <a:pt x="1527053" y="1077489"/>
                  <a:pt x="1334941" y="1062013"/>
                  <a:pt x="1211633" y="1076892"/>
                </a:cubicBezTo>
                <a:cubicBezTo>
                  <a:pt x="1088325" y="1091771"/>
                  <a:pt x="911904" y="1089152"/>
                  <a:pt x="765515" y="1076892"/>
                </a:cubicBezTo>
                <a:cubicBezTo>
                  <a:pt x="574766" y="1221982"/>
                  <a:pt x="523377" y="1245305"/>
                  <a:pt x="343049" y="1382514"/>
                </a:cubicBezTo>
                <a:cubicBezTo>
                  <a:pt x="334022" y="1282502"/>
                  <a:pt x="302711" y="1143230"/>
                  <a:pt x="306206" y="1076892"/>
                </a:cubicBezTo>
                <a:cubicBezTo>
                  <a:pt x="246574" y="1082870"/>
                  <a:pt x="230167" y="1078895"/>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837237" h="1076892" stroke="0" extrusionOk="0">
                <a:moveTo>
                  <a:pt x="0" y="179486"/>
                </a:moveTo>
                <a:cubicBezTo>
                  <a:pt x="-3025" y="78317"/>
                  <a:pt x="82793" y="-797"/>
                  <a:pt x="179486" y="0"/>
                </a:cubicBezTo>
                <a:cubicBezTo>
                  <a:pt x="214016" y="2283"/>
                  <a:pt x="248360" y="-3123"/>
                  <a:pt x="306206" y="0"/>
                </a:cubicBezTo>
                <a:lnTo>
                  <a:pt x="306206" y="0"/>
                </a:lnTo>
                <a:cubicBezTo>
                  <a:pt x="442122" y="-4851"/>
                  <a:pt x="618047" y="10881"/>
                  <a:pt x="765515" y="0"/>
                </a:cubicBezTo>
                <a:cubicBezTo>
                  <a:pt x="984633" y="-15635"/>
                  <a:pt x="1105243" y="7815"/>
                  <a:pt x="1229478" y="0"/>
                </a:cubicBezTo>
                <a:cubicBezTo>
                  <a:pt x="1353713" y="-7815"/>
                  <a:pt x="1550633" y="-5422"/>
                  <a:pt x="1657751" y="0"/>
                </a:cubicBezTo>
                <a:cubicBezTo>
                  <a:pt x="1767562" y="6149"/>
                  <a:pt x="1835855" y="82114"/>
                  <a:pt x="1837237" y="179486"/>
                </a:cubicBezTo>
                <a:cubicBezTo>
                  <a:pt x="1824404" y="376464"/>
                  <a:pt x="1825080" y="435492"/>
                  <a:pt x="1837237" y="628187"/>
                </a:cubicBezTo>
                <a:lnTo>
                  <a:pt x="1837237" y="628187"/>
                </a:lnTo>
                <a:cubicBezTo>
                  <a:pt x="1843535" y="761825"/>
                  <a:pt x="1824182" y="828910"/>
                  <a:pt x="1837237" y="897410"/>
                </a:cubicBezTo>
                <a:lnTo>
                  <a:pt x="1837237" y="897406"/>
                </a:lnTo>
                <a:cubicBezTo>
                  <a:pt x="1823317" y="988593"/>
                  <a:pt x="1765919" y="1072034"/>
                  <a:pt x="1657751" y="1076892"/>
                </a:cubicBezTo>
                <a:cubicBezTo>
                  <a:pt x="1446867" y="1089314"/>
                  <a:pt x="1378918" y="1076130"/>
                  <a:pt x="1202711" y="1076892"/>
                </a:cubicBezTo>
                <a:cubicBezTo>
                  <a:pt x="1026504" y="1077654"/>
                  <a:pt x="923442" y="1088828"/>
                  <a:pt x="765515" y="1076892"/>
                </a:cubicBezTo>
                <a:cubicBezTo>
                  <a:pt x="595809" y="1204093"/>
                  <a:pt x="544045" y="1266652"/>
                  <a:pt x="343049" y="1382514"/>
                </a:cubicBezTo>
                <a:cubicBezTo>
                  <a:pt x="323250" y="1290206"/>
                  <a:pt x="334933" y="1217724"/>
                  <a:pt x="306206" y="1076892"/>
                </a:cubicBezTo>
                <a:cubicBezTo>
                  <a:pt x="265169" y="1073619"/>
                  <a:pt x="241654" y="1075628"/>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Pangolin" panose="00000500000000000000" pitchFamily="2" charset="0"/>
            </a:endParaRPr>
          </a:p>
          <a:p>
            <a:pPr algn="ctr"/>
            <a:r>
              <a:rPr lang="pt-BR" sz="1000" dirty="0">
                <a:solidFill>
                  <a:schemeClr val="tx1"/>
                </a:solidFill>
                <a:latin typeface="Pangolin" panose="00000500000000000000" pitchFamily="2" charset="0"/>
              </a:rPr>
              <a:t>Agora, poderíamos usar esse cenário de</a:t>
            </a:r>
            <a:r>
              <a:rPr lang="pt-BR" sz="1000" b="1" dirty="0">
                <a:solidFill>
                  <a:schemeClr val="tx1"/>
                </a:solidFill>
                <a:latin typeface="Pangolin" panose="00000500000000000000" pitchFamily="2" charset="0"/>
              </a:rPr>
              <a:t> levar a refeição certa para o cliente certo </a:t>
            </a:r>
            <a:br>
              <a:rPr lang="pt-BR" sz="1000" dirty="0">
                <a:solidFill>
                  <a:schemeClr val="tx1"/>
                </a:solidFill>
                <a:latin typeface="Pangolin" panose="00000500000000000000" pitchFamily="2" charset="0"/>
              </a:rPr>
            </a:br>
            <a:r>
              <a:rPr lang="pt-BR" sz="1000" dirty="0">
                <a:solidFill>
                  <a:schemeClr val="tx1"/>
                </a:solidFill>
                <a:latin typeface="Pangolin" panose="00000500000000000000" pitchFamily="2" charset="0"/>
              </a:rPr>
              <a:t>e tentar encontrar uma abordagem matemática para esse "problema".
</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28467" y="6863381"/>
            <a:ext cx="2001066" cy="400110"/>
          </a:xfrm>
          <a:prstGeom prst="rect">
            <a:avLst/>
          </a:prstGeom>
          <a:noFill/>
        </p:spPr>
        <p:txBody>
          <a:bodyPr wrap="square">
            <a:spAutoFit/>
          </a:bodyPr>
          <a:lstStyle/>
          <a:p>
            <a:pPr algn="ctr"/>
            <a:r>
              <a:rPr lang="pt-BR" sz="1000" dirty="0">
                <a:latin typeface="Pangolin" panose="00000500000000000000" pitchFamily="2" charset="0"/>
              </a:rPr>
              <a:t>Temos três clientes e </a:t>
            </a:r>
            <a:br>
              <a:rPr lang="pt-BR" sz="1000" dirty="0">
                <a:latin typeface="Pangolin" panose="00000500000000000000" pitchFamily="2" charset="0"/>
              </a:rPr>
            </a:br>
            <a:r>
              <a:rPr lang="pt-BR" sz="1000" dirty="0">
                <a:latin typeface="Pangolin" panose="00000500000000000000" pitchFamily="2" charset="0"/>
              </a:rPr>
              <a:t>três refeições.</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400110"/>
          </a:xfrm>
          <a:prstGeom prst="rect">
            <a:avLst/>
          </a:prstGeom>
          <a:noFill/>
        </p:spPr>
        <p:txBody>
          <a:bodyPr wrap="square">
            <a:spAutoFit/>
          </a:bodyPr>
          <a:lstStyle/>
          <a:p>
            <a:pPr algn="ctr"/>
            <a:r>
              <a:rPr lang="pt-BR" sz="1000" dirty="0">
                <a:latin typeface="Pangolin" panose="00000500000000000000" pitchFamily="2" charset="0"/>
              </a:rPr>
              <a:t>Isso significa que há nove combinações possíveis.</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94633" y="6856180"/>
            <a:ext cx="2001066" cy="400110"/>
          </a:xfrm>
          <a:prstGeom prst="rect">
            <a:avLst/>
          </a:prstGeom>
          <a:noFill/>
        </p:spPr>
        <p:txBody>
          <a:bodyPr wrap="square">
            <a:spAutoFit/>
          </a:bodyPr>
          <a:lstStyle/>
          <a:p>
            <a:pPr algn="ctr"/>
            <a:r>
              <a:rPr lang="pt-BR" sz="1000" dirty="0">
                <a:latin typeface="Pangolin" panose="00000500000000000000" pitchFamily="2" charset="0"/>
              </a:rPr>
              <a:t>        O que acontece assim que uma combinação é encontrada?</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606516" y="9167066"/>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dirty="0" err="1">
                <a:latin typeface="Pangolin" panose="00000500000000000000" pitchFamily="2" charset="0"/>
                <a:ea typeface="+mn-ea"/>
                <a:cs typeface="+mn-cs"/>
              </a:rPr>
              <a:t>Quantas</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possibilidades</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restam</a:t>
            </a:r>
            <a:r>
              <a:rPr lang="de-DE" sz="1000" dirty="0">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13" name="Group 12">
            <a:extLst>
              <a:ext uri="{FF2B5EF4-FFF2-40B4-BE49-F238E27FC236}">
                <a16:creationId xmlns:a16="http://schemas.microsoft.com/office/drawing/2014/main" id="{6347460D-C145-20FB-0382-5A08CF8B92EC}"/>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4" name="Picture 13">
              <a:extLst>
                <a:ext uri="{FF2B5EF4-FFF2-40B4-BE49-F238E27FC236}">
                  <a16:creationId xmlns:a16="http://schemas.microsoft.com/office/drawing/2014/main" id="{EE2239AC-28B8-4B10-BED2-25516258530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2" name="Group 41">
              <a:extLst>
                <a:ext uri="{FF2B5EF4-FFF2-40B4-BE49-F238E27FC236}">
                  <a16:creationId xmlns:a16="http://schemas.microsoft.com/office/drawing/2014/main" id="{20EE6C01-0B33-51F0-75AC-3B467F54DC74}"/>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3" name="Picture 42">
                <a:extLst>
                  <a:ext uri="{FF2B5EF4-FFF2-40B4-BE49-F238E27FC236}">
                    <a16:creationId xmlns:a16="http://schemas.microsoft.com/office/drawing/2014/main" id="{DBF87CFF-C5F9-80A1-4ABC-E92E1726BDF3}"/>
                  </a:ext>
                </a:extLst>
              </p:cNvPr>
              <p:cNvPicPr>
                <a:picLocks noChangeAspect="1"/>
              </p:cNvPicPr>
              <p:nvPr/>
            </p:nvPicPr>
            <p:blipFill>
              <a:blip r:embed="rId9"/>
              <a:stretch>
                <a:fillRect/>
              </a:stretch>
            </p:blipFill>
            <p:spPr>
              <a:xfrm>
                <a:off x="4063999" y="4953000"/>
                <a:ext cx="609600" cy="609600"/>
              </a:xfrm>
              <a:prstGeom prst="rect">
                <a:avLst/>
              </a:prstGeom>
            </p:spPr>
          </p:pic>
          <p:pic>
            <p:nvPicPr>
              <p:cNvPr id="50" name="Picture 49">
                <a:extLst>
                  <a:ext uri="{FF2B5EF4-FFF2-40B4-BE49-F238E27FC236}">
                    <a16:creationId xmlns:a16="http://schemas.microsoft.com/office/drawing/2014/main" id="{0361CCB8-ED77-7F1F-0AC3-4379276D6225}"/>
                  </a:ext>
                </a:extLst>
              </p:cNvPr>
              <p:cNvPicPr>
                <a:picLocks noChangeAspect="1"/>
              </p:cNvPicPr>
              <p:nvPr/>
            </p:nvPicPr>
            <p:blipFill>
              <a:blip r:embed="rId10"/>
              <a:stretch>
                <a:fillRect/>
              </a:stretch>
            </p:blipFill>
            <p:spPr>
              <a:xfrm>
                <a:off x="4705349" y="4953000"/>
                <a:ext cx="609600" cy="609600"/>
              </a:xfrm>
              <a:prstGeom prst="rect">
                <a:avLst/>
              </a:prstGeom>
            </p:spPr>
          </p:pic>
          <p:pic>
            <p:nvPicPr>
              <p:cNvPr id="57" name="Picture 56">
                <a:extLst>
                  <a:ext uri="{FF2B5EF4-FFF2-40B4-BE49-F238E27FC236}">
                    <a16:creationId xmlns:a16="http://schemas.microsoft.com/office/drawing/2014/main" id="{6C2DFF1B-365B-C596-8F67-5DF2AD33C038}"/>
                  </a:ext>
                </a:extLst>
              </p:cNvPr>
              <p:cNvPicPr>
                <a:picLocks noChangeAspect="1"/>
              </p:cNvPicPr>
              <p:nvPr/>
            </p:nvPicPr>
            <p:blipFill>
              <a:blip r:embed="rId11"/>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434817" y="7792138"/>
            <a:ext cx="581025" cy="276999"/>
          </a:xfrm>
          <a:prstGeom prst="rect">
            <a:avLst/>
          </a:prstGeom>
          <a:noFill/>
        </p:spPr>
        <p:txBody>
          <a:bodyPr wrap="square">
            <a:spAutoFit/>
          </a:bodyPr>
          <a:lstStyle/>
          <a:p>
            <a:pPr algn="ctr"/>
            <a:r>
              <a:rPr lang="en-US" sz="1200" dirty="0" err="1">
                <a:latin typeface="Pangolin" panose="00000500000000000000" pitchFamily="2" charset="0"/>
              </a:rPr>
              <a:t>salada</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62287" y="7792138"/>
            <a:ext cx="581025" cy="276999"/>
          </a:xfrm>
          <a:prstGeom prst="rect">
            <a:avLst/>
          </a:prstGeom>
          <a:noFill/>
        </p:spPr>
        <p:txBody>
          <a:bodyPr wrap="square">
            <a:spAutoFit/>
          </a:bodyPr>
          <a:lstStyle/>
          <a:p>
            <a:pPr algn="ctr"/>
            <a:r>
              <a:rPr lang="en-US" sz="1200" dirty="0" err="1">
                <a:latin typeface="Pangolin" panose="00000500000000000000" pitchFamily="2" charset="0"/>
              </a:rPr>
              <a:t>peixe</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792138"/>
            <a:ext cx="822325" cy="276999"/>
          </a:xfrm>
          <a:prstGeom prst="rect">
            <a:avLst/>
          </a:prstGeom>
          <a:noFill/>
        </p:spPr>
        <p:txBody>
          <a:bodyPr wrap="square">
            <a:spAutoFit/>
          </a:bodyPr>
          <a:lstStyle/>
          <a:p>
            <a:pPr algn="ctr"/>
            <a:r>
              <a:rPr lang="en-US" sz="1200" dirty="0">
                <a:latin typeface="Pangolin" panose="00000500000000000000" pitchFamily="2" charset="0"/>
              </a:rPr>
              <a:t>feijoada</a:t>
            </a:r>
            <a:endParaRPr lang="de-AT" sz="12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0" name="Freeform: Shape 39">
            <a:extLst>
              <a:ext uri="{FF2B5EF4-FFF2-40B4-BE49-F238E27FC236}">
                <a16:creationId xmlns:a16="http://schemas.microsoft.com/office/drawing/2014/main" id="{E575072F-E0A7-2366-748D-FC9626DA6978}"/>
              </a:ext>
              <a:ext uri="{C183D7F6-B498-43B3-948B-1728B52AA6E4}">
                <adec:decorative xmlns:adec="http://schemas.microsoft.com/office/drawing/2017/decorative" val="1"/>
              </a:ext>
            </a:extLst>
          </p:cNvPr>
          <p:cNvSpPr/>
          <p:nvPr/>
        </p:nvSpPr>
        <p:spPr>
          <a:xfrm>
            <a:off x="3420977" y="4472774"/>
            <a:ext cx="108035" cy="256483"/>
          </a:xfrm>
          <a:custGeom>
            <a:avLst/>
            <a:gdLst>
              <a:gd name="connsiteX0" fmla="*/ 72316 w 108035"/>
              <a:gd name="connsiteY0" fmla="*/ 242888 h 242983"/>
              <a:gd name="connsiteX1" fmla="*/ 67554 w 108035"/>
              <a:gd name="connsiteY1" fmla="*/ 230982 h 242983"/>
              <a:gd name="connsiteX2" fmla="*/ 55648 w 108035"/>
              <a:gd name="connsiteY2" fmla="*/ 228600 h 242983"/>
              <a:gd name="connsiteX3" fmla="*/ 48504 w 108035"/>
              <a:gd name="connsiteY3" fmla="*/ 223838 h 242983"/>
              <a:gd name="connsiteX4" fmla="*/ 41360 w 108035"/>
              <a:gd name="connsiteY4" fmla="*/ 221457 h 242983"/>
              <a:gd name="connsiteX5" fmla="*/ 31835 w 108035"/>
              <a:gd name="connsiteY5" fmla="*/ 214313 h 242983"/>
              <a:gd name="connsiteX6" fmla="*/ 27073 w 108035"/>
              <a:gd name="connsiteY6" fmla="*/ 204788 h 242983"/>
              <a:gd name="connsiteX7" fmla="*/ 19929 w 108035"/>
              <a:gd name="connsiteY7" fmla="*/ 195263 h 242983"/>
              <a:gd name="connsiteX8" fmla="*/ 17548 w 108035"/>
              <a:gd name="connsiteY8" fmla="*/ 166688 h 242983"/>
              <a:gd name="connsiteX9" fmla="*/ 10404 w 108035"/>
              <a:gd name="connsiteY9" fmla="*/ 161925 h 242983"/>
              <a:gd name="connsiteX10" fmla="*/ 3260 w 108035"/>
              <a:gd name="connsiteY10" fmla="*/ 154782 h 242983"/>
              <a:gd name="connsiteX11" fmla="*/ 5641 w 108035"/>
              <a:gd name="connsiteY11" fmla="*/ 104775 h 242983"/>
              <a:gd name="connsiteX12" fmla="*/ 8023 w 108035"/>
              <a:gd name="connsiteY12" fmla="*/ 97632 h 242983"/>
              <a:gd name="connsiteX13" fmla="*/ 17548 w 108035"/>
              <a:gd name="connsiteY13" fmla="*/ 88107 h 242983"/>
              <a:gd name="connsiteX14" fmla="*/ 24691 w 108035"/>
              <a:gd name="connsiteY14" fmla="*/ 66675 h 242983"/>
              <a:gd name="connsiteX15" fmla="*/ 27073 w 108035"/>
              <a:gd name="connsiteY15" fmla="*/ 59532 h 242983"/>
              <a:gd name="connsiteX16" fmla="*/ 29454 w 108035"/>
              <a:gd name="connsiteY16" fmla="*/ 47625 h 242983"/>
              <a:gd name="connsiteX17" fmla="*/ 31835 w 108035"/>
              <a:gd name="connsiteY17" fmla="*/ 40482 h 242983"/>
              <a:gd name="connsiteX18" fmla="*/ 34216 w 108035"/>
              <a:gd name="connsiteY18" fmla="*/ 28575 h 242983"/>
              <a:gd name="connsiteX19" fmla="*/ 41360 w 108035"/>
              <a:gd name="connsiteY19" fmla="*/ 19050 h 242983"/>
              <a:gd name="connsiteX20" fmla="*/ 46123 w 108035"/>
              <a:gd name="connsiteY20" fmla="*/ 9525 h 242983"/>
              <a:gd name="connsiteX21" fmla="*/ 65173 w 108035"/>
              <a:gd name="connsiteY21" fmla="*/ 0 h 242983"/>
              <a:gd name="connsiteX22" fmla="*/ 86604 w 108035"/>
              <a:gd name="connsiteY22" fmla="*/ 16669 h 242983"/>
              <a:gd name="connsiteX23" fmla="*/ 93748 w 108035"/>
              <a:gd name="connsiteY23" fmla="*/ 23813 h 242983"/>
              <a:gd name="connsiteX24" fmla="*/ 98510 w 108035"/>
              <a:gd name="connsiteY24" fmla="*/ 33338 h 242983"/>
              <a:gd name="connsiteX25" fmla="*/ 103273 w 108035"/>
              <a:gd name="connsiteY25" fmla="*/ 47625 h 242983"/>
              <a:gd name="connsiteX26" fmla="*/ 93748 w 108035"/>
              <a:gd name="connsiteY26" fmla="*/ 76200 h 242983"/>
              <a:gd name="connsiteX27" fmla="*/ 91366 w 108035"/>
              <a:gd name="connsiteY27" fmla="*/ 85725 h 242983"/>
              <a:gd name="connsiteX28" fmla="*/ 100891 w 108035"/>
              <a:gd name="connsiteY28" fmla="*/ 102394 h 242983"/>
              <a:gd name="connsiteX29" fmla="*/ 108035 w 108035"/>
              <a:gd name="connsiteY29" fmla="*/ 130969 h 242983"/>
              <a:gd name="connsiteX30" fmla="*/ 105654 w 108035"/>
              <a:gd name="connsiteY30" fmla="*/ 159544 h 242983"/>
              <a:gd name="connsiteX31" fmla="*/ 100891 w 108035"/>
              <a:gd name="connsiteY31" fmla="*/ 183357 h 242983"/>
              <a:gd name="connsiteX32" fmla="*/ 96129 w 108035"/>
              <a:gd name="connsiteY32" fmla="*/ 197644 h 242983"/>
              <a:gd name="connsiteX33" fmla="*/ 93748 w 108035"/>
              <a:gd name="connsiteY33" fmla="*/ 204788 h 242983"/>
              <a:gd name="connsiteX34" fmla="*/ 88985 w 108035"/>
              <a:gd name="connsiteY34" fmla="*/ 223838 h 242983"/>
              <a:gd name="connsiteX35" fmla="*/ 72316 w 108035"/>
              <a:gd name="connsiteY35" fmla="*/ 242888 h 24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035" h="242983">
                <a:moveTo>
                  <a:pt x="72316" y="242888"/>
                </a:moveTo>
                <a:cubicBezTo>
                  <a:pt x="68744" y="244079"/>
                  <a:pt x="70799" y="233764"/>
                  <a:pt x="67554" y="230982"/>
                </a:cubicBezTo>
                <a:cubicBezTo>
                  <a:pt x="64481" y="228348"/>
                  <a:pt x="59438" y="230021"/>
                  <a:pt x="55648" y="228600"/>
                </a:cubicBezTo>
                <a:cubicBezTo>
                  <a:pt x="52968" y="227595"/>
                  <a:pt x="51064" y="225118"/>
                  <a:pt x="48504" y="223838"/>
                </a:cubicBezTo>
                <a:cubicBezTo>
                  <a:pt x="46259" y="222716"/>
                  <a:pt x="43741" y="222251"/>
                  <a:pt x="41360" y="221457"/>
                </a:cubicBezTo>
                <a:cubicBezTo>
                  <a:pt x="38185" y="219076"/>
                  <a:pt x="34418" y="217326"/>
                  <a:pt x="31835" y="214313"/>
                </a:cubicBezTo>
                <a:cubicBezTo>
                  <a:pt x="29525" y="211618"/>
                  <a:pt x="28954" y="207798"/>
                  <a:pt x="27073" y="204788"/>
                </a:cubicBezTo>
                <a:cubicBezTo>
                  <a:pt x="24970" y="201422"/>
                  <a:pt x="22310" y="198438"/>
                  <a:pt x="19929" y="195263"/>
                </a:cubicBezTo>
                <a:cubicBezTo>
                  <a:pt x="19135" y="185738"/>
                  <a:pt x="20174" y="175878"/>
                  <a:pt x="17548" y="166688"/>
                </a:cubicBezTo>
                <a:cubicBezTo>
                  <a:pt x="16762" y="163936"/>
                  <a:pt x="12603" y="163757"/>
                  <a:pt x="10404" y="161925"/>
                </a:cubicBezTo>
                <a:cubicBezTo>
                  <a:pt x="7817" y="159769"/>
                  <a:pt x="5641" y="157163"/>
                  <a:pt x="3260" y="154782"/>
                </a:cubicBezTo>
                <a:cubicBezTo>
                  <a:pt x="-2203" y="132928"/>
                  <a:pt x="-388" y="144968"/>
                  <a:pt x="5641" y="104775"/>
                </a:cubicBezTo>
                <a:cubicBezTo>
                  <a:pt x="6013" y="102293"/>
                  <a:pt x="6564" y="99674"/>
                  <a:pt x="8023" y="97632"/>
                </a:cubicBezTo>
                <a:cubicBezTo>
                  <a:pt x="10633" y="93978"/>
                  <a:pt x="14373" y="91282"/>
                  <a:pt x="17548" y="88107"/>
                </a:cubicBezTo>
                <a:cubicBezTo>
                  <a:pt x="25471" y="72259"/>
                  <a:pt x="20073" y="85145"/>
                  <a:pt x="24691" y="66675"/>
                </a:cubicBezTo>
                <a:cubicBezTo>
                  <a:pt x="25300" y="64240"/>
                  <a:pt x="26464" y="61967"/>
                  <a:pt x="27073" y="59532"/>
                </a:cubicBezTo>
                <a:cubicBezTo>
                  <a:pt x="28055" y="55605"/>
                  <a:pt x="28472" y="51552"/>
                  <a:pt x="29454" y="47625"/>
                </a:cubicBezTo>
                <a:cubicBezTo>
                  <a:pt x="30063" y="45190"/>
                  <a:pt x="31226" y="42917"/>
                  <a:pt x="31835" y="40482"/>
                </a:cubicBezTo>
                <a:cubicBezTo>
                  <a:pt x="32817" y="36555"/>
                  <a:pt x="32572" y="32274"/>
                  <a:pt x="34216" y="28575"/>
                </a:cubicBezTo>
                <a:cubicBezTo>
                  <a:pt x="35828" y="24948"/>
                  <a:pt x="39256" y="22415"/>
                  <a:pt x="41360" y="19050"/>
                </a:cubicBezTo>
                <a:cubicBezTo>
                  <a:pt x="43241" y="16040"/>
                  <a:pt x="43613" y="12035"/>
                  <a:pt x="46123" y="9525"/>
                </a:cubicBezTo>
                <a:cubicBezTo>
                  <a:pt x="51745" y="3904"/>
                  <a:pt x="58215" y="2320"/>
                  <a:pt x="65173" y="0"/>
                </a:cubicBezTo>
                <a:cubicBezTo>
                  <a:pt x="78705" y="4513"/>
                  <a:pt x="70542" y="607"/>
                  <a:pt x="86604" y="16669"/>
                </a:cubicBezTo>
                <a:lnTo>
                  <a:pt x="93748" y="23813"/>
                </a:lnTo>
                <a:cubicBezTo>
                  <a:pt x="95335" y="26988"/>
                  <a:pt x="97192" y="30042"/>
                  <a:pt x="98510" y="33338"/>
                </a:cubicBezTo>
                <a:cubicBezTo>
                  <a:pt x="100374" y="37999"/>
                  <a:pt x="103273" y="47625"/>
                  <a:pt x="103273" y="47625"/>
                </a:cubicBezTo>
                <a:cubicBezTo>
                  <a:pt x="100098" y="57150"/>
                  <a:pt x="96743" y="66617"/>
                  <a:pt x="93748" y="76200"/>
                </a:cubicBezTo>
                <a:cubicBezTo>
                  <a:pt x="92772" y="79324"/>
                  <a:pt x="90960" y="82477"/>
                  <a:pt x="91366" y="85725"/>
                </a:cubicBezTo>
                <a:cubicBezTo>
                  <a:pt x="91830" y="89441"/>
                  <a:pt x="98658" y="99043"/>
                  <a:pt x="100891" y="102394"/>
                </a:cubicBezTo>
                <a:cubicBezTo>
                  <a:pt x="101748" y="105394"/>
                  <a:pt x="108035" y="125695"/>
                  <a:pt x="108035" y="130969"/>
                </a:cubicBezTo>
                <a:cubicBezTo>
                  <a:pt x="108035" y="140527"/>
                  <a:pt x="106709" y="150044"/>
                  <a:pt x="105654" y="159544"/>
                </a:cubicBezTo>
                <a:cubicBezTo>
                  <a:pt x="104896" y="166369"/>
                  <a:pt x="102980" y="176395"/>
                  <a:pt x="100891" y="183357"/>
                </a:cubicBezTo>
                <a:cubicBezTo>
                  <a:pt x="99448" y="188165"/>
                  <a:pt x="97716" y="192882"/>
                  <a:pt x="96129" y="197644"/>
                </a:cubicBezTo>
                <a:cubicBezTo>
                  <a:pt x="95335" y="200025"/>
                  <a:pt x="94240" y="202327"/>
                  <a:pt x="93748" y="204788"/>
                </a:cubicBezTo>
                <a:cubicBezTo>
                  <a:pt x="93236" y="207345"/>
                  <a:pt x="91180" y="220179"/>
                  <a:pt x="88985" y="223838"/>
                </a:cubicBezTo>
                <a:cubicBezTo>
                  <a:pt x="87830" y="225763"/>
                  <a:pt x="75888" y="241697"/>
                  <a:pt x="72316" y="2428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TextBox 38">
            <a:extLst>
              <a:ext uri="{FF2B5EF4-FFF2-40B4-BE49-F238E27FC236}">
                <a16:creationId xmlns:a16="http://schemas.microsoft.com/office/drawing/2014/main" id="{DADE333B-C085-3FAF-A32C-5C03D072FF26}"/>
              </a:ext>
              <a:ext uri="{C183D7F6-B498-43B3-948B-1728B52AA6E4}">
                <adec:decorative xmlns:adec="http://schemas.microsoft.com/office/drawing/2017/decorative" val="1"/>
              </a:ext>
            </a:extLst>
          </p:cNvPr>
          <p:cNvSpPr txBox="1"/>
          <p:nvPr/>
        </p:nvSpPr>
        <p:spPr>
          <a:xfrm>
            <a:off x="3346995" y="4447440"/>
            <a:ext cx="290464" cy="307777"/>
          </a:xfrm>
          <a:prstGeom prst="rect">
            <a:avLst/>
          </a:prstGeom>
          <a:noFill/>
        </p:spPr>
        <p:txBody>
          <a:bodyPr wrap="none" rtlCol="0">
            <a:spAutoFit/>
          </a:bodyPr>
          <a:lstStyle/>
          <a:p>
            <a:r>
              <a:rPr lang="de-DE" sz="1400" b="1" dirty="0">
                <a:latin typeface="Comic Sans MS" panose="030F0702030302020204" pitchFamily="66" charset="0"/>
              </a:rPr>
              <a:t>p</a:t>
            </a:r>
            <a:endParaRPr lang="pt-BR" sz="1400" b="1" dirty="0">
              <a:latin typeface="Comic Sans MS" panose="030F0702030302020204" pitchFamily="66" charset="0"/>
            </a:endParaRPr>
          </a:p>
        </p:txBody>
      </p:sp>
      <p:sp>
        <p:nvSpPr>
          <p:cNvPr id="41" name="Freeform: Shape 40">
            <a:extLst>
              <a:ext uri="{FF2B5EF4-FFF2-40B4-BE49-F238E27FC236}">
                <a16:creationId xmlns:a16="http://schemas.microsoft.com/office/drawing/2014/main" id="{08C3C03E-7752-E47F-77D3-66A756D73BCC}"/>
              </a:ext>
              <a:ext uri="{C183D7F6-B498-43B3-948B-1728B52AA6E4}">
                <adec:decorative xmlns:adec="http://schemas.microsoft.com/office/drawing/2017/decorative" val="1"/>
              </a:ext>
            </a:extLst>
          </p:cNvPr>
          <p:cNvSpPr/>
          <p:nvPr/>
        </p:nvSpPr>
        <p:spPr>
          <a:xfrm>
            <a:off x="3428999" y="4842778"/>
            <a:ext cx="171451" cy="191931"/>
          </a:xfrm>
          <a:custGeom>
            <a:avLst/>
            <a:gdLst>
              <a:gd name="connsiteX0" fmla="*/ 28575 w 166687"/>
              <a:gd name="connsiteY0" fmla="*/ 186422 h 191931"/>
              <a:gd name="connsiteX1" fmla="*/ 19050 w 166687"/>
              <a:gd name="connsiteY1" fmla="*/ 174516 h 191931"/>
              <a:gd name="connsiteX2" fmla="*/ 16668 w 166687"/>
              <a:gd name="connsiteY2" fmla="*/ 164991 h 191931"/>
              <a:gd name="connsiteX3" fmla="*/ 11906 w 166687"/>
              <a:gd name="connsiteY3" fmla="*/ 148322 h 191931"/>
              <a:gd name="connsiteX4" fmla="*/ 7143 w 166687"/>
              <a:gd name="connsiteY4" fmla="*/ 88791 h 191931"/>
              <a:gd name="connsiteX5" fmla="*/ 4762 w 166687"/>
              <a:gd name="connsiteY5" fmla="*/ 81647 h 191931"/>
              <a:gd name="connsiteX6" fmla="*/ 0 w 166687"/>
              <a:gd name="connsiteY6" fmla="*/ 53072 h 191931"/>
              <a:gd name="connsiteX7" fmla="*/ 2381 w 166687"/>
              <a:gd name="connsiteY7" fmla="*/ 36403 h 191931"/>
              <a:gd name="connsiteX8" fmla="*/ 4762 w 166687"/>
              <a:gd name="connsiteY8" fmla="*/ 26878 h 191931"/>
              <a:gd name="connsiteX9" fmla="*/ 11906 w 166687"/>
              <a:gd name="connsiteY9" fmla="*/ 22116 h 191931"/>
              <a:gd name="connsiteX10" fmla="*/ 19050 w 166687"/>
              <a:gd name="connsiteY10" fmla="*/ 14972 h 191931"/>
              <a:gd name="connsiteX11" fmla="*/ 38100 w 166687"/>
              <a:gd name="connsiteY11" fmla="*/ 24497 h 191931"/>
              <a:gd name="connsiteX12" fmla="*/ 54768 w 166687"/>
              <a:gd name="connsiteY12" fmla="*/ 10210 h 191931"/>
              <a:gd name="connsiteX13" fmla="*/ 61912 w 166687"/>
              <a:gd name="connsiteY13" fmla="*/ 7828 h 191931"/>
              <a:gd name="connsiteX14" fmla="*/ 104775 w 166687"/>
              <a:gd name="connsiteY14" fmla="*/ 3066 h 191931"/>
              <a:gd name="connsiteX15" fmla="*/ 133350 w 166687"/>
              <a:gd name="connsiteY15" fmla="*/ 3066 h 191931"/>
              <a:gd name="connsiteX16" fmla="*/ 147637 w 166687"/>
              <a:gd name="connsiteY16" fmla="*/ 7828 h 191931"/>
              <a:gd name="connsiteX17" fmla="*/ 161925 w 166687"/>
              <a:gd name="connsiteY17" fmla="*/ 24497 h 191931"/>
              <a:gd name="connsiteX18" fmla="*/ 166687 w 166687"/>
              <a:gd name="connsiteY18" fmla="*/ 36403 h 191931"/>
              <a:gd name="connsiteX19" fmla="*/ 159543 w 166687"/>
              <a:gd name="connsiteY19" fmla="*/ 64978 h 191931"/>
              <a:gd name="connsiteX20" fmla="*/ 161925 w 166687"/>
              <a:gd name="connsiteY20" fmla="*/ 88791 h 191931"/>
              <a:gd name="connsiteX21" fmla="*/ 166687 w 166687"/>
              <a:gd name="connsiteY21" fmla="*/ 110222 h 191931"/>
              <a:gd name="connsiteX22" fmla="*/ 164306 w 166687"/>
              <a:gd name="connsiteY22" fmla="*/ 150703 h 191931"/>
              <a:gd name="connsiteX23" fmla="*/ 159543 w 166687"/>
              <a:gd name="connsiteY23" fmla="*/ 167372 h 191931"/>
              <a:gd name="connsiteX24" fmla="*/ 154781 w 166687"/>
              <a:gd name="connsiteY24" fmla="*/ 174516 h 191931"/>
              <a:gd name="connsiteX25" fmla="*/ 140493 w 166687"/>
              <a:gd name="connsiteY25" fmla="*/ 176897 h 191931"/>
              <a:gd name="connsiteX26" fmla="*/ 130968 w 166687"/>
              <a:gd name="connsiteY26" fmla="*/ 179278 h 191931"/>
              <a:gd name="connsiteX27" fmla="*/ 97631 w 166687"/>
              <a:gd name="connsiteY27" fmla="*/ 186422 h 191931"/>
              <a:gd name="connsiteX28" fmla="*/ 85725 w 166687"/>
              <a:gd name="connsiteY28" fmla="*/ 188803 h 191931"/>
              <a:gd name="connsiteX29" fmla="*/ 52387 w 166687"/>
              <a:gd name="connsiteY29" fmla="*/ 191185 h 191931"/>
              <a:gd name="connsiteX30" fmla="*/ 28575 w 166687"/>
              <a:gd name="connsiteY30" fmla="*/ 186422 h 1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6687" h="191931">
                <a:moveTo>
                  <a:pt x="28575" y="186422"/>
                </a:moveTo>
                <a:cubicBezTo>
                  <a:pt x="23019" y="183644"/>
                  <a:pt x="21518" y="178959"/>
                  <a:pt x="19050" y="174516"/>
                </a:cubicBezTo>
                <a:cubicBezTo>
                  <a:pt x="17461" y="171655"/>
                  <a:pt x="17567" y="168138"/>
                  <a:pt x="16668" y="164991"/>
                </a:cubicBezTo>
                <a:cubicBezTo>
                  <a:pt x="9846" y="141118"/>
                  <a:pt x="19336" y="178046"/>
                  <a:pt x="11906" y="148322"/>
                </a:cubicBezTo>
                <a:cubicBezTo>
                  <a:pt x="10940" y="130935"/>
                  <a:pt x="10872" y="107435"/>
                  <a:pt x="7143" y="88791"/>
                </a:cubicBezTo>
                <a:cubicBezTo>
                  <a:pt x="6651" y="86330"/>
                  <a:pt x="5254" y="84108"/>
                  <a:pt x="4762" y="81647"/>
                </a:cubicBezTo>
                <a:cubicBezTo>
                  <a:pt x="2868" y="72178"/>
                  <a:pt x="0" y="53072"/>
                  <a:pt x="0" y="53072"/>
                </a:cubicBezTo>
                <a:cubicBezTo>
                  <a:pt x="794" y="47516"/>
                  <a:pt x="1377" y="41925"/>
                  <a:pt x="2381" y="36403"/>
                </a:cubicBezTo>
                <a:cubicBezTo>
                  <a:pt x="2966" y="33183"/>
                  <a:pt x="2947" y="29601"/>
                  <a:pt x="4762" y="26878"/>
                </a:cubicBezTo>
                <a:cubicBezTo>
                  <a:pt x="6350" y="24497"/>
                  <a:pt x="9707" y="23948"/>
                  <a:pt x="11906" y="22116"/>
                </a:cubicBezTo>
                <a:cubicBezTo>
                  <a:pt x="14493" y="19960"/>
                  <a:pt x="16669" y="17353"/>
                  <a:pt x="19050" y="14972"/>
                </a:cubicBezTo>
                <a:cubicBezTo>
                  <a:pt x="23083" y="17997"/>
                  <a:pt x="31412" y="26169"/>
                  <a:pt x="38100" y="24497"/>
                </a:cubicBezTo>
                <a:cubicBezTo>
                  <a:pt x="45037" y="22763"/>
                  <a:pt x="49300" y="13856"/>
                  <a:pt x="54768" y="10210"/>
                </a:cubicBezTo>
                <a:cubicBezTo>
                  <a:pt x="56857" y="8818"/>
                  <a:pt x="59498" y="8518"/>
                  <a:pt x="61912" y="7828"/>
                </a:cubicBezTo>
                <a:cubicBezTo>
                  <a:pt x="78852" y="2988"/>
                  <a:pt x="79724" y="4855"/>
                  <a:pt x="104775" y="3066"/>
                </a:cubicBezTo>
                <a:cubicBezTo>
                  <a:pt x="117345" y="-1124"/>
                  <a:pt x="113411" y="-921"/>
                  <a:pt x="133350" y="3066"/>
                </a:cubicBezTo>
                <a:cubicBezTo>
                  <a:pt x="138272" y="4050"/>
                  <a:pt x="147637" y="7828"/>
                  <a:pt x="147637" y="7828"/>
                </a:cubicBezTo>
                <a:cubicBezTo>
                  <a:pt x="153050" y="13241"/>
                  <a:pt x="158107" y="17625"/>
                  <a:pt x="161925" y="24497"/>
                </a:cubicBezTo>
                <a:cubicBezTo>
                  <a:pt x="164001" y="28233"/>
                  <a:pt x="165100" y="32434"/>
                  <a:pt x="166687" y="36403"/>
                </a:cubicBezTo>
                <a:cubicBezTo>
                  <a:pt x="164306" y="45928"/>
                  <a:pt x="160432" y="55200"/>
                  <a:pt x="159543" y="64978"/>
                </a:cubicBezTo>
                <a:cubicBezTo>
                  <a:pt x="158821" y="72923"/>
                  <a:pt x="160871" y="80884"/>
                  <a:pt x="161925" y="88791"/>
                </a:cubicBezTo>
                <a:cubicBezTo>
                  <a:pt x="162789" y="95270"/>
                  <a:pt x="165070" y="103754"/>
                  <a:pt x="166687" y="110222"/>
                </a:cubicBezTo>
                <a:cubicBezTo>
                  <a:pt x="165893" y="123716"/>
                  <a:pt x="165587" y="137247"/>
                  <a:pt x="164306" y="150703"/>
                </a:cubicBezTo>
                <a:cubicBezTo>
                  <a:pt x="164126" y="152592"/>
                  <a:pt x="160805" y="164848"/>
                  <a:pt x="159543" y="167372"/>
                </a:cubicBezTo>
                <a:cubicBezTo>
                  <a:pt x="158263" y="169932"/>
                  <a:pt x="157341" y="173236"/>
                  <a:pt x="154781" y="174516"/>
                </a:cubicBezTo>
                <a:cubicBezTo>
                  <a:pt x="150462" y="176675"/>
                  <a:pt x="145228" y="175950"/>
                  <a:pt x="140493" y="176897"/>
                </a:cubicBezTo>
                <a:cubicBezTo>
                  <a:pt x="137284" y="177539"/>
                  <a:pt x="134125" y="178417"/>
                  <a:pt x="130968" y="179278"/>
                </a:cubicBezTo>
                <a:cubicBezTo>
                  <a:pt x="101024" y="187445"/>
                  <a:pt x="127673" y="181415"/>
                  <a:pt x="97631" y="186422"/>
                </a:cubicBezTo>
                <a:cubicBezTo>
                  <a:pt x="93639" y="187087"/>
                  <a:pt x="89750" y="188379"/>
                  <a:pt x="85725" y="188803"/>
                </a:cubicBezTo>
                <a:cubicBezTo>
                  <a:pt x="74645" y="189969"/>
                  <a:pt x="63500" y="190391"/>
                  <a:pt x="52387" y="191185"/>
                </a:cubicBezTo>
                <a:cubicBezTo>
                  <a:pt x="39703" y="193722"/>
                  <a:pt x="34131" y="189200"/>
                  <a:pt x="28575" y="1864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TextBox 41">
            <a:extLst>
              <a:ext uri="{FF2B5EF4-FFF2-40B4-BE49-F238E27FC236}">
                <a16:creationId xmlns:a16="http://schemas.microsoft.com/office/drawing/2014/main" id="{2B89E0B4-634D-6D06-1239-45479E79FD1A}"/>
              </a:ext>
              <a:ext uri="{C183D7F6-B498-43B3-948B-1728B52AA6E4}">
                <adec:decorative xmlns:adec="http://schemas.microsoft.com/office/drawing/2017/decorative" val="1"/>
              </a:ext>
            </a:extLst>
          </p:cNvPr>
          <p:cNvSpPr txBox="1"/>
          <p:nvPr/>
        </p:nvSpPr>
        <p:spPr>
          <a:xfrm>
            <a:off x="3372459" y="4796944"/>
            <a:ext cx="277640" cy="307777"/>
          </a:xfrm>
          <a:prstGeom prst="rect">
            <a:avLst/>
          </a:prstGeom>
          <a:noFill/>
        </p:spPr>
        <p:txBody>
          <a:bodyPr wrap="none" rtlCol="0">
            <a:spAutoFit/>
          </a:bodyPr>
          <a:lstStyle/>
          <a:p>
            <a:r>
              <a:rPr lang="de-DE" sz="1400" b="1" i="1" dirty="0">
                <a:latin typeface="Comic Sans MS" panose="030F0702030302020204" pitchFamily="66" charset="0"/>
              </a:rPr>
              <a:t>f</a:t>
            </a:r>
            <a:endParaRPr lang="pt-BR" sz="1400" b="1" i="1" dirty="0">
              <a:latin typeface="Comic Sans MS" panose="030F0702030302020204" pitchFamily="66" charset="0"/>
            </a:endParaRPr>
          </a:p>
        </p:txBody>
      </p:sp>
      <p:sp>
        <p:nvSpPr>
          <p:cNvPr id="43" name="Freeform: Shape 42">
            <a:extLst>
              <a:ext uri="{FF2B5EF4-FFF2-40B4-BE49-F238E27FC236}">
                <a16:creationId xmlns:a16="http://schemas.microsoft.com/office/drawing/2014/main" id="{1183503B-7856-3B11-B394-2BBB15C58451}"/>
              </a:ext>
              <a:ext uri="{C183D7F6-B498-43B3-948B-1728B52AA6E4}">
                <adec:decorative xmlns:adec="http://schemas.microsoft.com/office/drawing/2017/decorative" val="1"/>
              </a:ext>
            </a:extLst>
          </p:cNvPr>
          <p:cNvSpPr/>
          <p:nvPr/>
        </p:nvSpPr>
        <p:spPr>
          <a:xfrm>
            <a:off x="3152900" y="9044940"/>
            <a:ext cx="276827" cy="464820"/>
          </a:xfrm>
          <a:custGeom>
            <a:avLst/>
            <a:gdLst>
              <a:gd name="connsiteX0" fmla="*/ 1780 w 276827"/>
              <a:gd name="connsiteY0" fmla="*/ 304800 h 464820"/>
              <a:gd name="connsiteX1" fmla="*/ 47500 w 276827"/>
              <a:gd name="connsiteY1" fmla="*/ 449580 h 464820"/>
              <a:gd name="connsiteX2" fmla="*/ 93220 w 276827"/>
              <a:gd name="connsiteY2" fmla="*/ 464820 h 464820"/>
              <a:gd name="connsiteX3" fmla="*/ 169420 w 276827"/>
              <a:gd name="connsiteY3" fmla="*/ 449580 h 464820"/>
              <a:gd name="connsiteX4" fmla="*/ 253240 w 276827"/>
              <a:gd name="connsiteY4" fmla="*/ 396240 h 464820"/>
              <a:gd name="connsiteX5" fmla="*/ 268480 w 276827"/>
              <a:gd name="connsiteY5" fmla="*/ 365760 h 464820"/>
              <a:gd name="connsiteX6" fmla="*/ 268480 w 276827"/>
              <a:gd name="connsiteY6" fmla="*/ 83820 h 464820"/>
              <a:gd name="connsiteX7" fmla="*/ 260860 w 276827"/>
              <a:gd name="connsiteY7" fmla="*/ 53340 h 464820"/>
              <a:gd name="connsiteX8" fmla="*/ 238000 w 276827"/>
              <a:gd name="connsiteY8" fmla="*/ 22860 h 464820"/>
              <a:gd name="connsiteX9" fmla="*/ 222760 w 276827"/>
              <a:gd name="connsiteY9" fmla="*/ 0 h 464820"/>
              <a:gd name="connsiteX10" fmla="*/ 131320 w 276827"/>
              <a:gd name="connsiteY10" fmla="*/ 15240 h 464820"/>
              <a:gd name="connsiteX11" fmla="*/ 108460 w 276827"/>
              <a:gd name="connsiteY11" fmla="*/ 22860 h 464820"/>
              <a:gd name="connsiteX12" fmla="*/ 85600 w 276827"/>
              <a:gd name="connsiteY12" fmla="*/ 45720 h 464820"/>
              <a:gd name="connsiteX13" fmla="*/ 62740 w 276827"/>
              <a:gd name="connsiteY13" fmla="*/ 76200 h 464820"/>
              <a:gd name="connsiteX14" fmla="*/ 47500 w 276827"/>
              <a:gd name="connsiteY14" fmla="*/ 114300 h 464820"/>
              <a:gd name="connsiteX15" fmla="*/ 32260 w 276827"/>
              <a:gd name="connsiteY15" fmla="*/ 167640 h 464820"/>
              <a:gd name="connsiteX16" fmla="*/ 17020 w 276827"/>
              <a:gd name="connsiteY16" fmla="*/ 228600 h 464820"/>
              <a:gd name="connsiteX17" fmla="*/ 9400 w 276827"/>
              <a:gd name="connsiteY17" fmla="*/ 259080 h 464820"/>
              <a:gd name="connsiteX18" fmla="*/ 1780 w 276827"/>
              <a:gd name="connsiteY18" fmla="*/ 30480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6827" h="464820">
                <a:moveTo>
                  <a:pt x="1780" y="304800"/>
                </a:moveTo>
                <a:cubicBezTo>
                  <a:pt x="8130" y="336550"/>
                  <a:pt x="-19221" y="413187"/>
                  <a:pt x="47500" y="449580"/>
                </a:cubicBezTo>
                <a:cubicBezTo>
                  <a:pt x="61603" y="457272"/>
                  <a:pt x="77980" y="459740"/>
                  <a:pt x="93220" y="464820"/>
                </a:cubicBezTo>
                <a:cubicBezTo>
                  <a:pt x="118620" y="459740"/>
                  <a:pt x="144846" y="457771"/>
                  <a:pt x="169420" y="449580"/>
                </a:cubicBezTo>
                <a:cubicBezTo>
                  <a:pt x="198215" y="439982"/>
                  <a:pt x="234145" y="422973"/>
                  <a:pt x="253240" y="396240"/>
                </a:cubicBezTo>
                <a:cubicBezTo>
                  <a:pt x="259842" y="386997"/>
                  <a:pt x="263400" y="375920"/>
                  <a:pt x="268480" y="365760"/>
                </a:cubicBezTo>
                <a:cubicBezTo>
                  <a:pt x="278335" y="227788"/>
                  <a:pt x="280816" y="250354"/>
                  <a:pt x="268480" y="83820"/>
                </a:cubicBezTo>
                <a:cubicBezTo>
                  <a:pt x="267706" y="73376"/>
                  <a:pt x="265544" y="62707"/>
                  <a:pt x="260860" y="53340"/>
                </a:cubicBezTo>
                <a:cubicBezTo>
                  <a:pt x="255180" y="41981"/>
                  <a:pt x="245382" y="33194"/>
                  <a:pt x="238000" y="22860"/>
                </a:cubicBezTo>
                <a:cubicBezTo>
                  <a:pt x="232677" y="15408"/>
                  <a:pt x="227840" y="7620"/>
                  <a:pt x="222760" y="0"/>
                </a:cubicBezTo>
                <a:cubicBezTo>
                  <a:pt x="192280" y="5080"/>
                  <a:pt x="161620" y="9180"/>
                  <a:pt x="131320" y="15240"/>
                </a:cubicBezTo>
                <a:cubicBezTo>
                  <a:pt x="123444" y="16815"/>
                  <a:pt x="115143" y="18405"/>
                  <a:pt x="108460" y="22860"/>
                </a:cubicBezTo>
                <a:cubicBezTo>
                  <a:pt x="99494" y="28838"/>
                  <a:pt x="92613" y="37538"/>
                  <a:pt x="85600" y="45720"/>
                </a:cubicBezTo>
                <a:cubicBezTo>
                  <a:pt x="77335" y="55363"/>
                  <a:pt x="68908" y="65098"/>
                  <a:pt x="62740" y="76200"/>
                </a:cubicBezTo>
                <a:cubicBezTo>
                  <a:pt x="56097" y="88157"/>
                  <a:pt x="52303" y="101493"/>
                  <a:pt x="47500" y="114300"/>
                </a:cubicBezTo>
                <a:cubicBezTo>
                  <a:pt x="36538" y="143532"/>
                  <a:pt x="41868" y="134013"/>
                  <a:pt x="32260" y="167640"/>
                </a:cubicBezTo>
                <a:cubicBezTo>
                  <a:pt x="11835" y="239127"/>
                  <a:pt x="40258" y="124028"/>
                  <a:pt x="17020" y="228600"/>
                </a:cubicBezTo>
                <a:cubicBezTo>
                  <a:pt x="14748" y="238823"/>
                  <a:pt x="10557" y="248671"/>
                  <a:pt x="9400" y="259080"/>
                </a:cubicBezTo>
                <a:cubicBezTo>
                  <a:pt x="7998" y="271702"/>
                  <a:pt x="-4570" y="273050"/>
                  <a:pt x="1780" y="3048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reeform: Shape 43">
            <a:extLst>
              <a:ext uri="{FF2B5EF4-FFF2-40B4-BE49-F238E27FC236}">
                <a16:creationId xmlns:a16="http://schemas.microsoft.com/office/drawing/2014/main" id="{3B4F65E4-2FC0-F700-8825-30B0964300C6}"/>
              </a:ext>
              <a:ext uri="{C183D7F6-B498-43B3-948B-1728B52AA6E4}">
                <adec:decorative xmlns:adec="http://schemas.microsoft.com/office/drawing/2017/decorative" val="1"/>
              </a:ext>
            </a:extLst>
          </p:cNvPr>
          <p:cNvSpPr/>
          <p:nvPr/>
        </p:nvSpPr>
        <p:spPr>
          <a:xfrm>
            <a:off x="3926843" y="9098280"/>
            <a:ext cx="431797" cy="320040"/>
          </a:xfrm>
          <a:custGeom>
            <a:avLst/>
            <a:gdLst>
              <a:gd name="connsiteX0" fmla="*/ 5077 w 431797"/>
              <a:gd name="connsiteY0" fmla="*/ 205740 h 320040"/>
              <a:gd name="connsiteX1" fmla="*/ 20317 w 431797"/>
              <a:gd name="connsiteY1" fmla="*/ 167640 h 320040"/>
              <a:gd name="connsiteX2" fmla="*/ 66037 w 431797"/>
              <a:gd name="connsiteY2" fmla="*/ 7620 h 320040"/>
              <a:gd name="connsiteX3" fmla="*/ 96517 w 431797"/>
              <a:gd name="connsiteY3" fmla="*/ 0 h 320040"/>
              <a:gd name="connsiteX4" fmla="*/ 325117 w 431797"/>
              <a:gd name="connsiteY4" fmla="*/ 7620 h 320040"/>
              <a:gd name="connsiteX5" fmla="*/ 347977 w 431797"/>
              <a:gd name="connsiteY5" fmla="*/ 22860 h 320040"/>
              <a:gd name="connsiteX6" fmla="*/ 378457 w 431797"/>
              <a:gd name="connsiteY6" fmla="*/ 38100 h 320040"/>
              <a:gd name="connsiteX7" fmla="*/ 393697 w 431797"/>
              <a:gd name="connsiteY7" fmla="*/ 68580 h 320040"/>
              <a:gd name="connsiteX8" fmla="*/ 416557 w 431797"/>
              <a:gd name="connsiteY8" fmla="*/ 91440 h 320040"/>
              <a:gd name="connsiteX9" fmla="*/ 431797 w 431797"/>
              <a:gd name="connsiteY9" fmla="*/ 152400 h 320040"/>
              <a:gd name="connsiteX10" fmla="*/ 424177 w 431797"/>
              <a:gd name="connsiteY10" fmla="*/ 236220 h 320040"/>
              <a:gd name="connsiteX11" fmla="*/ 401317 w 431797"/>
              <a:gd name="connsiteY11" fmla="*/ 274320 h 320040"/>
              <a:gd name="connsiteX12" fmla="*/ 386077 w 431797"/>
              <a:gd name="connsiteY12" fmla="*/ 297180 h 320040"/>
              <a:gd name="connsiteX13" fmla="*/ 302257 w 431797"/>
              <a:gd name="connsiteY13" fmla="*/ 320040 h 320040"/>
              <a:gd name="connsiteX14" fmla="*/ 50797 w 431797"/>
              <a:gd name="connsiteY14" fmla="*/ 312420 h 320040"/>
              <a:gd name="connsiteX15" fmla="*/ 20317 w 431797"/>
              <a:gd name="connsiteY15" fmla="*/ 289560 h 320040"/>
              <a:gd name="connsiteX16" fmla="*/ 5077 w 431797"/>
              <a:gd name="connsiteY16" fmla="*/ 251460 h 320040"/>
              <a:gd name="connsiteX17" fmla="*/ 5077 w 431797"/>
              <a:gd name="connsiteY17" fmla="*/ 205740 h 32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1797" h="320040">
                <a:moveTo>
                  <a:pt x="5077" y="205740"/>
                </a:moveTo>
                <a:cubicBezTo>
                  <a:pt x="7617" y="191770"/>
                  <a:pt x="18383" y="181181"/>
                  <a:pt x="20317" y="167640"/>
                </a:cubicBezTo>
                <a:cubicBezTo>
                  <a:pt x="33496" y="75388"/>
                  <a:pt x="-2814" y="53520"/>
                  <a:pt x="66037" y="7620"/>
                </a:cubicBezTo>
                <a:cubicBezTo>
                  <a:pt x="74751" y="1811"/>
                  <a:pt x="86357" y="2540"/>
                  <a:pt x="96517" y="0"/>
                </a:cubicBezTo>
                <a:cubicBezTo>
                  <a:pt x="172717" y="2540"/>
                  <a:pt x="249188" y="717"/>
                  <a:pt x="325117" y="7620"/>
                </a:cubicBezTo>
                <a:cubicBezTo>
                  <a:pt x="334237" y="8449"/>
                  <a:pt x="340026" y="18316"/>
                  <a:pt x="347977" y="22860"/>
                </a:cubicBezTo>
                <a:cubicBezTo>
                  <a:pt x="357840" y="28496"/>
                  <a:pt x="368297" y="33020"/>
                  <a:pt x="378457" y="38100"/>
                </a:cubicBezTo>
                <a:cubicBezTo>
                  <a:pt x="383537" y="48260"/>
                  <a:pt x="387095" y="59337"/>
                  <a:pt x="393697" y="68580"/>
                </a:cubicBezTo>
                <a:cubicBezTo>
                  <a:pt x="399961" y="77349"/>
                  <a:pt x="412098" y="81630"/>
                  <a:pt x="416557" y="91440"/>
                </a:cubicBezTo>
                <a:cubicBezTo>
                  <a:pt x="425224" y="110508"/>
                  <a:pt x="431797" y="152400"/>
                  <a:pt x="431797" y="152400"/>
                </a:cubicBezTo>
                <a:cubicBezTo>
                  <a:pt x="429257" y="180340"/>
                  <a:pt x="430981" y="209002"/>
                  <a:pt x="424177" y="236220"/>
                </a:cubicBezTo>
                <a:cubicBezTo>
                  <a:pt x="420585" y="250588"/>
                  <a:pt x="409167" y="261761"/>
                  <a:pt x="401317" y="274320"/>
                </a:cubicBezTo>
                <a:cubicBezTo>
                  <a:pt x="396463" y="282086"/>
                  <a:pt x="393843" y="292326"/>
                  <a:pt x="386077" y="297180"/>
                </a:cubicBezTo>
                <a:cubicBezTo>
                  <a:pt x="367879" y="308554"/>
                  <a:pt x="324015" y="315688"/>
                  <a:pt x="302257" y="320040"/>
                </a:cubicBezTo>
                <a:cubicBezTo>
                  <a:pt x="218437" y="317500"/>
                  <a:pt x="134170" y="321433"/>
                  <a:pt x="50797" y="312420"/>
                </a:cubicBezTo>
                <a:cubicBezTo>
                  <a:pt x="38171" y="311055"/>
                  <a:pt x="27937" y="299720"/>
                  <a:pt x="20317" y="289560"/>
                </a:cubicBezTo>
                <a:cubicBezTo>
                  <a:pt x="12110" y="278617"/>
                  <a:pt x="9880" y="264267"/>
                  <a:pt x="5077" y="251460"/>
                </a:cubicBezTo>
                <a:cubicBezTo>
                  <a:pt x="-4953" y="224714"/>
                  <a:pt x="2537" y="219710"/>
                  <a:pt x="5077" y="2057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TextBox 44">
            <a:extLst>
              <a:ext uri="{FF2B5EF4-FFF2-40B4-BE49-F238E27FC236}">
                <a16:creationId xmlns:a16="http://schemas.microsoft.com/office/drawing/2014/main" id="{A92BA8F3-21C7-E953-90BD-1DA766EDDFFA}"/>
              </a:ext>
              <a:ext uri="{C183D7F6-B498-43B3-948B-1728B52AA6E4}">
                <adec:decorative xmlns:adec="http://schemas.microsoft.com/office/drawing/2017/decorative" val="1"/>
              </a:ext>
            </a:extLst>
          </p:cNvPr>
          <p:cNvSpPr txBox="1"/>
          <p:nvPr/>
        </p:nvSpPr>
        <p:spPr>
          <a:xfrm rot="21182959">
            <a:off x="3183605" y="9099336"/>
            <a:ext cx="293670" cy="338554"/>
          </a:xfrm>
          <a:prstGeom prst="rect">
            <a:avLst/>
          </a:prstGeom>
          <a:noFill/>
        </p:spPr>
        <p:txBody>
          <a:bodyPr wrap="none" rtlCol="0">
            <a:spAutoFit/>
          </a:bodyPr>
          <a:lstStyle/>
          <a:p>
            <a:r>
              <a:rPr lang="de-DE" sz="1600" dirty="0">
                <a:latin typeface="Comic Sans MS" panose="030F0702030302020204" pitchFamily="66" charset="0"/>
              </a:rPr>
              <a:t>p</a:t>
            </a:r>
            <a:endParaRPr lang="pt-BR" sz="1600" dirty="0">
              <a:latin typeface="Comic Sans MS" panose="030F0702030302020204" pitchFamily="66" charset="0"/>
            </a:endParaRPr>
          </a:p>
        </p:txBody>
      </p:sp>
      <p:sp>
        <p:nvSpPr>
          <p:cNvPr id="46" name="TextBox 45">
            <a:extLst>
              <a:ext uri="{FF2B5EF4-FFF2-40B4-BE49-F238E27FC236}">
                <a16:creationId xmlns:a16="http://schemas.microsoft.com/office/drawing/2014/main" id="{44074C68-63DF-5B05-92BD-082BE3100A1D}"/>
              </a:ext>
              <a:ext uri="{C183D7F6-B498-43B3-948B-1728B52AA6E4}">
                <adec:decorative xmlns:adec="http://schemas.microsoft.com/office/drawing/2017/decorative" val="1"/>
              </a:ext>
            </a:extLst>
          </p:cNvPr>
          <p:cNvSpPr txBox="1"/>
          <p:nvPr/>
        </p:nvSpPr>
        <p:spPr>
          <a:xfrm>
            <a:off x="3793781" y="9142975"/>
            <a:ext cx="288862" cy="338554"/>
          </a:xfrm>
          <a:prstGeom prst="rect">
            <a:avLst/>
          </a:prstGeom>
          <a:noFill/>
        </p:spPr>
        <p:txBody>
          <a:bodyPr wrap="none" rtlCol="0">
            <a:spAutoFit/>
          </a:bodyPr>
          <a:lstStyle/>
          <a:p>
            <a:r>
              <a:rPr lang="de-DE" sz="1600" i="1" dirty="0">
                <a:latin typeface="Comic Sans MS" panose="030F0702030302020204" pitchFamily="66" charset="0"/>
              </a:rPr>
              <a:t>f</a:t>
            </a:r>
            <a:endParaRPr lang="pt-BR" sz="1600" i="1" dirty="0">
              <a:latin typeface="Comic Sans MS" panose="030F0702030302020204" pitchFamily="66" charset="0"/>
            </a:endParaRPr>
          </a:p>
        </p:txBody>
      </p:sp>
      <p:sp>
        <p:nvSpPr>
          <p:cNvPr id="47" name="Freeform: Shape 46">
            <a:extLst>
              <a:ext uri="{FF2B5EF4-FFF2-40B4-BE49-F238E27FC236}">
                <a16:creationId xmlns:a16="http://schemas.microsoft.com/office/drawing/2014/main" id="{46CE7097-9F5C-5142-CA2F-7BDB973F03B7}"/>
              </a:ext>
              <a:ext uri="{C183D7F6-B498-43B3-948B-1728B52AA6E4}">
                <adec:decorative xmlns:adec="http://schemas.microsoft.com/office/drawing/2017/decorative" val="1"/>
              </a:ext>
            </a:extLst>
          </p:cNvPr>
          <p:cNvSpPr/>
          <p:nvPr/>
        </p:nvSpPr>
        <p:spPr>
          <a:xfrm>
            <a:off x="5545551" y="9014460"/>
            <a:ext cx="222789" cy="383902"/>
          </a:xfrm>
          <a:custGeom>
            <a:avLst/>
            <a:gdLst>
              <a:gd name="connsiteX0" fmla="*/ 9429 w 222789"/>
              <a:gd name="connsiteY0" fmla="*/ 365760 h 383902"/>
              <a:gd name="connsiteX1" fmla="*/ 1809 w 222789"/>
              <a:gd name="connsiteY1" fmla="*/ 129540 h 383902"/>
              <a:gd name="connsiteX2" fmla="*/ 17049 w 222789"/>
              <a:gd name="connsiteY2" fmla="*/ 53340 h 383902"/>
              <a:gd name="connsiteX3" fmla="*/ 47529 w 222789"/>
              <a:gd name="connsiteY3" fmla="*/ 38100 h 383902"/>
              <a:gd name="connsiteX4" fmla="*/ 131349 w 222789"/>
              <a:gd name="connsiteY4" fmla="*/ 0 h 383902"/>
              <a:gd name="connsiteX5" fmla="*/ 199929 w 222789"/>
              <a:gd name="connsiteY5" fmla="*/ 22860 h 383902"/>
              <a:gd name="connsiteX6" fmla="*/ 222789 w 222789"/>
              <a:gd name="connsiteY6" fmla="*/ 114300 h 383902"/>
              <a:gd name="connsiteX7" fmla="*/ 207549 w 222789"/>
              <a:gd name="connsiteY7" fmla="*/ 144780 h 383902"/>
              <a:gd name="connsiteX8" fmla="*/ 192309 w 222789"/>
              <a:gd name="connsiteY8" fmla="*/ 190500 h 383902"/>
              <a:gd name="connsiteX9" fmla="*/ 169449 w 222789"/>
              <a:gd name="connsiteY9" fmla="*/ 213360 h 383902"/>
              <a:gd name="connsiteX10" fmla="*/ 146589 w 222789"/>
              <a:gd name="connsiteY10" fmla="*/ 266700 h 383902"/>
              <a:gd name="connsiteX11" fmla="*/ 138969 w 222789"/>
              <a:gd name="connsiteY11" fmla="*/ 304800 h 383902"/>
              <a:gd name="connsiteX12" fmla="*/ 131349 w 222789"/>
              <a:gd name="connsiteY12" fmla="*/ 358140 h 383902"/>
              <a:gd name="connsiteX13" fmla="*/ 78009 w 222789"/>
              <a:gd name="connsiteY13" fmla="*/ 373380 h 383902"/>
              <a:gd name="connsiteX14" fmla="*/ 9429 w 222789"/>
              <a:gd name="connsiteY14" fmla="*/ 365760 h 38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2789" h="383902">
                <a:moveTo>
                  <a:pt x="9429" y="365760"/>
                </a:moveTo>
                <a:cubicBezTo>
                  <a:pt x="-3271" y="325120"/>
                  <a:pt x="-112" y="208298"/>
                  <a:pt x="1809" y="129540"/>
                </a:cubicBezTo>
                <a:cubicBezTo>
                  <a:pt x="2441" y="103645"/>
                  <a:pt x="5465" y="76508"/>
                  <a:pt x="17049" y="53340"/>
                </a:cubicBezTo>
                <a:cubicBezTo>
                  <a:pt x="22129" y="43180"/>
                  <a:pt x="36982" y="42319"/>
                  <a:pt x="47529" y="38100"/>
                </a:cubicBezTo>
                <a:cubicBezTo>
                  <a:pt x="127223" y="6222"/>
                  <a:pt x="61105" y="42146"/>
                  <a:pt x="131349" y="0"/>
                </a:cubicBezTo>
                <a:cubicBezTo>
                  <a:pt x="154209" y="7620"/>
                  <a:pt x="180441" y="8687"/>
                  <a:pt x="199929" y="22860"/>
                </a:cubicBezTo>
                <a:cubicBezTo>
                  <a:pt x="215647" y="34291"/>
                  <a:pt x="221365" y="104333"/>
                  <a:pt x="222789" y="114300"/>
                </a:cubicBezTo>
                <a:cubicBezTo>
                  <a:pt x="217709" y="124460"/>
                  <a:pt x="211768" y="134233"/>
                  <a:pt x="207549" y="144780"/>
                </a:cubicBezTo>
                <a:cubicBezTo>
                  <a:pt x="201583" y="159695"/>
                  <a:pt x="203668" y="179141"/>
                  <a:pt x="192309" y="190500"/>
                </a:cubicBezTo>
                <a:cubicBezTo>
                  <a:pt x="184689" y="198120"/>
                  <a:pt x="175713" y="204591"/>
                  <a:pt x="169449" y="213360"/>
                </a:cubicBezTo>
                <a:cubicBezTo>
                  <a:pt x="161061" y="225103"/>
                  <a:pt x="150416" y="251393"/>
                  <a:pt x="146589" y="266700"/>
                </a:cubicBezTo>
                <a:cubicBezTo>
                  <a:pt x="143448" y="279265"/>
                  <a:pt x="141098" y="292025"/>
                  <a:pt x="138969" y="304800"/>
                </a:cubicBezTo>
                <a:cubicBezTo>
                  <a:pt x="136016" y="322516"/>
                  <a:pt x="143281" y="344716"/>
                  <a:pt x="131349" y="358140"/>
                </a:cubicBezTo>
                <a:cubicBezTo>
                  <a:pt x="119064" y="371961"/>
                  <a:pt x="95789" y="368300"/>
                  <a:pt x="78009" y="373380"/>
                </a:cubicBezTo>
                <a:cubicBezTo>
                  <a:pt x="26687" y="364826"/>
                  <a:pt x="22129" y="406400"/>
                  <a:pt x="9429" y="3657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reeform: Shape 47">
            <a:extLst>
              <a:ext uri="{FF2B5EF4-FFF2-40B4-BE49-F238E27FC236}">
                <a16:creationId xmlns:a16="http://schemas.microsoft.com/office/drawing/2014/main" id="{A5FA4257-FD1D-A2D9-6B6A-F9C651D0081F}"/>
              </a:ext>
              <a:ext uri="{C183D7F6-B498-43B3-948B-1728B52AA6E4}">
                <adec:decorative xmlns:adec="http://schemas.microsoft.com/office/drawing/2017/decorative" val="1"/>
              </a:ext>
            </a:extLst>
          </p:cNvPr>
          <p:cNvSpPr/>
          <p:nvPr/>
        </p:nvSpPr>
        <p:spPr>
          <a:xfrm>
            <a:off x="6080760" y="9067800"/>
            <a:ext cx="434599" cy="328764"/>
          </a:xfrm>
          <a:custGeom>
            <a:avLst/>
            <a:gdLst>
              <a:gd name="connsiteX0" fmla="*/ 53340 w 434599"/>
              <a:gd name="connsiteY0" fmla="*/ 228600 h 328764"/>
              <a:gd name="connsiteX1" fmla="*/ 22860 w 434599"/>
              <a:gd name="connsiteY1" fmla="*/ 190500 h 328764"/>
              <a:gd name="connsiteX2" fmla="*/ 7620 w 434599"/>
              <a:gd name="connsiteY2" fmla="*/ 167640 h 328764"/>
              <a:gd name="connsiteX3" fmla="*/ 0 w 434599"/>
              <a:gd name="connsiteY3" fmla="*/ 121920 h 328764"/>
              <a:gd name="connsiteX4" fmla="*/ 22860 w 434599"/>
              <a:gd name="connsiteY4" fmla="*/ 22860 h 328764"/>
              <a:gd name="connsiteX5" fmla="*/ 53340 w 434599"/>
              <a:gd name="connsiteY5" fmla="*/ 7620 h 328764"/>
              <a:gd name="connsiteX6" fmla="*/ 152400 w 434599"/>
              <a:gd name="connsiteY6" fmla="*/ 0 h 328764"/>
              <a:gd name="connsiteX7" fmla="*/ 381000 w 434599"/>
              <a:gd name="connsiteY7" fmla="*/ 15240 h 328764"/>
              <a:gd name="connsiteX8" fmla="*/ 403860 w 434599"/>
              <a:gd name="connsiteY8" fmla="*/ 30480 h 328764"/>
              <a:gd name="connsiteX9" fmla="*/ 411480 w 434599"/>
              <a:gd name="connsiteY9" fmla="*/ 68580 h 328764"/>
              <a:gd name="connsiteX10" fmla="*/ 426720 w 434599"/>
              <a:gd name="connsiteY10" fmla="*/ 114300 h 328764"/>
              <a:gd name="connsiteX11" fmla="*/ 419100 w 434599"/>
              <a:gd name="connsiteY11" fmla="*/ 274320 h 328764"/>
              <a:gd name="connsiteX12" fmla="*/ 396240 w 434599"/>
              <a:gd name="connsiteY12" fmla="*/ 304800 h 328764"/>
              <a:gd name="connsiteX13" fmla="*/ 365760 w 434599"/>
              <a:gd name="connsiteY13" fmla="*/ 320040 h 328764"/>
              <a:gd name="connsiteX14" fmla="*/ 38100 w 434599"/>
              <a:gd name="connsiteY14" fmla="*/ 259080 h 328764"/>
              <a:gd name="connsiteX15" fmla="*/ 53340 w 434599"/>
              <a:gd name="connsiteY15" fmla="*/ 228600 h 3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4599" h="328764">
                <a:moveTo>
                  <a:pt x="53340" y="228600"/>
                </a:moveTo>
                <a:cubicBezTo>
                  <a:pt x="50800" y="217170"/>
                  <a:pt x="32618" y="203511"/>
                  <a:pt x="22860" y="190500"/>
                </a:cubicBezTo>
                <a:cubicBezTo>
                  <a:pt x="17365" y="183174"/>
                  <a:pt x="10516" y="176328"/>
                  <a:pt x="7620" y="167640"/>
                </a:cubicBezTo>
                <a:cubicBezTo>
                  <a:pt x="2734" y="152983"/>
                  <a:pt x="2540" y="137160"/>
                  <a:pt x="0" y="121920"/>
                </a:cubicBezTo>
                <a:cubicBezTo>
                  <a:pt x="7620" y="88900"/>
                  <a:pt x="8529" y="53569"/>
                  <a:pt x="22860" y="22860"/>
                </a:cubicBezTo>
                <a:cubicBezTo>
                  <a:pt x="27664" y="12566"/>
                  <a:pt x="42154" y="9594"/>
                  <a:pt x="53340" y="7620"/>
                </a:cubicBezTo>
                <a:cubicBezTo>
                  <a:pt x="85954" y="1865"/>
                  <a:pt x="119380" y="2540"/>
                  <a:pt x="152400" y="0"/>
                </a:cubicBezTo>
                <a:cubicBezTo>
                  <a:pt x="228600" y="5080"/>
                  <a:pt x="305186" y="6050"/>
                  <a:pt x="381000" y="15240"/>
                </a:cubicBezTo>
                <a:cubicBezTo>
                  <a:pt x="390092" y="16342"/>
                  <a:pt x="399316" y="22529"/>
                  <a:pt x="403860" y="30480"/>
                </a:cubicBezTo>
                <a:cubicBezTo>
                  <a:pt x="410286" y="41725"/>
                  <a:pt x="408072" y="56085"/>
                  <a:pt x="411480" y="68580"/>
                </a:cubicBezTo>
                <a:cubicBezTo>
                  <a:pt x="415707" y="84078"/>
                  <a:pt x="421640" y="99060"/>
                  <a:pt x="426720" y="114300"/>
                </a:cubicBezTo>
                <a:cubicBezTo>
                  <a:pt x="434503" y="184346"/>
                  <a:pt x="442487" y="199482"/>
                  <a:pt x="419100" y="274320"/>
                </a:cubicBezTo>
                <a:cubicBezTo>
                  <a:pt x="415312" y="286442"/>
                  <a:pt x="405883" y="296535"/>
                  <a:pt x="396240" y="304800"/>
                </a:cubicBezTo>
                <a:cubicBezTo>
                  <a:pt x="387615" y="312192"/>
                  <a:pt x="375920" y="314960"/>
                  <a:pt x="365760" y="320040"/>
                </a:cubicBezTo>
                <a:cubicBezTo>
                  <a:pt x="71955" y="298005"/>
                  <a:pt x="109634" y="384265"/>
                  <a:pt x="38100" y="259080"/>
                </a:cubicBezTo>
                <a:cubicBezTo>
                  <a:pt x="35282" y="254149"/>
                  <a:pt x="55880" y="240030"/>
                  <a:pt x="53340" y="2286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TextBox 48">
            <a:extLst>
              <a:ext uri="{FF2B5EF4-FFF2-40B4-BE49-F238E27FC236}">
                <a16:creationId xmlns:a16="http://schemas.microsoft.com/office/drawing/2014/main" id="{8F95A73B-488F-91BF-515E-2B7662F19F6E}"/>
              </a:ext>
              <a:ext uri="{C183D7F6-B498-43B3-948B-1728B52AA6E4}">
                <adec:decorative xmlns:adec="http://schemas.microsoft.com/office/drawing/2017/decorative" val="1"/>
              </a:ext>
            </a:extLst>
          </p:cNvPr>
          <p:cNvSpPr txBox="1"/>
          <p:nvPr/>
        </p:nvSpPr>
        <p:spPr>
          <a:xfrm rot="21182959">
            <a:off x="5456260" y="9045238"/>
            <a:ext cx="308098" cy="369332"/>
          </a:xfrm>
          <a:prstGeom prst="rect">
            <a:avLst/>
          </a:prstGeom>
          <a:noFill/>
        </p:spPr>
        <p:txBody>
          <a:bodyPr wrap="non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50" name="TextBox 49">
            <a:extLst>
              <a:ext uri="{FF2B5EF4-FFF2-40B4-BE49-F238E27FC236}">
                <a16:creationId xmlns:a16="http://schemas.microsoft.com/office/drawing/2014/main" id="{839B07E5-8B9E-5B37-77B5-D5F1B957CB25}"/>
              </a:ext>
              <a:ext uri="{C183D7F6-B498-43B3-948B-1728B52AA6E4}">
                <adec:decorative xmlns:adec="http://schemas.microsoft.com/office/drawing/2017/decorative" val="1"/>
              </a:ext>
            </a:extLst>
          </p:cNvPr>
          <p:cNvSpPr txBox="1"/>
          <p:nvPr/>
        </p:nvSpPr>
        <p:spPr>
          <a:xfrm>
            <a:off x="6049541" y="9073770"/>
            <a:ext cx="304892" cy="369332"/>
          </a:xfrm>
          <a:prstGeom prst="rect">
            <a:avLst/>
          </a:prstGeom>
          <a:noFill/>
        </p:spPr>
        <p:txBody>
          <a:bodyPr wrap="none" rtlCol="0">
            <a:spAutoFit/>
          </a:bodyPr>
          <a:lstStyle/>
          <a:p>
            <a:r>
              <a:rPr lang="de-DE" i="1" dirty="0">
                <a:latin typeface="Comic Sans MS" panose="030F0702030302020204" pitchFamily="66" charset="0"/>
              </a:rPr>
              <a:t>f</a:t>
            </a:r>
            <a:endParaRPr lang="pt-BR" i="1" dirty="0">
              <a:latin typeface="Comic Sans MS" panose="030F0702030302020204" pitchFamily="66" charset="0"/>
            </a:endParaRPr>
          </a:p>
        </p:txBody>
      </p:sp>
      <p:sp>
        <p:nvSpPr>
          <p:cNvPr id="38" name="Textfeld 49">
            <a:extLst>
              <a:ext uri="{FF2B5EF4-FFF2-40B4-BE49-F238E27FC236}">
                <a16:creationId xmlns:a16="http://schemas.microsoft.com/office/drawing/2014/main" id="{959D1586-3ECF-447C-C1EA-2D9F21A8411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p:nvPr/>
        </p:nvSpPr>
        <p:spPr>
          <a:xfrm>
            <a:off x="262709" y="2717487"/>
            <a:ext cx="2001066" cy="707886"/>
          </a:xfrm>
          <a:prstGeom prst="rect">
            <a:avLst/>
          </a:prstGeom>
          <a:noFill/>
        </p:spPr>
        <p:txBody>
          <a:bodyPr wrap="square">
            <a:spAutoFit/>
          </a:bodyPr>
          <a:lstStyle/>
          <a:p>
            <a:pPr algn="ctr"/>
            <a:r>
              <a:rPr lang="pt-BR" sz="1000" dirty="0">
                <a:latin typeface="Pangolin" panose="00000500000000000000" pitchFamily="2" charset="0"/>
              </a:rPr>
              <a:t>Assim, assim que uma combinação é feita, o problema se torna mais fácil - restam apenas quatro possibilidades.</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422525" y="565150"/>
            <a:ext cx="2051050" cy="861774"/>
          </a:xfrm>
          <a:prstGeom prst="rect">
            <a:avLst/>
          </a:prstGeom>
          <a:noFill/>
        </p:spPr>
        <p:txBody>
          <a:bodyPr wrap="square">
            <a:spAutoFit/>
          </a:bodyPr>
          <a:lstStyle/>
          <a:p>
            <a:pPr algn="r"/>
            <a:r>
              <a:rPr lang="pt-BR" sz="1000" dirty="0">
                <a:latin typeface="Pangolin" panose="00000500000000000000" pitchFamily="2" charset="0"/>
              </a:rPr>
              <a:t>Também podemos descrever esse problema de refeição para cliente com notação matemática. Esse processo de transformação é  chamado de "abstração".</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323439"/>
          </a:xfrm>
          <a:prstGeom prst="rect">
            <a:avLst/>
          </a:prstGeom>
          <a:noFill/>
        </p:spPr>
        <p:txBody>
          <a:bodyPr wrap="square">
            <a:spAutoFit/>
          </a:bodyPr>
          <a:lstStyle/>
          <a:p>
            <a:pPr algn="ctr"/>
            <a:r>
              <a:rPr lang="pt-BR" sz="1000" dirty="0">
                <a:latin typeface="Pangolin" panose="00000500000000000000" pitchFamily="2" charset="0"/>
              </a:rPr>
              <a:t>Através da abstração, o problema é descrito de forma que possa facilmente – matematicamente – ser aplicado a outros casos. </a:t>
            </a:r>
          </a:p>
          <a:p>
            <a:pPr algn="ctr"/>
            <a:r>
              <a:rPr lang="pt-BR" sz="1000" dirty="0">
                <a:latin typeface="Pangolin" panose="00000500000000000000" pitchFamily="2" charset="0"/>
              </a:rPr>
              <a:t>Por exemplo, a mãe, que recebe a salada, pode ser abstraída da seguinte maneira:
</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25017" y="3717798"/>
            <a:ext cx="2051050" cy="707886"/>
          </a:xfrm>
          <a:prstGeom prst="rect">
            <a:avLst/>
          </a:prstGeom>
          <a:noFill/>
        </p:spPr>
        <p:txBody>
          <a:bodyPr wrap="square">
            <a:spAutoFit/>
          </a:bodyPr>
          <a:lstStyle/>
          <a:p>
            <a:pPr algn="ctr"/>
            <a:r>
              <a:rPr lang="pt-BR" sz="1000" dirty="0">
                <a:latin typeface="Pangolin" panose="00000500000000000000" pitchFamily="2" charset="0"/>
              </a:rPr>
              <a:t>A comida para a mãe tem que ser colocada entre parênteses. Ela pega a salada, então vamos abreviar isso com "s".</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37717" y="5922293"/>
            <a:ext cx="2051050" cy="553998"/>
          </a:xfrm>
          <a:prstGeom prst="rect">
            <a:avLst/>
          </a:prstGeom>
          <a:noFill/>
        </p:spPr>
        <p:txBody>
          <a:bodyPr wrap="square">
            <a:spAutoFit/>
          </a:bodyPr>
          <a:lstStyle/>
          <a:p>
            <a:pPr algn="ctr"/>
            <a:r>
              <a:rPr lang="pt-BR" sz="1000" dirty="0">
                <a:latin typeface="Pangolin" panose="00000500000000000000" pitchFamily="2" charset="0"/>
              </a:rPr>
              <a:t>M(s) é a nossa notação matemática para a frase </a:t>
            </a:r>
            <a:br>
              <a:rPr lang="pt-BR" sz="1000" dirty="0">
                <a:latin typeface="Pangolin" panose="00000500000000000000" pitchFamily="2" charset="0"/>
              </a:rPr>
            </a:br>
            <a:r>
              <a:rPr lang="pt-BR" sz="1000" dirty="0">
                <a:latin typeface="Pangolin" panose="00000500000000000000" pitchFamily="2" charset="0"/>
              </a:rPr>
              <a:t>"A salada é dada à mãe".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4817" y="3698748"/>
            <a:ext cx="4175533" cy="246221"/>
          </a:xfrm>
          <a:prstGeom prst="rect">
            <a:avLst/>
          </a:prstGeom>
          <a:noFill/>
        </p:spPr>
        <p:txBody>
          <a:bodyPr wrap="square">
            <a:spAutoFit/>
          </a:bodyPr>
          <a:lstStyle/>
          <a:p>
            <a:pPr algn="ctr"/>
            <a:r>
              <a:rPr lang="pt-BR" sz="1000" dirty="0">
                <a:latin typeface="Pangolin" panose="00000500000000000000" pitchFamily="2" charset="0"/>
              </a:rPr>
              <a:t>O mesmo também pode ser feito com as outras relações cliente-refeição:</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2" y="4125648"/>
            <a:ext cx="2635249" cy="261610"/>
          </a:xfrm>
          <a:prstGeom prst="rect">
            <a:avLst/>
          </a:prstGeom>
          <a:noFill/>
        </p:spPr>
        <p:txBody>
          <a:bodyPr wrap="square">
            <a:spAutoFit/>
          </a:bodyPr>
          <a:lstStyle/>
          <a:p>
            <a:r>
              <a:rPr lang="pt-BR" sz="1100" dirty="0">
                <a:latin typeface="Pangolin" panose="00000500000000000000" pitchFamily="2" charset="0"/>
              </a:rPr>
              <a:t>significa "A salada é dada à mãe".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1" y="4470393"/>
            <a:ext cx="2635249" cy="261610"/>
          </a:xfrm>
          <a:prstGeom prst="rect">
            <a:avLst/>
          </a:prstGeom>
          <a:noFill/>
        </p:spPr>
        <p:txBody>
          <a:bodyPr wrap="square">
            <a:spAutoFit/>
          </a:bodyPr>
          <a:lstStyle/>
          <a:p>
            <a:r>
              <a:rPr lang="pt-BR" sz="1100" dirty="0">
                <a:latin typeface="Pangolin" panose="00000500000000000000" pitchFamily="2" charset="0"/>
              </a:rPr>
              <a:t>significa "O peixe é dado à criança".</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3310" y="4815138"/>
            <a:ext cx="2635249" cy="261610"/>
          </a:xfrm>
          <a:prstGeom prst="rect">
            <a:avLst/>
          </a:prstGeom>
          <a:noFill/>
        </p:spPr>
        <p:txBody>
          <a:bodyPr wrap="square">
            <a:spAutoFit/>
          </a:bodyPr>
          <a:lstStyle/>
          <a:p>
            <a:r>
              <a:rPr lang="pt-BR" sz="1100" dirty="0">
                <a:latin typeface="Pangolin" panose="00000500000000000000" pitchFamily="2" charset="0"/>
              </a:rPr>
              <a:t>significa “A feijoada é dada ao pai".</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0" y="5396321"/>
            <a:ext cx="2921000" cy="400110"/>
          </a:xfrm>
          <a:prstGeom prst="rect">
            <a:avLst/>
          </a:prstGeom>
          <a:noFill/>
        </p:spPr>
        <p:txBody>
          <a:bodyPr wrap="square">
            <a:spAutoFit/>
          </a:bodyPr>
          <a:lstStyle/>
          <a:p>
            <a:r>
              <a:rPr lang="pt-BR" sz="1000" dirty="0">
                <a:latin typeface="Pangolin" panose="00000500000000000000" pitchFamily="2" charset="0"/>
              </a:rPr>
              <a:t>Se a salada é o alimento correto para a mãe, então podemos dizer:</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p:nvPr/>
        </p:nvSpPr>
        <p:spPr>
          <a:xfrm>
            <a:off x="3429000" y="6190659"/>
            <a:ext cx="2921000" cy="246221"/>
          </a:xfrm>
          <a:prstGeom prst="rect">
            <a:avLst/>
          </a:prstGeom>
          <a:noFill/>
        </p:spPr>
        <p:txBody>
          <a:bodyPr wrap="square">
            <a:spAutoFit/>
          </a:bodyPr>
          <a:lstStyle/>
          <a:p>
            <a:r>
              <a:rPr lang="en-US" sz="1000" dirty="0" err="1">
                <a:latin typeface="Pangolin" panose="00000500000000000000" pitchFamily="2" charset="0"/>
              </a:rPr>
              <a:t>Isso</a:t>
            </a:r>
            <a:r>
              <a:rPr lang="en-US" sz="1000" dirty="0">
                <a:latin typeface="Pangolin" panose="00000500000000000000" pitchFamily="2" charset="0"/>
              </a:rPr>
              <a:t> </a:t>
            </a:r>
            <a:r>
              <a:rPr lang="en-US" sz="1000" dirty="0" err="1">
                <a:latin typeface="Pangolin" panose="00000500000000000000" pitchFamily="2" charset="0"/>
              </a:rPr>
              <a:t>descreve</a:t>
            </a:r>
            <a:r>
              <a:rPr lang="en-US" sz="1000" dirty="0">
                <a:latin typeface="Pangolin" panose="00000500000000000000" pitchFamily="2" charset="0"/>
              </a:rPr>
              <a:t> um </a:t>
            </a:r>
            <a:r>
              <a:rPr lang="en-US" sz="1000" dirty="0" err="1">
                <a:latin typeface="Pangolin" panose="00000500000000000000" pitchFamily="2" charset="0"/>
              </a:rPr>
              <a:t>fato</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231571" y="6877347"/>
            <a:ext cx="2051050" cy="553998"/>
          </a:xfrm>
          <a:prstGeom prst="rect">
            <a:avLst/>
          </a:prstGeom>
          <a:noFill/>
        </p:spPr>
        <p:txBody>
          <a:bodyPr wrap="square">
            <a:spAutoFit/>
          </a:bodyPr>
          <a:lstStyle/>
          <a:p>
            <a:pPr algn="ctr"/>
            <a:r>
              <a:rPr lang="pt-BR" sz="1000" dirty="0">
                <a:latin typeface="Pangolin" panose="00000500000000000000" pitchFamily="2" charset="0"/>
              </a:rPr>
              <a:t>Os matemáticos querem escrever o mínimo de letras possível. Logo, técnicamente, em vez de</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64151"/>
            <a:ext cx="2051050" cy="246221"/>
          </a:xfrm>
          <a:prstGeom prst="rect">
            <a:avLst/>
          </a:prstGeom>
          <a:noFill/>
        </p:spPr>
        <p:txBody>
          <a:bodyPr wrap="square">
            <a:spAutoFit/>
          </a:bodyPr>
          <a:lstStyle/>
          <a:p>
            <a:pPr algn="ctr"/>
            <a:r>
              <a:rPr lang="en-US" sz="1000" dirty="0" err="1">
                <a:latin typeface="Pangolin" panose="00000500000000000000" pitchFamily="2" charset="0"/>
              </a:rPr>
              <a:t>poderíamos</a:t>
            </a:r>
            <a:r>
              <a:rPr lang="en-US" sz="1000" dirty="0">
                <a:latin typeface="Pangolin" panose="00000500000000000000" pitchFamily="2" charset="0"/>
              </a:rPr>
              <a:t> </a:t>
            </a:r>
            <a:r>
              <a:rPr lang="en-US" sz="1000" dirty="0" err="1">
                <a:latin typeface="Pangolin" panose="00000500000000000000" pitchFamily="2" charset="0"/>
              </a:rPr>
              <a:t>escrever</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231571" y="8654089"/>
            <a:ext cx="2051050" cy="861774"/>
          </a:xfrm>
          <a:prstGeom prst="rect">
            <a:avLst/>
          </a:prstGeom>
          <a:noFill/>
        </p:spPr>
        <p:txBody>
          <a:bodyPr wrap="square">
            <a:spAutoFit/>
          </a:bodyPr>
          <a:lstStyle/>
          <a:p>
            <a:pPr algn="ctr"/>
            <a:r>
              <a:rPr lang="pt-BR" sz="1000" dirty="0">
                <a:latin typeface="Pangolin" panose="00000500000000000000" pitchFamily="2" charset="0"/>
              </a:rPr>
              <a:t>Ou x=true. Ou a=true. </a:t>
            </a:r>
            <a:br>
              <a:rPr lang="pt-BR" sz="1000" dirty="0">
                <a:latin typeface="Pangolin" panose="00000500000000000000" pitchFamily="2" charset="0"/>
              </a:rPr>
            </a:br>
            <a:r>
              <a:rPr lang="pt-BR" sz="1000" dirty="0">
                <a:latin typeface="Pangolin" panose="00000500000000000000" pitchFamily="2" charset="0"/>
              </a:rPr>
              <a:t>Qualquer coisa, realmente; </a:t>
            </a:r>
            <a:br>
              <a:rPr lang="pt-BR" sz="1000" dirty="0">
                <a:latin typeface="Pangolin" panose="00000500000000000000" pitchFamily="2" charset="0"/>
              </a:rPr>
            </a:br>
            <a:r>
              <a:rPr lang="pt-BR" sz="1000" dirty="0">
                <a:latin typeface="Pangolin" panose="00000500000000000000" pitchFamily="2" charset="0"/>
              </a:rPr>
              <a:t>você pode até usar um emoji. </a:t>
            </a:r>
            <a:br>
              <a:rPr lang="pt-BR" sz="1000" dirty="0">
                <a:latin typeface="Pangolin" panose="00000500000000000000" pitchFamily="2" charset="0"/>
              </a:rPr>
            </a:br>
            <a:r>
              <a:rPr lang="pt-BR" sz="1000" dirty="0">
                <a:latin typeface="Pangolin" panose="00000500000000000000" pitchFamily="2" charset="0"/>
              </a:rPr>
              <a:t>É apenas uma variável que representa um valor.</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pt-BR" sz="1000" dirty="0">
                <a:latin typeface="Pangolin" panose="00000500000000000000" pitchFamily="2" charset="0"/>
              </a:rPr>
              <a:t>Podemos descrever tudo o que o garçom sabe a princípio de forma matemática.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51495"/>
            <a:ext cx="2051050" cy="400110"/>
          </a:xfrm>
          <a:prstGeom prst="rect">
            <a:avLst/>
          </a:prstGeom>
          <a:noFill/>
        </p:spPr>
        <p:txBody>
          <a:bodyPr wrap="square">
            <a:spAutoFit/>
          </a:bodyPr>
          <a:lstStyle/>
          <a:p>
            <a:pPr algn="ctr"/>
            <a:r>
              <a:rPr lang="pt-BR" sz="1000" dirty="0">
                <a:latin typeface="Pangolin" panose="00000500000000000000" pitchFamily="2" charset="0"/>
              </a:rPr>
              <a:t>Se cada cliente pode obter uma refeição, a mãe pode obter:</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a:spLocks noGrp="1"/>
          </p:cNvSpPr>
          <p:nvPr>
            <p:ph type="title" idx="4294967295"/>
          </p:nvPr>
        </p:nvSpPr>
        <p:spPr>
          <a:xfrm>
            <a:off x="2384425" y="8654089"/>
            <a:ext cx="20510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pt-BR" sz="1000" dirty="0">
                <a:latin typeface="Pangolin" panose="00000500000000000000" pitchFamily="2" charset="0"/>
                <a:ea typeface="+mn-ea"/>
                <a:cs typeface="+mn-cs"/>
              </a:rPr>
              <a:t>Em uma notação matemática, isso ficaria assim:</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969896" y="9347300"/>
            <a:ext cx="1536470" cy="338554"/>
          </a:xfrm>
          <a:prstGeom prst="rect">
            <a:avLst/>
          </a:prstGeom>
          <a:noFill/>
        </p:spPr>
        <p:txBody>
          <a:bodyPr wrap="square">
            <a:spAutoFit/>
          </a:bodyPr>
          <a:lstStyle/>
          <a:p>
            <a:r>
              <a:rPr lang="pt-BR" sz="800" dirty="0">
                <a:latin typeface="Pangolin" panose="00000500000000000000" pitchFamily="2" charset="0"/>
              </a:rPr>
              <a:t>este é o "símbolo matemático“</a:t>
            </a:r>
            <a:br>
              <a:rPr lang="pt-BR" sz="800" dirty="0">
                <a:latin typeface="Pangolin" panose="00000500000000000000" pitchFamily="2" charset="0"/>
              </a:rPr>
            </a:br>
            <a:r>
              <a:rPr lang="pt-BR" sz="800" dirty="0">
                <a:latin typeface="Pangolin" panose="00000500000000000000" pitchFamily="2" charset="0"/>
              </a:rPr>
              <a:t>para </a:t>
            </a:r>
            <a:r>
              <a:rPr lang="pt-BR" sz="800" b="1" dirty="0">
                <a:latin typeface="Pangolin" panose="00000500000000000000" pitchFamily="2" charset="0"/>
              </a:rPr>
              <a:t>OR</a:t>
            </a:r>
            <a:r>
              <a:rPr lang="pt-BR" sz="800" dirty="0">
                <a:latin typeface="Pangolin" panose="00000500000000000000" pitchFamily="2" charset="0"/>
              </a:rPr>
              <a:t> (“OU”)</a:t>
            </a:r>
            <a:endParaRPr lang="de-AT" sz="8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43424" y="6752136"/>
            <a:ext cx="2126209" cy="707886"/>
          </a:xfrm>
          <a:prstGeom prst="rect">
            <a:avLst/>
          </a:prstGeom>
          <a:noFill/>
        </p:spPr>
        <p:txBody>
          <a:bodyPr wrap="square">
            <a:spAutoFit/>
          </a:bodyPr>
          <a:lstStyle/>
          <a:p>
            <a:pPr algn="ctr"/>
            <a:r>
              <a:rPr lang="pt-BR" sz="1000" dirty="0">
                <a:latin typeface="Pangolin" panose="00000500000000000000" pitchFamily="2" charset="0"/>
              </a:rPr>
              <a:t>Depois de ter entregue duas refeições corretas, ele sabe que o pai não pode pegar a salada ou o peixe, pois o seguinte já está na mesa:</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pt-BR" sz="1000" dirty="0">
                <a:latin typeface="Pangolin" panose="00000500000000000000" pitchFamily="2" charset="0"/>
              </a:rPr>
              <a:t>Isso significa que o pai NÃO recebe a salada </a:t>
            </a:r>
            <a:r>
              <a:rPr lang="pt-BR" sz="1000" b="1" dirty="0">
                <a:latin typeface="Pangolin" panose="00000500000000000000" pitchFamily="2" charset="0"/>
              </a:rPr>
              <a:t>E</a:t>
            </a:r>
            <a:r>
              <a:rPr lang="pt-BR" sz="1000" dirty="0">
                <a:latin typeface="Pangolin" panose="00000500000000000000" pitchFamily="2" charset="0"/>
              </a:rPr>
              <a:t> NÃO o peixe, o que faz restar apenas a feijoada:</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51398" y="8761480"/>
            <a:ext cx="1638763" cy="338554"/>
          </a:xfrm>
          <a:prstGeom prst="rect">
            <a:avLst/>
          </a:prstGeom>
          <a:noFill/>
        </p:spPr>
        <p:txBody>
          <a:bodyPr wrap="square">
            <a:spAutoFit/>
          </a:bodyPr>
          <a:lstStyle/>
          <a:p>
            <a:r>
              <a:rPr lang="pt-BR" sz="800" dirty="0">
                <a:latin typeface="Pangolin" panose="00000500000000000000" pitchFamily="2" charset="0"/>
              </a:rPr>
              <a:t>este é o "símbolo matemático" para </a:t>
            </a:r>
            <a:r>
              <a:rPr lang="pt-BR" sz="800" b="1" dirty="0">
                <a:latin typeface="Pangolin" panose="00000500000000000000" pitchFamily="2" charset="0"/>
              </a:rPr>
              <a:t>NOT</a:t>
            </a:r>
            <a:r>
              <a:rPr lang="pt-BR" sz="800" dirty="0">
                <a:latin typeface="Pangolin" panose="00000500000000000000" pitchFamily="2" charset="0"/>
              </a:rPr>
              <a:t> (“NÃO”)</a:t>
            </a:r>
            <a:endParaRPr lang="de-AT" sz="8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112385" y="9400232"/>
            <a:ext cx="1287823" cy="215444"/>
          </a:xfrm>
          <a:prstGeom prst="rect">
            <a:avLst/>
          </a:prstGeom>
          <a:noFill/>
        </p:spPr>
        <p:txBody>
          <a:bodyPr wrap="square">
            <a:spAutoFit/>
          </a:bodyPr>
          <a:lstStyle/>
          <a:p>
            <a:r>
              <a:rPr lang="en-US" sz="800" dirty="0">
                <a:latin typeface="Pangolin" panose="00000500000000000000" pitchFamily="2" charset="0"/>
              </a:rPr>
              <a:t>e </a:t>
            </a:r>
            <a:r>
              <a:rPr lang="en-US" sz="800" dirty="0" err="1">
                <a:latin typeface="Pangolin" panose="00000500000000000000" pitchFamily="2" charset="0"/>
              </a:rPr>
              <a:t>isso</a:t>
            </a:r>
            <a:r>
              <a:rPr lang="en-US" sz="800" dirty="0">
                <a:latin typeface="Pangolin" panose="00000500000000000000" pitchFamily="2" charset="0"/>
              </a:rPr>
              <a:t> </a:t>
            </a:r>
            <a:r>
              <a:rPr lang="en-US" sz="800" dirty="0" err="1">
                <a:latin typeface="Pangolin" panose="00000500000000000000" pitchFamily="2" charset="0"/>
              </a:rPr>
              <a:t>significa</a:t>
            </a:r>
            <a:r>
              <a:rPr lang="en-US" sz="800" dirty="0">
                <a:latin typeface="Pangolin" panose="00000500000000000000" pitchFamily="2" charset="0"/>
              </a:rPr>
              <a:t> </a:t>
            </a:r>
            <a:r>
              <a:rPr lang="en-US" sz="800" b="1" dirty="0">
                <a:latin typeface="Pangolin" panose="00000500000000000000" pitchFamily="2" charset="0"/>
              </a:rPr>
              <a:t>AND</a:t>
            </a:r>
            <a:r>
              <a:rPr lang="en-US" sz="800" dirty="0">
                <a:latin typeface="Pangolin" panose="00000500000000000000" pitchFamily="2" charset="0"/>
              </a:rPr>
              <a:t> (“E”)</a:t>
            </a:r>
            <a:endParaRPr lang="de-AT" sz="800" dirty="0">
              <a:solidFill>
                <a:schemeClr val="tx1"/>
              </a:solidFill>
              <a:latin typeface="Pangolin" panose="00000500000000000000" pitchFamily="2" charset="0"/>
            </a:endParaRPr>
          </a:p>
        </p:txBody>
      </p:sp>
      <p:grpSp>
        <p:nvGrpSpPr>
          <p:cNvPr id="51" name="Group 50">
            <a:extLst>
              <a:ext uri="{FF2B5EF4-FFF2-40B4-BE49-F238E27FC236}">
                <a16:creationId xmlns:a16="http://schemas.microsoft.com/office/drawing/2014/main" id="{6A250C70-6BA7-3DA3-894D-841FD86B6379}"/>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52" name="Picture 51">
              <a:extLst>
                <a:ext uri="{FF2B5EF4-FFF2-40B4-BE49-F238E27FC236}">
                  <a16:creationId xmlns:a16="http://schemas.microsoft.com/office/drawing/2014/main" id="{FEAD6D78-4E7C-2232-BEAC-72FA27C8885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53" name="Group 52">
              <a:extLst>
                <a:ext uri="{FF2B5EF4-FFF2-40B4-BE49-F238E27FC236}">
                  <a16:creationId xmlns:a16="http://schemas.microsoft.com/office/drawing/2014/main" id="{46C81B97-010D-AF04-E809-EA65AEC5EAAE}"/>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54" name="Picture 53">
                <a:extLst>
                  <a:ext uri="{FF2B5EF4-FFF2-40B4-BE49-F238E27FC236}">
                    <a16:creationId xmlns:a16="http://schemas.microsoft.com/office/drawing/2014/main" id="{853795A7-A17A-7BC2-537A-15042FC4ADA0}"/>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55" name="Picture 54">
                <a:extLst>
                  <a:ext uri="{FF2B5EF4-FFF2-40B4-BE49-F238E27FC236}">
                    <a16:creationId xmlns:a16="http://schemas.microsoft.com/office/drawing/2014/main" id="{4FF36468-6518-E17F-0771-E83C763A97EC}"/>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56" name="Picture 55">
                <a:extLst>
                  <a:ext uri="{FF2B5EF4-FFF2-40B4-BE49-F238E27FC236}">
                    <a16:creationId xmlns:a16="http://schemas.microsoft.com/office/drawing/2014/main" id="{9143767F-72EB-D419-904A-F04F119F18A9}"/>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983" y="7709318"/>
            <a:ext cx="209550" cy="246896"/>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94531" y="3904167"/>
            <a:ext cx="178947" cy="164034"/>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1740" y="607472"/>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62563" y="994832"/>
            <a:ext cx="215990" cy="197990"/>
          </a:xfrm>
          <a:prstGeom prst="rect">
            <a:avLst/>
          </a:prstGeom>
        </p:spPr>
      </p:pic>
      <p:sp>
        <p:nvSpPr>
          <p:cNvPr id="21" name="Freeform: Shape 20">
            <a:extLst>
              <a:ext uri="{FF2B5EF4-FFF2-40B4-BE49-F238E27FC236}">
                <a16:creationId xmlns:a16="http://schemas.microsoft.com/office/drawing/2014/main" id="{3C36A165-F5DE-F36D-FEDD-63342CB9BA78}"/>
              </a:ext>
              <a:ext uri="{C183D7F6-B498-43B3-948B-1728B52AA6E4}">
                <adec:decorative xmlns:adec="http://schemas.microsoft.com/office/drawing/2017/decorative" val="1"/>
              </a:ext>
            </a:extLst>
          </p:cNvPr>
          <p:cNvSpPr/>
          <p:nvPr/>
        </p:nvSpPr>
        <p:spPr>
          <a:xfrm>
            <a:off x="2657475" y="2276475"/>
            <a:ext cx="262508" cy="676275"/>
          </a:xfrm>
          <a:custGeom>
            <a:avLst/>
            <a:gdLst>
              <a:gd name="connsiteX0" fmla="*/ 28575 w 262508"/>
              <a:gd name="connsiteY0" fmla="*/ 23813 h 676275"/>
              <a:gd name="connsiteX1" fmla="*/ 52388 w 262508"/>
              <a:gd name="connsiteY1" fmla="*/ 14288 h 676275"/>
              <a:gd name="connsiteX2" fmla="*/ 138113 w 262508"/>
              <a:gd name="connsiteY2" fmla="*/ 0 h 676275"/>
              <a:gd name="connsiteX3" fmla="*/ 214313 w 262508"/>
              <a:gd name="connsiteY3" fmla="*/ 4763 h 676275"/>
              <a:gd name="connsiteX4" fmla="*/ 228600 w 262508"/>
              <a:gd name="connsiteY4" fmla="*/ 19050 h 676275"/>
              <a:gd name="connsiteX5" fmla="*/ 252413 w 262508"/>
              <a:gd name="connsiteY5" fmla="*/ 71438 h 676275"/>
              <a:gd name="connsiteX6" fmla="*/ 247650 w 262508"/>
              <a:gd name="connsiteY6" fmla="*/ 161925 h 676275"/>
              <a:gd name="connsiteX7" fmla="*/ 242888 w 262508"/>
              <a:gd name="connsiteY7" fmla="*/ 204788 h 676275"/>
              <a:gd name="connsiteX8" fmla="*/ 247650 w 262508"/>
              <a:gd name="connsiteY8" fmla="*/ 428625 h 676275"/>
              <a:gd name="connsiteX9" fmla="*/ 204788 w 262508"/>
              <a:gd name="connsiteY9" fmla="*/ 666750 h 676275"/>
              <a:gd name="connsiteX10" fmla="*/ 147638 w 262508"/>
              <a:gd name="connsiteY10" fmla="*/ 676275 h 676275"/>
              <a:gd name="connsiteX11" fmla="*/ 100013 w 262508"/>
              <a:gd name="connsiteY11" fmla="*/ 671513 h 676275"/>
              <a:gd name="connsiteX12" fmla="*/ 47625 w 262508"/>
              <a:gd name="connsiteY12" fmla="*/ 642938 h 676275"/>
              <a:gd name="connsiteX13" fmla="*/ 33338 w 262508"/>
              <a:gd name="connsiteY13" fmla="*/ 619125 h 676275"/>
              <a:gd name="connsiteX14" fmla="*/ 19050 w 262508"/>
              <a:gd name="connsiteY14" fmla="*/ 519113 h 676275"/>
              <a:gd name="connsiteX15" fmla="*/ 9525 w 262508"/>
              <a:gd name="connsiteY15" fmla="*/ 428625 h 676275"/>
              <a:gd name="connsiteX16" fmla="*/ 4763 w 262508"/>
              <a:gd name="connsiteY16" fmla="*/ 338138 h 676275"/>
              <a:gd name="connsiteX17" fmla="*/ 0 w 262508"/>
              <a:gd name="connsiteY17" fmla="*/ 295275 h 676275"/>
              <a:gd name="connsiteX18" fmla="*/ 4763 w 262508"/>
              <a:gd name="connsiteY18" fmla="*/ 114300 h 676275"/>
              <a:gd name="connsiteX19" fmla="*/ 19050 w 262508"/>
              <a:gd name="connsiteY19" fmla="*/ 57150 h 676275"/>
              <a:gd name="connsiteX20" fmla="*/ 28575 w 262508"/>
              <a:gd name="connsiteY20" fmla="*/ 2381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2508" h="676275">
                <a:moveTo>
                  <a:pt x="28575" y="23813"/>
                </a:moveTo>
                <a:cubicBezTo>
                  <a:pt x="34131" y="16669"/>
                  <a:pt x="44034" y="16104"/>
                  <a:pt x="52388" y="14288"/>
                </a:cubicBezTo>
                <a:cubicBezTo>
                  <a:pt x="80696" y="8134"/>
                  <a:pt x="138113" y="0"/>
                  <a:pt x="138113" y="0"/>
                </a:cubicBezTo>
                <a:cubicBezTo>
                  <a:pt x="163513" y="1588"/>
                  <a:pt x="189409" y="-480"/>
                  <a:pt x="214313" y="4763"/>
                </a:cubicBezTo>
                <a:cubicBezTo>
                  <a:pt x="220903" y="6150"/>
                  <a:pt x="224984" y="13368"/>
                  <a:pt x="228600" y="19050"/>
                </a:cubicBezTo>
                <a:cubicBezTo>
                  <a:pt x="243506" y="42473"/>
                  <a:pt x="245419" y="50456"/>
                  <a:pt x="252413" y="71438"/>
                </a:cubicBezTo>
                <a:cubicBezTo>
                  <a:pt x="250825" y="101600"/>
                  <a:pt x="249802" y="131798"/>
                  <a:pt x="247650" y="161925"/>
                </a:cubicBezTo>
                <a:cubicBezTo>
                  <a:pt x="246626" y="176264"/>
                  <a:pt x="242888" y="190412"/>
                  <a:pt x="242888" y="204788"/>
                </a:cubicBezTo>
                <a:cubicBezTo>
                  <a:pt x="242888" y="279417"/>
                  <a:pt x="246063" y="354013"/>
                  <a:pt x="247650" y="428625"/>
                </a:cubicBezTo>
                <a:cubicBezTo>
                  <a:pt x="242095" y="559165"/>
                  <a:pt x="306041" y="640105"/>
                  <a:pt x="204788" y="666750"/>
                </a:cubicBezTo>
                <a:cubicBezTo>
                  <a:pt x="186111" y="671665"/>
                  <a:pt x="166688" y="673100"/>
                  <a:pt x="147638" y="676275"/>
                </a:cubicBezTo>
                <a:cubicBezTo>
                  <a:pt x="131763" y="674688"/>
                  <a:pt x="115491" y="675382"/>
                  <a:pt x="100013" y="671513"/>
                </a:cubicBezTo>
                <a:cubicBezTo>
                  <a:pt x="89488" y="668882"/>
                  <a:pt x="57684" y="648973"/>
                  <a:pt x="47625" y="642938"/>
                </a:cubicBezTo>
                <a:cubicBezTo>
                  <a:pt x="42863" y="635000"/>
                  <a:pt x="36661" y="627765"/>
                  <a:pt x="33338" y="619125"/>
                </a:cubicBezTo>
                <a:cubicBezTo>
                  <a:pt x="20263" y="585128"/>
                  <a:pt x="22493" y="555840"/>
                  <a:pt x="19050" y="519113"/>
                </a:cubicBezTo>
                <a:cubicBezTo>
                  <a:pt x="16219" y="488916"/>
                  <a:pt x="12700" y="458788"/>
                  <a:pt x="9525" y="428625"/>
                </a:cubicBezTo>
                <a:cubicBezTo>
                  <a:pt x="7938" y="398463"/>
                  <a:pt x="6915" y="368265"/>
                  <a:pt x="4763" y="338138"/>
                </a:cubicBezTo>
                <a:cubicBezTo>
                  <a:pt x="3739" y="323799"/>
                  <a:pt x="0" y="309651"/>
                  <a:pt x="0" y="295275"/>
                </a:cubicBezTo>
                <a:cubicBezTo>
                  <a:pt x="0" y="234929"/>
                  <a:pt x="919" y="174523"/>
                  <a:pt x="4763" y="114300"/>
                </a:cubicBezTo>
                <a:cubicBezTo>
                  <a:pt x="5335" y="105341"/>
                  <a:pt x="13105" y="72013"/>
                  <a:pt x="19050" y="57150"/>
                </a:cubicBezTo>
                <a:cubicBezTo>
                  <a:pt x="20368" y="53854"/>
                  <a:pt x="23019" y="30957"/>
                  <a:pt x="28575" y="238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TextBox 14">
            <a:extLst>
              <a:ext uri="{FF2B5EF4-FFF2-40B4-BE49-F238E27FC236}">
                <a16:creationId xmlns:a16="http://schemas.microsoft.com/office/drawing/2014/main" id="{D12474AE-E055-F6AB-96EE-88DE867716A6}"/>
              </a:ext>
              <a:ext uri="{C183D7F6-B498-43B3-948B-1728B52AA6E4}">
                <adec:decorative xmlns:adec="http://schemas.microsoft.com/office/drawing/2017/decorative" val="1"/>
              </a:ext>
            </a:extLst>
          </p:cNvPr>
          <p:cNvSpPr txBox="1"/>
          <p:nvPr/>
        </p:nvSpPr>
        <p:spPr>
          <a:xfrm>
            <a:off x="2613303" y="2628301"/>
            <a:ext cx="228586" cy="400110"/>
          </a:xfrm>
          <a:prstGeom prst="rect">
            <a:avLst/>
          </a:prstGeom>
          <a:noFill/>
        </p:spPr>
        <p:txBody>
          <a:bodyPr wrap="square" rtlCol="0">
            <a:spAutoFit/>
          </a:bodyPr>
          <a:lstStyle/>
          <a:p>
            <a:r>
              <a:rPr lang="de-DE" sz="2000" i="1" dirty="0">
                <a:latin typeface="Comic Sans MS" panose="030F0702030302020204" pitchFamily="66" charset="0"/>
              </a:rPr>
              <a:t>f</a:t>
            </a:r>
            <a:endParaRPr lang="pt-BR" sz="2000" i="1" dirty="0">
              <a:latin typeface="Comic Sans MS" panose="030F0702030302020204" pitchFamily="66" charset="0"/>
            </a:endParaRPr>
          </a:p>
        </p:txBody>
      </p:sp>
      <p:sp>
        <p:nvSpPr>
          <p:cNvPr id="3" name="TextBox 2">
            <a:extLst>
              <a:ext uri="{FF2B5EF4-FFF2-40B4-BE49-F238E27FC236}">
                <a16:creationId xmlns:a16="http://schemas.microsoft.com/office/drawing/2014/main" id="{21AEBFA6-C6E8-B345-AADF-EA53F0FD6AAF}"/>
              </a:ext>
              <a:ext uri="{C183D7F6-B498-43B3-948B-1728B52AA6E4}">
                <adec:decorative xmlns:adec="http://schemas.microsoft.com/office/drawing/2017/decorative" val="1"/>
              </a:ext>
            </a:extLst>
          </p:cNvPr>
          <p:cNvSpPr txBox="1"/>
          <p:nvPr/>
        </p:nvSpPr>
        <p:spPr>
          <a:xfrm rot="224595">
            <a:off x="2658651" y="2239748"/>
            <a:ext cx="239144" cy="369332"/>
          </a:xfrm>
          <a:prstGeom prst="rect">
            <a:avLst/>
          </a:prstGeom>
          <a:noFill/>
        </p:spPr>
        <p:txBody>
          <a:bodyPr wrap="squar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2" name="Textfeld 49">
            <a:extLst>
              <a:ext uri="{FF2B5EF4-FFF2-40B4-BE49-F238E27FC236}">
                <a16:creationId xmlns:a16="http://schemas.microsoft.com/office/drawing/2014/main" id="{3340E1A2-EB78-C6AD-38A2-95FDC616A5B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p:nvPr/>
        </p:nvSpPr>
        <p:spPr>
          <a:xfrm>
            <a:off x="251634" y="575294"/>
            <a:ext cx="2051049" cy="1015663"/>
          </a:xfrm>
          <a:prstGeom prst="rect">
            <a:avLst/>
          </a:prstGeom>
          <a:noFill/>
        </p:spPr>
        <p:txBody>
          <a:bodyPr wrap="square">
            <a:spAutoFit/>
          </a:bodyPr>
          <a:lstStyle/>
          <a:p>
            <a:pPr algn="ctr"/>
            <a:r>
              <a:rPr lang="pt-BR" sz="1000" dirty="0">
                <a:latin typeface="Pangolin" panose="00000500000000000000" pitchFamily="2" charset="0"/>
              </a:rPr>
              <a:t>Como garçom, eu posso </a:t>
            </a:r>
            <a:br>
              <a:rPr lang="pt-BR" sz="1000" dirty="0">
                <a:latin typeface="Pangolin" panose="00000500000000000000" pitchFamily="2" charset="0"/>
              </a:rPr>
            </a:br>
            <a:r>
              <a:rPr lang="pt-BR" sz="1000" dirty="0">
                <a:latin typeface="Pangolin" panose="00000500000000000000" pitchFamily="2" charset="0"/>
              </a:rPr>
              <a:t>avaliar meu desempenho matematicamente também. </a:t>
            </a:r>
            <a:br>
              <a:rPr lang="pt-BR" sz="1000" dirty="0">
                <a:latin typeface="Pangolin" panose="00000500000000000000" pitchFamily="2" charset="0"/>
              </a:rPr>
            </a:br>
            <a:r>
              <a:rPr lang="pt-BR" sz="1000" dirty="0">
                <a:latin typeface="Pangolin" panose="00000500000000000000" pitchFamily="2" charset="0"/>
              </a:rPr>
              <a:t>Pra isso, eu deveria verificar quantas pessoas receberam seus alimentos corretamente.</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86732" y="687874"/>
            <a:ext cx="1977438" cy="861774"/>
          </a:xfrm>
          <a:prstGeom prst="rect">
            <a:avLst/>
          </a:prstGeom>
          <a:noFill/>
        </p:spPr>
        <p:txBody>
          <a:bodyPr wrap="square">
            <a:spAutoFit/>
          </a:bodyPr>
          <a:lstStyle/>
          <a:p>
            <a:pPr algn="ctr"/>
            <a:r>
              <a:rPr lang="pt-BR" sz="1000" dirty="0">
                <a:latin typeface="Pangolin" panose="00000500000000000000" pitchFamily="2" charset="0"/>
              </a:rPr>
              <a:t>Podemos fazer isso com uma espécie de "jogo de correspondência". Esta tabela mostra todas as combinações possíveis de cliente e comida:</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81672" y="582514"/>
            <a:ext cx="2051050" cy="1236877"/>
          </a:xfrm>
          <a:prstGeom prst="rect">
            <a:avLst/>
          </a:prstGeom>
          <a:noFill/>
        </p:spPr>
        <p:txBody>
          <a:bodyPr wrap="square">
            <a:spAutoFit/>
          </a:bodyPr>
          <a:lstStyle/>
          <a:p>
            <a:pPr algn="ctr">
              <a:lnSpc>
                <a:spcPts val="1500"/>
              </a:lnSpc>
            </a:pPr>
            <a:r>
              <a:rPr lang="pt-BR" sz="1000" dirty="0">
                <a:latin typeface="Pangolin" panose="00000500000000000000" pitchFamily="2" charset="0"/>
              </a:rPr>
              <a:t>... e temos três tags           para colocar em uma célula. </a:t>
            </a:r>
            <a:br>
              <a:rPr lang="pt-BR" sz="1000" dirty="0">
                <a:latin typeface="Pangolin" panose="00000500000000000000" pitchFamily="2" charset="0"/>
              </a:rPr>
            </a:br>
            <a:r>
              <a:rPr lang="pt-BR" sz="1000" dirty="0">
                <a:latin typeface="Pangolin" panose="00000500000000000000" pitchFamily="2" charset="0"/>
              </a:rPr>
              <a:t>Mas um          só pode aparecer </a:t>
            </a:r>
            <a:br>
              <a:rPr lang="pt-BR" sz="1000" dirty="0">
                <a:latin typeface="Pangolin" panose="00000500000000000000" pitchFamily="2" charset="0"/>
              </a:rPr>
            </a:br>
            <a:r>
              <a:rPr lang="pt-BR" sz="1000" dirty="0">
                <a:latin typeface="Pangolin" panose="00000500000000000000" pitchFamily="2" charset="0"/>
              </a:rPr>
              <a:t>em uma linha ou coluna, </a:t>
            </a:r>
            <a:br>
              <a:rPr lang="pt-BR" sz="1000" dirty="0">
                <a:latin typeface="Pangolin" panose="00000500000000000000" pitchFamily="2" charset="0"/>
              </a:rPr>
            </a:br>
            <a:r>
              <a:rPr lang="pt-BR" sz="1000" dirty="0">
                <a:latin typeface="Pangolin" panose="00000500000000000000" pitchFamily="2" charset="0"/>
              </a:rPr>
              <a:t>já que cada cliente só pode obter uma das três refeições.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225422" y="3750373"/>
            <a:ext cx="2051049" cy="1015663"/>
          </a:xfrm>
          <a:prstGeom prst="rect">
            <a:avLst/>
          </a:prstGeom>
          <a:noFill/>
        </p:spPr>
        <p:txBody>
          <a:bodyPr wrap="square">
            <a:spAutoFit/>
          </a:bodyPr>
          <a:lstStyle/>
          <a:p>
            <a:pPr algn="ctr"/>
            <a:r>
              <a:rPr lang="pt-BR" sz="1000" dirty="0">
                <a:latin typeface="Pangolin" panose="00000500000000000000" pitchFamily="2" charset="0"/>
              </a:rPr>
              <a:t>Em diferentes casos, pode até haver algumas restrições - as chamadas </a:t>
            </a:r>
            <a:r>
              <a:rPr lang="pt-BR" sz="1000" b="1" dirty="0">
                <a:latin typeface="Pangolin" panose="00000500000000000000" pitchFamily="2" charset="0"/>
              </a:rPr>
              <a:t>constraints</a:t>
            </a:r>
            <a:r>
              <a:rPr lang="pt-BR" sz="1000" dirty="0">
                <a:latin typeface="Pangolin" panose="00000500000000000000" pitchFamily="2" charset="0"/>
              </a:rPr>
              <a:t>. </a:t>
            </a:r>
          </a:p>
          <a:p>
            <a:pPr algn="ctr"/>
            <a:r>
              <a:rPr lang="pt-BR" sz="1000" dirty="0">
                <a:latin typeface="Pangolin" panose="00000500000000000000" pitchFamily="2" charset="0"/>
              </a:rPr>
              <a:t>Por exemplo, uma criança não pode tomar álcool. Nesse caso, uma das células seria "bloqueada".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941320" y="3709185"/>
            <a:ext cx="3505200" cy="707886"/>
          </a:xfrm>
          <a:prstGeom prst="rect">
            <a:avLst/>
          </a:prstGeom>
          <a:noFill/>
        </p:spPr>
        <p:txBody>
          <a:bodyPr wrap="square">
            <a:spAutoFit/>
          </a:bodyPr>
          <a:lstStyle/>
          <a:p>
            <a:pPr algn="ctr"/>
            <a:r>
              <a:rPr lang="pt-BR" sz="1000" dirty="0">
                <a:latin typeface="Pangolin" panose="00000500000000000000" pitchFamily="2" charset="0"/>
              </a:rPr>
              <a:t>Para cada refeição e cliente, verificamos se a colocação </a:t>
            </a:r>
          </a:p>
          <a:p>
            <a:pPr algn="ctr"/>
            <a:r>
              <a:rPr lang="pt-BR" sz="1000" dirty="0">
                <a:latin typeface="Pangolin" panose="00000500000000000000" pitchFamily="2" charset="0"/>
              </a:rPr>
              <a:t>do          corresponde à pré-condição. Se isso acontecer, nós temos um ponto, se não tiver, não pontuamos. </a:t>
            </a:r>
            <a:br>
              <a:rPr lang="pt-BR" sz="1000" dirty="0">
                <a:latin typeface="Pangolin" panose="00000500000000000000" pitchFamily="2" charset="0"/>
              </a:rPr>
            </a:br>
            <a:r>
              <a:rPr lang="pt-BR" sz="1000" dirty="0">
                <a:latin typeface="Pangolin" panose="00000500000000000000" pitchFamily="2" charset="0"/>
              </a:rPr>
              <a:t>E se conseguirmos os 3 pontos, ganhamos!</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314325" y="6829202"/>
            <a:ext cx="4051300" cy="553998"/>
          </a:xfrm>
          <a:prstGeom prst="rect">
            <a:avLst/>
          </a:prstGeom>
          <a:noFill/>
        </p:spPr>
        <p:txBody>
          <a:bodyPr wrap="square">
            <a:spAutoFit/>
          </a:bodyPr>
          <a:lstStyle/>
          <a:p>
            <a:pPr algn="ctr"/>
            <a:r>
              <a:rPr lang="pt-BR" sz="1000" dirty="0">
                <a:latin typeface="Pangolin" panose="00000500000000000000" pitchFamily="2" charset="0"/>
              </a:rPr>
              <a:t>Poderia haver muitas soluções para o nosso "problema", mas apenas uma está correta. A solução correta seria a pré-condição, e temos que avaliar como nosso palpite se encaixa nessa pré-condição.</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400110"/>
          </a:xfrm>
          <a:prstGeom prst="rect">
            <a:avLst/>
          </a:prstGeom>
          <a:noFill/>
        </p:spPr>
        <p:txBody>
          <a:bodyPr wrap="square">
            <a:spAutoFit/>
          </a:bodyPr>
          <a:lstStyle/>
          <a:p>
            <a:pPr algn="ctr"/>
            <a:r>
              <a:rPr lang="pt-BR" sz="1000" dirty="0">
                <a:latin typeface="Pangolin" panose="00000500000000000000" pitchFamily="2" charset="0"/>
              </a:rPr>
              <a:t>Êta, estou cheio... E ainda consegui terminar minha lição de casa!</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dirty="0" err="1">
                <a:latin typeface="Pangolin" panose="00000500000000000000" pitchFamily="2" charset="0"/>
              </a:rPr>
              <a:t>Então</a:t>
            </a:r>
            <a:r>
              <a:rPr lang="en-US" sz="1000" dirty="0">
                <a:latin typeface="Pangolin" panose="00000500000000000000" pitchFamily="2" charset="0"/>
              </a:rPr>
              <a:t> </a:t>
            </a:r>
            <a:r>
              <a:rPr lang="en-US" sz="1000" dirty="0" err="1">
                <a:latin typeface="Pangolin" panose="00000500000000000000" pitchFamily="2" charset="0"/>
              </a:rPr>
              <a:t>isso</a:t>
            </a:r>
            <a:r>
              <a:rPr lang="en-US" sz="1000" dirty="0">
                <a:latin typeface="Pangolin" panose="00000500000000000000" pitchFamily="2" charset="0"/>
              </a:rPr>
              <a:t> </a:t>
            </a:r>
            <a:r>
              <a:rPr lang="en-US" sz="1000" dirty="0" err="1">
                <a:latin typeface="Pangolin" panose="00000500000000000000" pitchFamily="2" charset="0"/>
              </a:rPr>
              <a:t>significa</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453063" y="7711325"/>
            <a:ext cx="993457"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en-US" sz="1000" dirty="0">
                <a:latin typeface="Pangolin" panose="00000500000000000000" pitchFamily="2" charset="0"/>
                <a:ea typeface="+mn-ea"/>
                <a:cs typeface="+mn-cs"/>
              </a:rPr>
              <a:t>(</a:t>
            </a:r>
            <a:r>
              <a:rPr lang="en-US" sz="1000" dirty="0" err="1">
                <a:latin typeface="Pangolin" panose="00000500000000000000" pitchFamily="2" charset="0"/>
                <a:ea typeface="+mn-ea"/>
                <a:cs typeface="+mn-cs"/>
              </a:rPr>
              <a:t>lição</a:t>
            </a:r>
            <a:r>
              <a:rPr lang="en-US" sz="1000" dirty="0">
                <a:latin typeface="Pangolin" panose="00000500000000000000" pitchFamily="2" charset="0"/>
                <a:ea typeface="+mn-ea"/>
                <a:cs typeface="+mn-cs"/>
              </a:rPr>
              <a:t>) = true?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28" name="Group 27">
            <a:extLst>
              <a:ext uri="{FF2B5EF4-FFF2-40B4-BE49-F238E27FC236}">
                <a16:creationId xmlns:a16="http://schemas.microsoft.com/office/drawing/2014/main" id="{02D27FD3-979C-ABB7-79DD-E2D3979B5711}"/>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0" name="Picture 29">
              <a:extLst>
                <a:ext uri="{FF2B5EF4-FFF2-40B4-BE49-F238E27FC236}">
                  <a16:creationId xmlns:a16="http://schemas.microsoft.com/office/drawing/2014/main" id="{EC9E5256-87E7-C4DD-A9CB-7624B1A21457}"/>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2" name="Group 31">
              <a:extLst>
                <a:ext uri="{FF2B5EF4-FFF2-40B4-BE49-F238E27FC236}">
                  <a16:creationId xmlns:a16="http://schemas.microsoft.com/office/drawing/2014/main" id="{80C7038D-4D95-8E28-EAD0-7FDE83B8F23B}"/>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3" name="Picture 32">
                <a:extLst>
                  <a:ext uri="{FF2B5EF4-FFF2-40B4-BE49-F238E27FC236}">
                    <a16:creationId xmlns:a16="http://schemas.microsoft.com/office/drawing/2014/main" id="{8B7349AE-5DBB-4F8D-3D38-3B5F647CE419}"/>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34" name="Picture 33">
                <a:extLst>
                  <a:ext uri="{FF2B5EF4-FFF2-40B4-BE49-F238E27FC236}">
                    <a16:creationId xmlns:a16="http://schemas.microsoft.com/office/drawing/2014/main" id="{85A3DAE8-ED64-F8C7-FF8F-05AAC352F6D7}"/>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35" name="Picture 34">
                <a:extLst>
                  <a:ext uri="{FF2B5EF4-FFF2-40B4-BE49-F238E27FC236}">
                    <a16:creationId xmlns:a16="http://schemas.microsoft.com/office/drawing/2014/main" id="{F6D7A098-004C-507A-6C39-5CF0881B3A00}"/>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B5D412-5D77-C62D-26EA-3383663E9229}"/>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998A8265-D729-21A4-BD6E-B440BAEF8B72}"/>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pt-BR" sz="1100" b="1" dirty="0">
                <a:solidFill>
                  <a:srgbClr val="333333"/>
                </a:solidFill>
                <a:latin typeface="Segoe UI" panose="020B0502040204020203" pitchFamily="34" charset="0"/>
                <a:ea typeface="+mn-ea"/>
                <a:cs typeface="Segoe UI" panose="020B0502040204020203" pitchFamily="34" charset="0"/>
              </a:rPr>
              <a:t>Como citar este documento:</a:t>
            </a:r>
            <a:br>
              <a:rPr lang="pt-BR" sz="1100" b="1" dirty="0">
                <a:solidFill>
                  <a:srgbClr val="333333"/>
                </a:solidFill>
                <a:latin typeface="Segoe UI" panose="020B0502040204020203" pitchFamily="34" charset="0"/>
                <a:ea typeface="+mn-ea"/>
                <a:cs typeface="Segoe UI" panose="020B0502040204020203" pitchFamily="34" charset="0"/>
              </a:rPr>
            </a:br>
            <a:br>
              <a:rPr lang="pt-BR" sz="1100" dirty="0">
                <a:solidFill>
                  <a:srgbClr val="333333"/>
                </a:solidFill>
                <a:latin typeface="Segoe UI" panose="020B0502040204020203" pitchFamily="34" charset="0"/>
                <a:ea typeface="+mn-ea"/>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a:t>
            </a:r>
            <a:r>
              <a:rPr lang="en-US" sz="1100" i="1" dirty="0" err="1">
                <a:latin typeface="Segoe UI" panose="020B0502040204020203" pitchFamily="34" charset="0"/>
                <a:cs typeface="Segoe UI" panose="020B0502040204020203" pitchFamily="34" charset="0"/>
              </a:rPr>
              <a:t>Pensamento</a:t>
            </a:r>
            <a:r>
              <a:rPr lang="en-US" sz="1100" i="1" dirty="0">
                <a:latin typeface="Segoe UI" panose="020B0502040204020203" pitchFamily="34" charset="0"/>
                <a:cs typeface="Segoe UI" panose="020B0502040204020203" pitchFamily="34" charset="0"/>
              </a:rPr>
              <a:t> </a:t>
            </a:r>
            <a:r>
              <a:rPr lang="en-US" sz="1100" i="1" dirty="0" err="1">
                <a:latin typeface="Segoe UI" panose="020B0502040204020203" pitchFamily="34" charset="0"/>
                <a:cs typeface="Segoe UI" panose="020B0502040204020203" pitchFamily="34" charset="0"/>
              </a:rPr>
              <a:t>Matemático</a:t>
            </a:r>
            <a:r>
              <a:rPr lang="en-US" sz="1100" i="1" dirty="0">
                <a:latin typeface="Segoe UI" panose="020B0502040204020203" pitchFamily="34" charset="0"/>
                <a:cs typeface="Segoe UI" panose="020B0502040204020203" pitchFamily="34" charset="0"/>
              </a:rPr>
              <a:t>.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pt-BR" sz="1100" b="1" dirty="0">
                <a:solidFill>
                  <a:srgbClr val="333333"/>
                </a:solidFill>
                <a:latin typeface="Segoe UI" panose="020B0502040204020203" pitchFamily="34" charset="0"/>
                <a:ea typeface="+mn-ea"/>
                <a:cs typeface="Segoe UI" panose="020B0502040204020203" pitchFamily="34" charset="0"/>
              </a:rPr>
            </a:br>
            <a:br>
              <a:rPr lang="pt-BR" sz="1100" b="1" dirty="0">
                <a:solidFill>
                  <a:srgbClr val="333333"/>
                </a:solidFill>
                <a:latin typeface="Segoe UI" panose="020B0502040204020203" pitchFamily="34" charset="0"/>
                <a:ea typeface="+mn-ea"/>
                <a:cs typeface="Segoe UI" panose="020B0502040204020203" pitchFamily="34" charset="0"/>
              </a:rPr>
            </a:br>
            <a:r>
              <a:rPr lang="pt-BR" sz="1100" b="1" dirty="0">
                <a:solidFill>
                  <a:srgbClr val="333333"/>
                </a:solidFill>
                <a:latin typeface="Segoe UI" panose="020B0502040204020203" pitchFamily="34" charset="0"/>
                <a:ea typeface="+mn-ea"/>
                <a:cs typeface="Segoe UI" panose="020B0502040204020203" pitchFamily="34" charset="0"/>
              </a:rPr>
              <a:t>Este quadrinho foi adaptado de: </a:t>
            </a:r>
            <a:br>
              <a:rPr lang="pt-BR" sz="1100" dirty="0">
                <a:solidFill>
                  <a:srgbClr val="333333"/>
                </a:solidFill>
                <a:latin typeface="Segoe UI" panose="020B0502040204020203" pitchFamily="34" charset="0"/>
                <a:ea typeface="+mn-ea"/>
                <a:cs typeface="Segoe UI" panose="020B0502040204020203" pitchFamily="34" charset="0"/>
              </a:rPr>
            </a:br>
            <a:br>
              <a:rPr lang="pt-BR" sz="1100" dirty="0">
                <a:solidFill>
                  <a:srgbClr val="333333"/>
                </a:solidFill>
                <a:latin typeface="Segoe UI" panose="020B0502040204020203" pitchFamily="34" charset="0"/>
                <a:ea typeface="+mn-ea"/>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Mathematical Thinking © 2023 by Comixplain Team: Victor-Adriel De-Jesus-Oliveira, Hsiang-Yun Wu, Christina Stoiber, Magdalena Boucher, and Alena Ertl, with illustrations by Magdalena Boucher and Alena Ertl, all employed by Sankt Pölten University of Applied Sciences is licensed under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4" name="Textfeld 1">
            <a:extLst>
              <a:ext uri="{FF2B5EF4-FFF2-40B4-BE49-F238E27FC236}">
                <a16:creationId xmlns:a16="http://schemas.microsoft.com/office/drawing/2014/main" id="{3FC085DF-63F3-D0A1-C920-01358E9AC035}"/>
              </a:ext>
            </a:extLst>
          </p:cNvPr>
          <p:cNvSpPr txBox="1">
            <a:spLocks/>
          </p:cNvSpPr>
          <p:nvPr/>
        </p:nvSpPr>
        <p:spPr>
          <a:xfrm>
            <a:off x="599280" y="790575"/>
            <a:ext cx="5778073" cy="144655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Fontes: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2.xml><?xml version="1.0" encoding="utf-8"?>
<ds:datastoreItem xmlns:ds="http://schemas.openxmlformats.org/officeDocument/2006/customXml" ds:itemID="{BAA2EFCB-1699-40D8-9482-1362BF419D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372B3F-CE2E-42EC-9979-028DA50166FC}">
  <ds:schemaRefs>
    <ds:schemaRef ds:uri="http://purl.org/dc/dcmitype/"/>
    <ds:schemaRef ds:uri="http://www.w3.org/XML/1998/namespace"/>
    <ds:schemaRef ds:uri="94bcf745-830c-42f4-885c-a1d7342e6e36"/>
    <ds:schemaRef ds:uri="http://schemas.microsoft.com/office/2006/documentManagement/types"/>
    <ds:schemaRef ds:uri="http://schemas.microsoft.com/office/2006/metadata/properties"/>
    <ds:schemaRef ds:uri="http://schemas.microsoft.com/office/infopath/2007/PartnerControls"/>
    <ds:schemaRef ds:uri="http://purl.org/dc/elements/1.1/"/>
    <ds:schemaRef ds:uri="da1b7603-f8b8-47c9-9682-dc6aa8e9acd7"/>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15</TotalTime>
  <Words>1210</Words>
  <Application>Microsoft Office PowerPoint</Application>
  <PresentationFormat>A4 Paper (210x297 mm)</PresentationFormat>
  <Paragraphs>112</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Pangolin</vt:lpstr>
      <vt:lpstr>Calibri Light</vt:lpstr>
      <vt:lpstr>Comic Sans MS</vt:lpstr>
      <vt:lpstr>Kristen ITC</vt:lpstr>
      <vt:lpstr>Segoe Script</vt:lpstr>
      <vt:lpstr>Calibri</vt:lpstr>
      <vt:lpstr>Segoe UI</vt:lpstr>
      <vt:lpstr>Arial</vt:lpstr>
      <vt:lpstr>Office</vt:lpstr>
      <vt:lpstr>Pensamento Matemático</vt:lpstr>
      <vt:lpstr>PowerPoint Presentation</vt:lpstr>
      <vt:lpstr>Vou provar a feijoada.</vt:lpstr>
      <vt:lpstr>Quantas possibilidades restam?</vt:lpstr>
      <vt:lpstr>Em uma notação matemática, isso ficaria assim:</vt:lpstr>
      <vt:lpstr>(lição) = true?</vt:lpstr>
      <vt:lpstr>Como citar este documento:  Wu, H.-Y., Boucher, A., Boucher, M., Stoiber, C., &amp; De-Jesus-Oliveira, V.-A. (2025). Pensamento Matemático. University of Applied Sciences St. Pölten (USTP). https://www.comixplain.cc  Este quadrinho foi adaptado de:   Mathematical Thinking © 2023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Pensamento Matemático</dc:title>
  <dc:creator>Boucher Magdalena</dc:creator>
  <cp:lastModifiedBy>de-Jesus-Oliveira Victor-Adriel</cp:lastModifiedBy>
  <cp:revision>27</cp:revision>
  <dcterms:created xsi:type="dcterms:W3CDTF">2022-09-19T11:21:57Z</dcterms:created>
  <dcterms:modified xsi:type="dcterms:W3CDTF">2025-11-08T14:20:54Z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
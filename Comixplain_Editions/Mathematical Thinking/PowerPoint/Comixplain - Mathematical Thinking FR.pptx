
<file path=[Content_Types].xml><?xml version="1.0" encoding="utf-8"?>
<Types xmlns="http://schemas.openxmlformats.org/package/2006/content-types">
  <Default Extension="fntdata" ContentType="application/x-fontdata"/>
  <Default Extension="jpeg" ContentType="image/jpeg"/>
  <Default Extension="jpg" ContentType="image/jpeg"/>
  <Default Extension="png" ContentType="image/png"/>
  <Default Extension="rels" ContentType="application/vnd.openxmlformats-package.relationships+xml"/>
  <Default Extension="wdp" ContentType="image/vnd.ms-photo"/>
  <Default Extension="xml" ContentType="application/xml"/>
  <Override PartName="/ppt/presentation.xml" ContentType="application/vnd.openxmlformats-officedocument.presentationml.presentation.main+xml"/>
  <Override PartName="/customXml/itemProps1.xml" ContentType="application/vnd.openxmlformats-officedocument.customXmlProperties+xml"/>
  <Override PartName="/customXml/itemProps2.xml" ContentType="application/vnd.openxmlformats-officedocument.customXmlProperties+xml"/>
  <Override PartName="/customXml/itemProps3.xml" ContentType="application/vnd.openxmlformats-officedocument.customXmlProperties+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changesInfos/changesInfo1.xml" ContentType="application/vnd.ms-powerpoint.changesinfo+xml"/>
  <Override PartName="/ppt/revisionInfo.xml" ContentType="application/vnd.ms-powerpoint.revisioninfo+xml"/>
  <Override PartName="/ppt/authors.xml" ContentType="application/vnd.ms-powerpoint.authors+xml"/>
  <Override PartName="/docProps/core.xml" ContentType="application/vnd.openxmlformats-package.core-properties+xml"/>
  <Override PartName="/docProps/app.xml" ContentType="application/vnd.openxmlformats-officedocument.extended-properties+xml"/>
  <Override PartName="/docProps/custom.xml" ContentType="application/vnd.openxmlformats-officedocument.custom-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5" Type="http://schemas.openxmlformats.org/officeDocument/2006/relationships/custom-properties" Target="docProps/custom.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embedTrueTypeFonts="1">
  <p:sldMasterIdLst>
    <p:sldMasterId id="2147483660" r:id="rId4"/>
  </p:sldMasterIdLst>
  <p:sldIdLst>
    <p:sldId id="285" r:id="rId5"/>
    <p:sldId id="267" r:id="rId6"/>
    <p:sldId id="259" r:id="rId7"/>
    <p:sldId id="260" r:id="rId8"/>
    <p:sldId id="261" r:id="rId9"/>
    <p:sldId id="262" r:id="rId10"/>
    <p:sldId id="268" r:id="rId11"/>
  </p:sldIdLst>
  <p:sldSz cx="6858000" cy="9906000" type="A4"/>
  <p:notesSz cx="6858000" cy="9144000"/>
  <p:embeddedFontLst>
    <p:embeddedFont>
      <p:font typeface="Comic Sans MS" panose="030F0702030302020204" pitchFamily="66" charset="0"/>
      <p:regular r:id="rId12"/>
      <p:bold r:id="rId13"/>
      <p:italic r:id="rId14"/>
      <p:boldItalic r:id="rId15"/>
    </p:embeddedFont>
    <p:embeddedFont>
      <p:font typeface="Kristen ITC" panose="03050502040202030202" pitchFamily="66" charset="0"/>
      <p:regular r:id="rId16"/>
    </p:embeddedFont>
    <p:embeddedFont>
      <p:font typeface="Momopresentation Updated 2" panose="02000503000000000000" pitchFamily="2" charset="0"/>
      <p:regular r:id="rId17"/>
    </p:embeddedFont>
    <p:embeddedFont>
      <p:font typeface="Pangolin" panose="00000500000000000000" pitchFamily="2" charset="0"/>
      <p:regular r:id="rId18"/>
    </p:embeddedFont>
    <p:embeddedFont>
      <p:font typeface="Segoe Script" panose="030B0504020000000003" pitchFamily="66" charset="0"/>
      <p:regular r:id="rId19"/>
      <p:bold r:id="rId20"/>
    </p:embeddedFont>
    <p:embeddedFont>
      <p:font typeface="Segoe UI" panose="020B0502040204020203" pitchFamily="34" charset="0"/>
      <p:regular r:id="rId21"/>
      <p:bold r:id="rId22"/>
      <p:italic r:id="rId23"/>
      <p:boldItalic r:id="rId24"/>
    </p:embeddedFont>
  </p:embeddedFontLst>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15:guide id="1" orient="horz" pos="330" userDrawn="1">
          <p15:clr>
            <a:srgbClr val="A4A3A4"/>
          </p15:clr>
        </p15:guide>
        <p15:guide id="2" pos="142" userDrawn="1">
          <p15:clr>
            <a:srgbClr val="A4A3A4"/>
          </p15:clr>
        </p15:guide>
        <p15:guide id="3" pos="4178" userDrawn="1">
          <p15:clr>
            <a:srgbClr val="A4A3A4"/>
          </p15:clr>
        </p15:guide>
        <p15:guide id="4" orient="horz" pos="6091" userDrawn="1">
          <p15:clr>
            <a:srgbClr val="A4A3A4"/>
          </p15:clr>
        </p15:guide>
        <p15:guide id="5" orient="horz" pos="2190" userDrawn="1">
          <p15:clr>
            <a:srgbClr val="A4A3A4"/>
          </p15:clr>
        </p15:guide>
        <p15:guide id="6" orient="horz" pos="2281" userDrawn="1">
          <p15:clr>
            <a:srgbClr val="A4A3A4"/>
          </p15:clr>
        </p15:guide>
        <p15:guide id="7" orient="horz" pos="4141" userDrawn="1">
          <p15:clr>
            <a:srgbClr val="A4A3A4"/>
          </p15:clr>
        </p15:guide>
        <p15:guide id="8" orient="horz" pos="4231" userDrawn="1">
          <p15:clr>
            <a:srgbClr val="A4A3A4"/>
          </p15:clr>
        </p15:guide>
        <p15:guide id="9" pos="1434" userDrawn="1">
          <p15:clr>
            <a:srgbClr val="A4A3A4"/>
          </p15:clr>
        </p15:guide>
        <p15:guide id="10" pos="1502" userDrawn="1">
          <p15:clr>
            <a:srgbClr val="A4A3A4"/>
          </p15:clr>
        </p15:guide>
        <p15:guide id="11" pos="2886" userDrawn="1">
          <p15:clr>
            <a:srgbClr val="A4A3A4"/>
          </p15:clr>
        </p15:guide>
        <p15:guide id="13" pos="2818" userDrawn="1">
          <p15:clr>
            <a:srgbClr val="A4A3A4"/>
          </p15:clr>
        </p15:guide>
      </p15:sldGuideLst>
    </p:ext>
  </p:extLst>
</p:presentation>
</file>

<file path=ppt/authors.xml><?xml version="1.0" encoding="utf-8"?>
<p188:authorLst xmlns:a="http://schemas.openxmlformats.org/drawingml/2006/main" xmlns:r="http://schemas.openxmlformats.org/officeDocument/2006/relationships" xmlns:p188="http://schemas.microsoft.com/office/powerpoint/2018/8/main">
  <p188:author id="{BAE21066-5CBC-E5A7-BE16-7ECA22EAB431}" name="Boucher Magdalena" initials="BM" userId="S::mboucher@fhstp.ac.at::3b3beade-24cc-4d73-b82b-c0fcc41b489b" providerId="AD"/>
</p188:authorLst>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revisionInfo.xml><?xml version="1.0" encoding="utf-8"?>
<p1510:revInfo xmlns:a="http://schemas.openxmlformats.org/drawingml/2006/main" xmlns:r="http://schemas.openxmlformats.org/officeDocument/2006/relationships" xmlns:p1510="http://schemas.microsoft.com/office/powerpoint/2015/10/main">
  <p1510:revLst>
    <p1510:client id="{59ED9F3F-124A-46B1-A6D7-C4C98EA7BB8C}" v="12" dt="2025-11-07T17:40:30.926"/>
  </p1510:revLst>
</p1510:revInfo>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p:restoredLeft sz="16014" autoAdjust="0"/>
    <p:restoredTop sz="96374" autoAdjust="0"/>
  </p:normalViewPr>
  <p:slideViewPr>
    <p:cSldViewPr snapToGrid="0">
      <p:cViewPr varScale="1">
        <p:scale>
          <a:sx n="74" d="100"/>
          <a:sy n="74" d="100"/>
        </p:scale>
        <p:origin x="3174" y="78"/>
      </p:cViewPr>
      <p:guideLst>
        <p:guide orient="horz" pos="330"/>
        <p:guide pos="142"/>
        <p:guide pos="4178"/>
        <p:guide orient="horz" pos="6091"/>
        <p:guide orient="horz" pos="2190"/>
        <p:guide orient="horz" pos="2281"/>
        <p:guide orient="horz" pos="4141"/>
        <p:guide orient="horz" pos="4231"/>
        <p:guide pos="1434"/>
        <p:guide pos="1502"/>
        <p:guide pos="2886"/>
        <p:guide pos="2818"/>
      </p:guideLst>
    </p:cSldViewPr>
  </p:slideViewPr>
  <p:outlineViewPr>
    <p:cViewPr>
      <p:scale>
        <a:sx n="33" d="100"/>
        <a:sy n="33" d="100"/>
      </p:scale>
      <p:origin x="0" y="0"/>
    </p:cViewPr>
  </p:outlineViewPr>
  <p:notesTextViewPr>
    <p:cViewPr>
      <p:scale>
        <a:sx n="1" d="1"/>
        <a:sy n="1" d="1"/>
      </p:scale>
      <p:origin x="0" y="0"/>
    </p:cViewPr>
  </p:notesTextViewPr>
  <p:gridSpacing cx="72008" cy="72008"/>
</p:viewPr>
</file>

<file path=ppt/_rels/presentation.xml.rels><?xml version="1.0" encoding="UTF-8" standalone="yes"?>
<Relationships xmlns="http://schemas.openxmlformats.org/package/2006/relationships"><Relationship Id="rId8" Type="http://schemas.openxmlformats.org/officeDocument/2006/relationships/slide" Target="slides/slide4.xml"/><Relationship Id="rId13" Type="http://schemas.openxmlformats.org/officeDocument/2006/relationships/font" Target="fonts/font2.fntdata"/><Relationship Id="rId18" Type="http://schemas.openxmlformats.org/officeDocument/2006/relationships/font" Target="fonts/font7.fntdata"/><Relationship Id="rId26" Type="http://schemas.openxmlformats.org/officeDocument/2006/relationships/viewProps" Target="viewProps.xml"/><Relationship Id="rId3" Type="http://schemas.openxmlformats.org/officeDocument/2006/relationships/customXml" Target="../customXml/item3.xml"/><Relationship Id="rId21" Type="http://schemas.openxmlformats.org/officeDocument/2006/relationships/font" Target="fonts/font10.fntdata"/><Relationship Id="rId7" Type="http://schemas.openxmlformats.org/officeDocument/2006/relationships/slide" Target="slides/slide3.xml"/><Relationship Id="rId12" Type="http://schemas.openxmlformats.org/officeDocument/2006/relationships/font" Target="fonts/font1.fntdata"/><Relationship Id="rId17" Type="http://schemas.openxmlformats.org/officeDocument/2006/relationships/font" Target="fonts/font6.fntdata"/><Relationship Id="rId25" Type="http://schemas.openxmlformats.org/officeDocument/2006/relationships/presProps" Target="presProps.xml"/><Relationship Id="rId2" Type="http://schemas.openxmlformats.org/officeDocument/2006/relationships/customXml" Target="../customXml/item2.xml"/><Relationship Id="rId16" Type="http://schemas.openxmlformats.org/officeDocument/2006/relationships/font" Target="fonts/font5.fntdata"/><Relationship Id="rId20" Type="http://schemas.openxmlformats.org/officeDocument/2006/relationships/font" Target="fonts/font9.fntdata"/><Relationship Id="rId29" Type="http://schemas.microsoft.com/office/2016/11/relationships/changesInfo" Target="changesInfos/changesInfo1.xml"/><Relationship Id="rId1" Type="http://schemas.openxmlformats.org/officeDocument/2006/relationships/customXml" Target="../customXml/item1.xml"/><Relationship Id="rId6" Type="http://schemas.openxmlformats.org/officeDocument/2006/relationships/slide" Target="slides/slide2.xml"/><Relationship Id="rId11" Type="http://schemas.openxmlformats.org/officeDocument/2006/relationships/slide" Target="slides/slide7.xml"/><Relationship Id="rId24" Type="http://schemas.openxmlformats.org/officeDocument/2006/relationships/font" Target="fonts/font13.fntdata"/><Relationship Id="rId5" Type="http://schemas.openxmlformats.org/officeDocument/2006/relationships/slide" Target="slides/slide1.xml"/><Relationship Id="rId15" Type="http://schemas.openxmlformats.org/officeDocument/2006/relationships/font" Target="fonts/font4.fntdata"/><Relationship Id="rId23" Type="http://schemas.openxmlformats.org/officeDocument/2006/relationships/font" Target="fonts/font12.fntdata"/><Relationship Id="rId28" Type="http://schemas.openxmlformats.org/officeDocument/2006/relationships/tableStyles" Target="tableStyles.xml"/><Relationship Id="rId10" Type="http://schemas.openxmlformats.org/officeDocument/2006/relationships/slide" Target="slides/slide6.xml"/><Relationship Id="rId19" Type="http://schemas.openxmlformats.org/officeDocument/2006/relationships/font" Target="fonts/font8.fntdata"/><Relationship Id="rId31" Type="http://schemas.microsoft.com/office/2018/10/relationships/authors" Target="authors.xml"/><Relationship Id="rId4" Type="http://schemas.openxmlformats.org/officeDocument/2006/relationships/slideMaster" Target="slideMasters/slideMaster1.xml"/><Relationship Id="rId9" Type="http://schemas.openxmlformats.org/officeDocument/2006/relationships/slide" Target="slides/slide5.xml"/><Relationship Id="rId14" Type="http://schemas.openxmlformats.org/officeDocument/2006/relationships/font" Target="fonts/font3.fntdata"/><Relationship Id="rId22" Type="http://schemas.openxmlformats.org/officeDocument/2006/relationships/font" Target="fonts/font11.fntdata"/><Relationship Id="rId27" Type="http://schemas.openxmlformats.org/officeDocument/2006/relationships/theme" Target="theme/theme1.xml"/><Relationship Id="rId30" Type="http://schemas.microsoft.com/office/2015/10/relationships/revisionInfo" Target="revisionInfo.xml"/></Relationships>
</file>

<file path=ppt/changesInfos/changesInfo1.xml><?xml version="1.0" encoding="utf-8"?>
<pc:chgInfo xmlns:a="http://schemas.openxmlformats.org/drawingml/2006/main" xmlns:r="http://schemas.openxmlformats.org/officeDocument/2006/relationships" xmlns:ac="http://schemas.microsoft.com/office/drawing/2013/main/command" xmlns:pc="http://schemas.microsoft.com/office/powerpoint/2013/main/command">
  <pc:docChgLst>
    <pc:chgData name="de-Jesus-Oliveira Victor-Adriel" userId="a708fc36-3c1b-42ab-b5e9-2e1fa3c6605e" providerId="ADAL" clId="{39AA12F0-CB51-4D67-A3A6-7C3EC2C345CA}"/>
    <pc:docChg chg="custSel modSld">
      <pc:chgData name="de-Jesus-Oliveira Victor-Adriel" userId="a708fc36-3c1b-42ab-b5e9-2e1fa3c6605e" providerId="ADAL" clId="{39AA12F0-CB51-4D67-A3A6-7C3EC2C345CA}" dt="2025-11-07T17:38:22.992" v="33" actId="20577"/>
      <pc:docMkLst>
        <pc:docMk/>
      </pc:docMkLst>
      <pc:sldChg chg="addSp delSp modSp mod">
        <pc:chgData name="de-Jesus-Oliveira Victor-Adriel" userId="a708fc36-3c1b-42ab-b5e9-2e1fa3c6605e" providerId="ADAL" clId="{39AA12F0-CB51-4D67-A3A6-7C3EC2C345CA}" dt="2025-11-07T17:29:59.762" v="18" actId="20577"/>
        <pc:sldMkLst>
          <pc:docMk/>
          <pc:sldMk cId="4264380333" sldId="267"/>
        </pc:sldMkLst>
        <pc:spChg chg="mod">
          <ac:chgData name="de-Jesus-Oliveira Victor-Adriel" userId="a708fc36-3c1b-42ab-b5e9-2e1fa3c6605e" providerId="ADAL" clId="{39AA12F0-CB51-4D67-A3A6-7C3EC2C345CA}" dt="2025-11-07T17:29:59.762" v="18" actId="20577"/>
          <ac:spMkLst>
            <pc:docMk/>
            <pc:sldMk cId="4264380333" sldId="267"/>
            <ac:spMk id="2" creationId="{36F7C832-7D7F-40CB-9479-79BC46A793B9}"/>
          </ac:spMkLst>
        </pc:spChg>
        <pc:spChg chg="del">
          <ac:chgData name="de-Jesus-Oliveira Victor-Adriel" userId="a708fc36-3c1b-42ab-b5e9-2e1fa3c6605e" providerId="ADAL" clId="{39AA12F0-CB51-4D67-A3A6-7C3EC2C345CA}" dt="2025-11-07T17:25:12.141" v="2" actId="478"/>
          <ac:spMkLst>
            <pc:docMk/>
            <pc:sldMk cId="4264380333" sldId="267"/>
            <ac:spMk id="3" creationId="{BDA6C568-2680-C07A-AA32-B904AD749A02}"/>
          </ac:spMkLst>
        </pc:spChg>
        <pc:spChg chg="add mod">
          <ac:chgData name="de-Jesus-Oliveira Victor-Adriel" userId="a708fc36-3c1b-42ab-b5e9-2e1fa3c6605e" providerId="ADAL" clId="{39AA12F0-CB51-4D67-A3A6-7C3EC2C345CA}" dt="2025-11-07T17:26:36.198" v="4"/>
          <ac:spMkLst>
            <pc:docMk/>
            <pc:sldMk cId="4264380333" sldId="267"/>
            <ac:spMk id="7" creationId="{3DE6C459-E0DA-DBBA-09C5-D41B9DCCD08B}"/>
          </ac:spMkLst>
        </pc:spChg>
        <pc:spChg chg="add mod">
          <ac:chgData name="de-Jesus-Oliveira Victor-Adriel" userId="a708fc36-3c1b-42ab-b5e9-2e1fa3c6605e" providerId="ADAL" clId="{39AA12F0-CB51-4D67-A3A6-7C3EC2C345CA}" dt="2025-11-07T17:27:34.080" v="7"/>
          <ac:spMkLst>
            <pc:docMk/>
            <pc:sldMk cId="4264380333" sldId="267"/>
            <ac:spMk id="11" creationId="{6A1908F1-735C-E8EA-4216-8C630239B4C4}"/>
          </ac:spMkLst>
        </pc:spChg>
        <pc:grpChg chg="add mod">
          <ac:chgData name="de-Jesus-Oliveira Victor-Adriel" userId="a708fc36-3c1b-42ab-b5e9-2e1fa3c6605e" providerId="ADAL" clId="{39AA12F0-CB51-4D67-A3A6-7C3EC2C345CA}" dt="2025-11-07T17:26:36.198" v="4"/>
          <ac:grpSpMkLst>
            <pc:docMk/>
            <pc:sldMk cId="4264380333" sldId="267"/>
            <ac:grpSpMk id="8" creationId="{B00A697D-A4DE-38D7-8BB9-919046FFD6AD}"/>
          </ac:grpSpMkLst>
        </pc:grpChg>
        <pc:grpChg chg="add mod">
          <ac:chgData name="de-Jesus-Oliveira Victor-Adriel" userId="a708fc36-3c1b-42ab-b5e9-2e1fa3c6605e" providerId="ADAL" clId="{39AA12F0-CB51-4D67-A3A6-7C3EC2C345CA}" dt="2025-11-07T17:26:36.198" v="4"/>
          <ac:grpSpMkLst>
            <pc:docMk/>
            <pc:sldMk cId="4264380333" sldId="267"/>
            <ac:grpSpMk id="12" creationId="{1AF8837B-147C-B098-2B0B-26DFE03C5FBB}"/>
          </ac:grpSpMkLst>
        </pc:grpChg>
        <pc:picChg chg="del">
          <ac:chgData name="de-Jesus-Oliveira Victor-Adriel" userId="a708fc36-3c1b-42ab-b5e9-2e1fa3c6605e" providerId="ADAL" clId="{39AA12F0-CB51-4D67-A3A6-7C3EC2C345CA}" dt="2025-11-07T17:25:10.256" v="0" actId="478"/>
          <ac:picMkLst>
            <pc:docMk/>
            <pc:sldMk cId="4264380333" sldId="267"/>
            <ac:picMk id="4" creationId="{2EB10971-A7A0-4F60-8D4A-4B8950F4D157}"/>
          </ac:picMkLst>
        </pc:picChg>
        <pc:picChg chg="del">
          <ac:chgData name="de-Jesus-Oliveira Victor-Adriel" userId="a708fc36-3c1b-42ab-b5e9-2e1fa3c6605e" providerId="ADAL" clId="{39AA12F0-CB51-4D67-A3A6-7C3EC2C345CA}" dt="2025-11-07T17:25:10.891" v="1" actId="478"/>
          <ac:picMkLst>
            <pc:docMk/>
            <pc:sldMk cId="4264380333" sldId="267"/>
            <ac:picMk id="5" creationId="{F8136627-41BD-0C39-3A96-9058C1BB7C3E}"/>
          </ac:picMkLst>
        </pc:picChg>
        <pc:picChg chg="add mod">
          <ac:chgData name="de-Jesus-Oliveira Victor-Adriel" userId="a708fc36-3c1b-42ab-b5e9-2e1fa3c6605e" providerId="ADAL" clId="{39AA12F0-CB51-4D67-A3A6-7C3EC2C345CA}" dt="2025-11-07T17:26:36.198" v="4"/>
          <ac:picMkLst>
            <pc:docMk/>
            <pc:sldMk cId="4264380333" sldId="267"/>
            <ac:picMk id="6" creationId="{7DB895FF-FC89-02B6-B475-0EA081CD4A88}"/>
          </ac:picMkLst>
        </pc:picChg>
        <pc:picChg chg="mod">
          <ac:chgData name="de-Jesus-Oliveira Victor-Adriel" userId="a708fc36-3c1b-42ab-b5e9-2e1fa3c6605e" providerId="ADAL" clId="{39AA12F0-CB51-4D67-A3A6-7C3EC2C345CA}" dt="2025-11-07T17:26:36.198" v="4"/>
          <ac:picMkLst>
            <pc:docMk/>
            <pc:sldMk cId="4264380333" sldId="267"/>
            <ac:picMk id="9" creationId="{E6FADCA3-DAE4-5E83-2464-09949992653C}"/>
          </ac:picMkLst>
        </pc:picChg>
        <pc:picChg chg="mod">
          <ac:chgData name="de-Jesus-Oliveira Victor-Adriel" userId="a708fc36-3c1b-42ab-b5e9-2e1fa3c6605e" providerId="ADAL" clId="{39AA12F0-CB51-4D67-A3A6-7C3EC2C345CA}" dt="2025-11-07T17:26:36.198" v="4"/>
          <ac:picMkLst>
            <pc:docMk/>
            <pc:sldMk cId="4264380333" sldId="267"/>
            <ac:picMk id="10" creationId="{DE60B90B-9819-0DD4-C3E1-74C4461D5292}"/>
          </ac:picMkLst>
        </pc:picChg>
        <pc:picChg chg="mod">
          <ac:chgData name="de-Jesus-Oliveira Victor-Adriel" userId="a708fc36-3c1b-42ab-b5e9-2e1fa3c6605e" providerId="ADAL" clId="{39AA12F0-CB51-4D67-A3A6-7C3EC2C345CA}" dt="2025-11-07T17:26:36.198" v="4"/>
          <ac:picMkLst>
            <pc:docMk/>
            <pc:sldMk cId="4264380333" sldId="267"/>
            <ac:picMk id="13" creationId="{79277C94-5D24-F752-A934-6CC1FC03F297}"/>
          </ac:picMkLst>
        </pc:picChg>
        <pc:picChg chg="mod">
          <ac:chgData name="de-Jesus-Oliveira Victor-Adriel" userId="a708fc36-3c1b-42ab-b5e9-2e1fa3c6605e" providerId="ADAL" clId="{39AA12F0-CB51-4D67-A3A6-7C3EC2C345CA}" dt="2025-11-07T17:26:36.198" v="4"/>
          <ac:picMkLst>
            <pc:docMk/>
            <pc:sldMk cId="4264380333" sldId="267"/>
            <ac:picMk id="14" creationId="{BB94C92E-A7ED-8EC5-579E-0544941F7B55}"/>
          </ac:picMkLst>
        </pc:picChg>
        <pc:picChg chg="mod">
          <ac:chgData name="de-Jesus-Oliveira Victor-Adriel" userId="a708fc36-3c1b-42ab-b5e9-2e1fa3c6605e" providerId="ADAL" clId="{39AA12F0-CB51-4D67-A3A6-7C3EC2C345CA}" dt="2025-11-07T17:26:36.198" v="4"/>
          <ac:picMkLst>
            <pc:docMk/>
            <pc:sldMk cId="4264380333" sldId="267"/>
            <ac:picMk id="15" creationId="{07E5CD10-81D5-B060-C982-077EC6B1AB36}"/>
          </ac:picMkLst>
        </pc:picChg>
      </pc:sldChg>
      <pc:sldChg chg="addSp modSp mod">
        <pc:chgData name="de-Jesus-Oliveira Victor-Adriel" userId="a708fc36-3c1b-42ab-b5e9-2e1fa3c6605e" providerId="ADAL" clId="{39AA12F0-CB51-4D67-A3A6-7C3EC2C345CA}" dt="2025-11-07T17:38:22.992" v="33" actId="20577"/>
        <pc:sldMkLst>
          <pc:docMk/>
          <pc:sldMk cId="171183961" sldId="268"/>
        </pc:sldMkLst>
        <pc:spChg chg="mod">
          <ac:chgData name="de-Jesus-Oliveira Victor-Adriel" userId="a708fc36-3c1b-42ab-b5e9-2e1fa3c6605e" providerId="ADAL" clId="{39AA12F0-CB51-4D67-A3A6-7C3EC2C345CA}" dt="2025-11-07T17:38:22.992" v="33" actId="20577"/>
          <ac:spMkLst>
            <pc:docMk/>
            <pc:sldMk cId="171183961" sldId="268"/>
            <ac:spMk id="3" creationId="{998A8265-D729-21A4-BD6E-B440BAEF8B72}"/>
          </ac:spMkLst>
        </pc:spChg>
        <pc:picChg chg="add mod ord">
          <ac:chgData name="de-Jesus-Oliveira Victor-Adriel" userId="a708fc36-3c1b-42ab-b5e9-2e1fa3c6605e" providerId="ADAL" clId="{39AA12F0-CB51-4D67-A3A6-7C3EC2C345CA}" dt="2025-11-07T17:31:59.460" v="20" actId="167"/>
          <ac:picMkLst>
            <pc:docMk/>
            <pc:sldMk cId="171183961" sldId="268"/>
            <ac:picMk id="2" creationId="{987EFB1A-ACAF-4478-CEE5-9AEB372CAD02}"/>
          </ac:picMkLst>
        </pc:picChg>
      </pc:sldChg>
    </pc:docChg>
  </pc:docChgLst>
</pc:chgInfo>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elfolie">
    <p:spTree>
      <p:nvGrpSpPr>
        <p:cNvPr id="1" name=""/>
        <p:cNvGrpSpPr/>
        <p:nvPr/>
      </p:nvGrpSpPr>
      <p:grpSpPr>
        <a:xfrm>
          <a:off x="0" y="0"/>
          <a:ext cx="0" cy="0"/>
          <a:chOff x="0" y="0"/>
          <a:chExt cx="0" cy="0"/>
        </a:xfrm>
      </p:grpSpPr>
      <p:sp>
        <p:nvSpPr>
          <p:cNvPr id="2" name="Title 1"/>
          <p:cNvSpPr>
            <a:spLocks noGrp="1"/>
          </p:cNvSpPr>
          <p:nvPr>
            <p:ph type="ctrTitle"/>
          </p:nvPr>
        </p:nvSpPr>
        <p:spPr>
          <a:xfrm>
            <a:off x="514350" y="1621191"/>
            <a:ext cx="5829300" cy="3448756"/>
          </a:xfrm>
        </p:spPr>
        <p:txBody>
          <a:bodyPr anchor="b"/>
          <a:lstStyle>
            <a:lvl1pPr algn="ctr">
              <a:defRPr sz="4500"/>
            </a:lvl1pPr>
          </a:lstStyle>
          <a:p>
            <a:r>
              <a:rPr lang="de-DE"/>
              <a:t>Mastertitelformat bearbeiten</a:t>
            </a:r>
            <a:endParaRPr lang="en-US" dirty="0"/>
          </a:p>
        </p:txBody>
      </p:sp>
      <p:sp>
        <p:nvSpPr>
          <p:cNvPr id="3" name="Subtitle 2"/>
          <p:cNvSpPr>
            <a:spLocks noGrp="1"/>
          </p:cNvSpPr>
          <p:nvPr>
            <p:ph type="subTitle" idx="1"/>
          </p:nvPr>
        </p:nvSpPr>
        <p:spPr>
          <a:xfrm>
            <a:off x="857250" y="5202944"/>
            <a:ext cx="5143500" cy="2391656"/>
          </a:xfrm>
        </p:spPr>
        <p:txBody>
          <a:bodyPr/>
          <a:lstStyle>
            <a:lvl1pPr marL="0" indent="0" algn="ctr">
              <a:buNone/>
              <a:defRPr sz="1800"/>
            </a:lvl1pPr>
            <a:lvl2pPr marL="342900" indent="0" algn="ctr">
              <a:buNone/>
              <a:defRPr sz="1500"/>
            </a:lvl2pPr>
            <a:lvl3pPr marL="685800" indent="0" algn="ctr">
              <a:buNone/>
              <a:defRPr sz="1350"/>
            </a:lvl3pPr>
            <a:lvl4pPr marL="1028700" indent="0" algn="ctr">
              <a:buNone/>
              <a:defRPr sz="1200"/>
            </a:lvl4pPr>
            <a:lvl5pPr marL="1371600" indent="0" algn="ctr">
              <a:buNone/>
              <a:defRPr sz="1200"/>
            </a:lvl5pPr>
            <a:lvl6pPr marL="1714500" indent="0" algn="ctr">
              <a:buNone/>
              <a:defRPr sz="1200"/>
            </a:lvl6pPr>
            <a:lvl7pPr marL="2057400" indent="0" algn="ctr">
              <a:buNone/>
              <a:defRPr sz="1200"/>
            </a:lvl7pPr>
            <a:lvl8pPr marL="2400300" indent="0" algn="ctr">
              <a:buNone/>
              <a:defRPr sz="1200"/>
            </a:lvl8pPr>
            <a:lvl9pPr marL="2743200" indent="0" algn="ctr">
              <a:buNone/>
              <a:defRPr sz="1200"/>
            </a:lvl9pPr>
          </a:lstStyle>
          <a:p>
            <a:r>
              <a:rPr lang="de-DE"/>
              <a:t>Master-Untertitelformat bearbeiten</a:t>
            </a:r>
            <a:endParaRPr lang="en-US" dirty="0"/>
          </a:p>
        </p:txBody>
      </p:sp>
      <p:sp>
        <p:nvSpPr>
          <p:cNvPr id="4" name="Date Placeholder 3"/>
          <p:cNvSpPr>
            <a:spLocks noGrp="1"/>
          </p:cNvSpPr>
          <p:nvPr>
            <p:ph type="dt" sz="half" idx="10"/>
          </p:nvPr>
        </p:nvSpPr>
        <p:spPr/>
        <p:txBody>
          <a:bodyPr/>
          <a:lstStyle/>
          <a:p>
            <a:fld id="{54B5A053-06E9-40EE-BE46-DB75A413985D}" type="datetimeFigureOut">
              <a:rPr lang="de-AT" smtClean="0"/>
              <a:t>07.11.2025</a:t>
            </a:fld>
            <a:endParaRPr lang="de-AT"/>
          </a:p>
        </p:txBody>
      </p:sp>
      <p:sp>
        <p:nvSpPr>
          <p:cNvPr id="5" name="Footer Placeholder 4"/>
          <p:cNvSpPr>
            <a:spLocks noGrp="1"/>
          </p:cNvSpPr>
          <p:nvPr>
            <p:ph type="ftr" sz="quarter" idx="11"/>
          </p:nvPr>
        </p:nvSpPr>
        <p:spPr/>
        <p:txBody>
          <a:bodyPr/>
          <a:lstStyle/>
          <a:p>
            <a:endParaRPr lang="de-AT"/>
          </a:p>
        </p:txBody>
      </p:sp>
      <p:sp>
        <p:nvSpPr>
          <p:cNvPr id="6" name="Slide Number Placeholder 5"/>
          <p:cNvSpPr>
            <a:spLocks noGrp="1"/>
          </p:cNvSpPr>
          <p:nvPr>
            <p:ph type="sldNum" sz="quarter" idx="12"/>
          </p:nvPr>
        </p:nvSpPr>
        <p:spPr/>
        <p:txBody>
          <a:bodyPr/>
          <a:lstStyle/>
          <a:p>
            <a:fld id="{09C44C4A-945E-4A56-A1E7-C9D60F5427FF}" type="slidenum">
              <a:rPr lang="de-AT" smtClean="0"/>
              <a:t>‹#›</a:t>
            </a:fld>
            <a:endParaRPr lang="de-AT"/>
          </a:p>
        </p:txBody>
      </p:sp>
    </p:spTree>
    <p:extLst>
      <p:ext uri="{BB962C8B-B14F-4D97-AF65-F5344CB8AC3E}">
        <p14:creationId xmlns:p14="http://schemas.microsoft.com/office/powerpoint/2010/main" val="1423695707"/>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el und Inhal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de-DE"/>
              <a:t>Mastertitelformat bearbeiten</a:t>
            </a:r>
            <a:endParaRPr lang="en-US" dirty="0"/>
          </a:p>
        </p:txBody>
      </p:sp>
      <p:sp>
        <p:nvSpPr>
          <p:cNvPr id="3" name="Content Placeholder 2"/>
          <p:cNvSpPr>
            <a:spLocks noGrp="1"/>
          </p:cNvSpPr>
          <p:nvPr>
            <p:ph idx="1"/>
          </p:nvPr>
        </p:nvSpPr>
        <p:spPr/>
        <p:txBody>
          <a:bodyPr/>
          <a:lstStyle/>
          <a:p>
            <a:pPr lvl="0"/>
            <a:r>
              <a:rPr lang="de-DE"/>
              <a:t>Mastertextformat bearbeiten</a:t>
            </a:r>
          </a:p>
          <a:p>
            <a:pPr lvl="1"/>
            <a:r>
              <a:rPr lang="de-DE"/>
              <a:t>Zweite Ebene</a:t>
            </a:r>
          </a:p>
          <a:p>
            <a:pPr lvl="2"/>
            <a:r>
              <a:rPr lang="de-DE"/>
              <a:t>Dritte Ebene</a:t>
            </a:r>
          </a:p>
          <a:p>
            <a:pPr lvl="3"/>
            <a:r>
              <a:rPr lang="de-DE"/>
              <a:t>Vierte Ebene</a:t>
            </a:r>
          </a:p>
          <a:p>
            <a:pPr lvl="4"/>
            <a:r>
              <a:rPr lang="de-DE"/>
              <a:t>Fünfte Ebene</a:t>
            </a:r>
            <a:endParaRPr lang="en-US" dirty="0"/>
          </a:p>
        </p:txBody>
      </p:sp>
      <p:sp>
        <p:nvSpPr>
          <p:cNvPr id="4" name="Date Placeholder 3"/>
          <p:cNvSpPr>
            <a:spLocks noGrp="1"/>
          </p:cNvSpPr>
          <p:nvPr>
            <p:ph type="dt" sz="half" idx="10"/>
          </p:nvPr>
        </p:nvSpPr>
        <p:spPr/>
        <p:txBody>
          <a:bodyPr/>
          <a:lstStyle/>
          <a:p>
            <a:fld id="{54B5A053-06E9-40EE-BE46-DB75A413985D}" type="datetimeFigureOut">
              <a:rPr lang="de-AT" smtClean="0"/>
              <a:t>07.11.2025</a:t>
            </a:fld>
            <a:endParaRPr lang="de-AT"/>
          </a:p>
        </p:txBody>
      </p:sp>
      <p:sp>
        <p:nvSpPr>
          <p:cNvPr id="5" name="Footer Placeholder 4"/>
          <p:cNvSpPr>
            <a:spLocks noGrp="1"/>
          </p:cNvSpPr>
          <p:nvPr>
            <p:ph type="ftr" sz="quarter" idx="11"/>
          </p:nvPr>
        </p:nvSpPr>
        <p:spPr/>
        <p:txBody>
          <a:bodyPr/>
          <a:lstStyle/>
          <a:p>
            <a:endParaRPr lang="de-AT"/>
          </a:p>
        </p:txBody>
      </p:sp>
      <p:sp>
        <p:nvSpPr>
          <p:cNvPr id="6" name="Slide Number Placeholder 5"/>
          <p:cNvSpPr>
            <a:spLocks noGrp="1"/>
          </p:cNvSpPr>
          <p:nvPr>
            <p:ph type="sldNum" sz="quarter" idx="12"/>
          </p:nvPr>
        </p:nvSpPr>
        <p:spPr/>
        <p:txBody>
          <a:bodyPr/>
          <a:lstStyle/>
          <a:p>
            <a:fld id="{09C44C4A-945E-4A56-A1E7-C9D60F5427FF}" type="slidenum">
              <a:rPr lang="de-AT" smtClean="0"/>
              <a:t>‹#›</a:t>
            </a:fld>
            <a:endParaRPr lang="de-AT"/>
          </a:p>
        </p:txBody>
      </p:sp>
    </p:spTree>
    <p:extLst>
      <p:ext uri="{BB962C8B-B14F-4D97-AF65-F5344CB8AC3E}">
        <p14:creationId xmlns:p14="http://schemas.microsoft.com/office/powerpoint/2010/main" val="1014887685"/>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Abschnitts-&#10;überschrift">
    <p:spTree>
      <p:nvGrpSpPr>
        <p:cNvPr id="1" name=""/>
        <p:cNvGrpSpPr/>
        <p:nvPr/>
      </p:nvGrpSpPr>
      <p:grpSpPr>
        <a:xfrm>
          <a:off x="0" y="0"/>
          <a:ext cx="0" cy="0"/>
          <a:chOff x="0" y="0"/>
          <a:chExt cx="0" cy="0"/>
        </a:xfrm>
      </p:grpSpPr>
      <p:sp>
        <p:nvSpPr>
          <p:cNvPr id="2" name="Title 1"/>
          <p:cNvSpPr>
            <a:spLocks noGrp="1"/>
          </p:cNvSpPr>
          <p:nvPr>
            <p:ph type="title"/>
          </p:nvPr>
        </p:nvSpPr>
        <p:spPr>
          <a:xfrm>
            <a:off x="467916" y="2469624"/>
            <a:ext cx="5915025" cy="4120620"/>
          </a:xfrm>
        </p:spPr>
        <p:txBody>
          <a:bodyPr anchor="b"/>
          <a:lstStyle>
            <a:lvl1pPr>
              <a:defRPr sz="4500"/>
            </a:lvl1pPr>
          </a:lstStyle>
          <a:p>
            <a:r>
              <a:rPr lang="de-DE"/>
              <a:t>Mastertitelformat bearbeiten</a:t>
            </a:r>
            <a:endParaRPr lang="en-US" dirty="0"/>
          </a:p>
        </p:txBody>
      </p:sp>
      <p:sp>
        <p:nvSpPr>
          <p:cNvPr id="3" name="Text Placeholder 2"/>
          <p:cNvSpPr>
            <a:spLocks noGrp="1"/>
          </p:cNvSpPr>
          <p:nvPr>
            <p:ph type="body" idx="1"/>
          </p:nvPr>
        </p:nvSpPr>
        <p:spPr>
          <a:xfrm>
            <a:off x="467916" y="6629226"/>
            <a:ext cx="5915025" cy="2166937"/>
          </a:xfrm>
        </p:spPr>
        <p:txBody>
          <a:bodyPr/>
          <a:lstStyle>
            <a:lvl1pPr marL="0" indent="0">
              <a:buNone/>
              <a:defRPr sz="1800">
                <a:solidFill>
                  <a:schemeClr val="tx1"/>
                </a:solidFill>
              </a:defRPr>
            </a:lvl1pPr>
            <a:lvl2pPr marL="342900" indent="0">
              <a:buNone/>
              <a:defRPr sz="1500">
                <a:solidFill>
                  <a:schemeClr val="tx1">
                    <a:tint val="75000"/>
                  </a:schemeClr>
                </a:solidFill>
              </a:defRPr>
            </a:lvl2pPr>
            <a:lvl3pPr marL="685800" indent="0">
              <a:buNone/>
              <a:defRPr sz="1350">
                <a:solidFill>
                  <a:schemeClr val="tx1">
                    <a:tint val="75000"/>
                  </a:schemeClr>
                </a:solidFill>
              </a:defRPr>
            </a:lvl3pPr>
            <a:lvl4pPr marL="1028700" indent="0">
              <a:buNone/>
              <a:defRPr sz="1200">
                <a:solidFill>
                  <a:schemeClr val="tx1">
                    <a:tint val="75000"/>
                  </a:schemeClr>
                </a:solidFill>
              </a:defRPr>
            </a:lvl4pPr>
            <a:lvl5pPr marL="1371600" indent="0">
              <a:buNone/>
              <a:defRPr sz="1200">
                <a:solidFill>
                  <a:schemeClr val="tx1">
                    <a:tint val="75000"/>
                  </a:schemeClr>
                </a:solidFill>
              </a:defRPr>
            </a:lvl5pPr>
            <a:lvl6pPr marL="1714500" indent="0">
              <a:buNone/>
              <a:defRPr sz="1200">
                <a:solidFill>
                  <a:schemeClr val="tx1">
                    <a:tint val="75000"/>
                  </a:schemeClr>
                </a:solidFill>
              </a:defRPr>
            </a:lvl6pPr>
            <a:lvl7pPr marL="2057400" indent="0">
              <a:buNone/>
              <a:defRPr sz="1200">
                <a:solidFill>
                  <a:schemeClr val="tx1">
                    <a:tint val="75000"/>
                  </a:schemeClr>
                </a:solidFill>
              </a:defRPr>
            </a:lvl7pPr>
            <a:lvl8pPr marL="2400300" indent="0">
              <a:buNone/>
              <a:defRPr sz="1200">
                <a:solidFill>
                  <a:schemeClr val="tx1">
                    <a:tint val="75000"/>
                  </a:schemeClr>
                </a:solidFill>
              </a:defRPr>
            </a:lvl8pPr>
            <a:lvl9pPr marL="2743200" indent="0">
              <a:buNone/>
              <a:defRPr sz="1200">
                <a:solidFill>
                  <a:schemeClr val="tx1">
                    <a:tint val="75000"/>
                  </a:schemeClr>
                </a:solidFill>
              </a:defRPr>
            </a:lvl9pPr>
          </a:lstStyle>
          <a:p>
            <a:pPr lvl="0"/>
            <a:r>
              <a:rPr lang="de-DE"/>
              <a:t>Mastertextformat bearbeiten</a:t>
            </a:r>
          </a:p>
        </p:txBody>
      </p:sp>
      <p:sp>
        <p:nvSpPr>
          <p:cNvPr id="4" name="Date Placeholder 3"/>
          <p:cNvSpPr>
            <a:spLocks noGrp="1"/>
          </p:cNvSpPr>
          <p:nvPr>
            <p:ph type="dt" sz="half" idx="10"/>
          </p:nvPr>
        </p:nvSpPr>
        <p:spPr/>
        <p:txBody>
          <a:bodyPr/>
          <a:lstStyle/>
          <a:p>
            <a:fld id="{54B5A053-06E9-40EE-BE46-DB75A413985D}" type="datetimeFigureOut">
              <a:rPr lang="de-AT" smtClean="0"/>
              <a:t>07.11.2025</a:t>
            </a:fld>
            <a:endParaRPr lang="de-AT"/>
          </a:p>
        </p:txBody>
      </p:sp>
      <p:sp>
        <p:nvSpPr>
          <p:cNvPr id="5" name="Footer Placeholder 4"/>
          <p:cNvSpPr>
            <a:spLocks noGrp="1"/>
          </p:cNvSpPr>
          <p:nvPr>
            <p:ph type="ftr" sz="quarter" idx="11"/>
          </p:nvPr>
        </p:nvSpPr>
        <p:spPr/>
        <p:txBody>
          <a:bodyPr/>
          <a:lstStyle/>
          <a:p>
            <a:endParaRPr lang="de-AT"/>
          </a:p>
        </p:txBody>
      </p:sp>
      <p:sp>
        <p:nvSpPr>
          <p:cNvPr id="6" name="Slide Number Placeholder 5"/>
          <p:cNvSpPr>
            <a:spLocks noGrp="1"/>
          </p:cNvSpPr>
          <p:nvPr>
            <p:ph type="sldNum" sz="quarter" idx="12"/>
          </p:nvPr>
        </p:nvSpPr>
        <p:spPr/>
        <p:txBody>
          <a:bodyPr/>
          <a:lstStyle/>
          <a:p>
            <a:fld id="{09C44C4A-945E-4A56-A1E7-C9D60F5427FF}" type="slidenum">
              <a:rPr lang="de-AT" smtClean="0"/>
              <a:t>‹#›</a:t>
            </a:fld>
            <a:endParaRPr lang="de-AT"/>
          </a:p>
        </p:txBody>
      </p:sp>
    </p:spTree>
    <p:extLst>
      <p:ext uri="{BB962C8B-B14F-4D97-AF65-F5344CB8AC3E}">
        <p14:creationId xmlns:p14="http://schemas.microsoft.com/office/powerpoint/2010/main" val="3391897494"/>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Zwei Inhalte">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de-DE"/>
              <a:t>Mastertitelformat bearbeiten</a:t>
            </a:r>
            <a:endParaRPr lang="en-US" dirty="0"/>
          </a:p>
        </p:txBody>
      </p:sp>
      <p:sp>
        <p:nvSpPr>
          <p:cNvPr id="3" name="Content Placeholder 2"/>
          <p:cNvSpPr>
            <a:spLocks noGrp="1"/>
          </p:cNvSpPr>
          <p:nvPr>
            <p:ph sz="half" idx="1"/>
          </p:nvPr>
        </p:nvSpPr>
        <p:spPr>
          <a:xfrm>
            <a:off x="471488" y="2637014"/>
            <a:ext cx="2914650" cy="6285266"/>
          </a:xfrm>
        </p:spPr>
        <p:txBody>
          <a:bodyPr/>
          <a:lstStyle/>
          <a:p>
            <a:pPr lvl="0"/>
            <a:r>
              <a:rPr lang="de-DE"/>
              <a:t>Mastertextformat bearbeiten</a:t>
            </a:r>
          </a:p>
          <a:p>
            <a:pPr lvl="1"/>
            <a:r>
              <a:rPr lang="de-DE"/>
              <a:t>Zweite Ebene</a:t>
            </a:r>
          </a:p>
          <a:p>
            <a:pPr lvl="2"/>
            <a:r>
              <a:rPr lang="de-DE"/>
              <a:t>Dritte Ebene</a:t>
            </a:r>
          </a:p>
          <a:p>
            <a:pPr lvl="3"/>
            <a:r>
              <a:rPr lang="de-DE"/>
              <a:t>Vierte Ebene</a:t>
            </a:r>
          </a:p>
          <a:p>
            <a:pPr lvl="4"/>
            <a:r>
              <a:rPr lang="de-DE"/>
              <a:t>Fünfte Ebene</a:t>
            </a:r>
            <a:endParaRPr lang="en-US" dirty="0"/>
          </a:p>
        </p:txBody>
      </p:sp>
      <p:sp>
        <p:nvSpPr>
          <p:cNvPr id="4" name="Content Placeholder 3"/>
          <p:cNvSpPr>
            <a:spLocks noGrp="1"/>
          </p:cNvSpPr>
          <p:nvPr>
            <p:ph sz="half" idx="2"/>
          </p:nvPr>
        </p:nvSpPr>
        <p:spPr>
          <a:xfrm>
            <a:off x="3471863" y="2637014"/>
            <a:ext cx="2914650" cy="6285266"/>
          </a:xfrm>
        </p:spPr>
        <p:txBody>
          <a:bodyPr/>
          <a:lstStyle/>
          <a:p>
            <a:pPr lvl="0"/>
            <a:r>
              <a:rPr lang="de-DE"/>
              <a:t>Mastertextformat bearbeiten</a:t>
            </a:r>
          </a:p>
          <a:p>
            <a:pPr lvl="1"/>
            <a:r>
              <a:rPr lang="de-DE"/>
              <a:t>Zweite Ebene</a:t>
            </a:r>
          </a:p>
          <a:p>
            <a:pPr lvl="2"/>
            <a:r>
              <a:rPr lang="de-DE"/>
              <a:t>Dritte Ebene</a:t>
            </a:r>
          </a:p>
          <a:p>
            <a:pPr lvl="3"/>
            <a:r>
              <a:rPr lang="de-DE"/>
              <a:t>Vierte Ebene</a:t>
            </a:r>
          </a:p>
          <a:p>
            <a:pPr lvl="4"/>
            <a:r>
              <a:rPr lang="de-DE"/>
              <a:t>Fünfte Ebene</a:t>
            </a:r>
            <a:endParaRPr lang="en-US" dirty="0"/>
          </a:p>
        </p:txBody>
      </p:sp>
      <p:sp>
        <p:nvSpPr>
          <p:cNvPr id="5" name="Date Placeholder 4"/>
          <p:cNvSpPr>
            <a:spLocks noGrp="1"/>
          </p:cNvSpPr>
          <p:nvPr>
            <p:ph type="dt" sz="half" idx="10"/>
          </p:nvPr>
        </p:nvSpPr>
        <p:spPr/>
        <p:txBody>
          <a:bodyPr/>
          <a:lstStyle/>
          <a:p>
            <a:fld id="{54B5A053-06E9-40EE-BE46-DB75A413985D}" type="datetimeFigureOut">
              <a:rPr lang="de-AT" smtClean="0"/>
              <a:t>07.11.2025</a:t>
            </a:fld>
            <a:endParaRPr lang="de-AT"/>
          </a:p>
        </p:txBody>
      </p:sp>
      <p:sp>
        <p:nvSpPr>
          <p:cNvPr id="6" name="Footer Placeholder 5"/>
          <p:cNvSpPr>
            <a:spLocks noGrp="1"/>
          </p:cNvSpPr>
          <p:nvPr>
            <p:ph type="ftr" sz="quarter" idx="11"/>
          </p:nvPr>
        </p:nvSpPr>
        <p:spPr/>
        <p:txBody>
          <a:bodyPr/>
          <a:lstStyle/>
          <a:p>
            <a:endParaRPr lang="de-AT"/>
          </a:p>
        </p:txBody>
      </p:sp>
      <p:sp>
        <p:nvSpPr>
          <p:cNvPr id="7" name="Slide Number Placeholder 6"/>
          <p:cNvSpPr>
            <a:spLocks noGrp="1"/>
          </p:cNvSpPr>
          <p:nvPr>
            <p:ph type="sldNum" sz="quarter" idx="12"/>
          </p:nvPr>
        </p:nvSpPr>
        <p:spPr/>
        <p:txBody>
          <a:bodyPr/>
          <a:lstStyle/>
          <a:p>
            <a:fld id="{09C44C4A-945E-4A56-A1E7-C9D60F5427FF}" type="slidenum">
              <a:rPr lang="de-AT" smtClean="0"/>
              <a:t>‹#›</a:t>
            </a:fld>
            <a:endParaRPr lang="de-AT"/>
          </a:p>
        </p:txBody>
      </p:sp>
    </p:spTree>
    <p:extLst>
      <p:ext uri="{BB962C8B-B14F-4D97-AF65-F5344CB8AC3E}">
        <p14:creationId xmlns:p14="http://schemas.microsoft.com/office/powerpoint/2010/main" val="644210076"/>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Vergleich">
    <p:spTree>
      <p:nvGrpSpPr>
        <p:cNvPr id="1" name=""/>
        <p:cNvGrpSpPr/>
        <p:nvPr/>
      </p:nvGrpSpPr>
      <p:grpSpPr>
        <a:xfrm>
          <a:off x="0" y="0"/>
          <a:ext cx="0" cy="0"/>
          <a:chOff x="0" y="0"/>
          <a:chExt cx="0" cy="0"/>
        </a:xfrm>
      </p:grpSpPr>
      <p:sp>
        <p:nvSpPr>
          <p:cNvPr id="2" name="Title 1"/>
          <p:cNvSpPr>
            <a:spLocks noGrp="1"/>
          </p:cNvSpPr>
          <p:nvPr>
            <p:ph type="title"/>
          </p:nvPr>
        </p:nvSpPr>
        <p:spPr>
          <a:xfrm>
            <a:off x="472381" y="527405"/>
            <a:ext cx="5915025" cy="1914702"/>
          </a:xfrm>
        </p:spPr>
        <p:txBody>
          <a:bodyPr/>
          <a:lstStyle/>
          <a:p>
            <a:r>
              <a:rPr lang="de-DE"/>
              <a:t>Mastertitelformat bearbeiten</a:t>
            </a:r>
            <a:endParaRPr lang="en-US" dirty="0"/>
          </a:p>
        </p:txBody>
      </p:sp>
      <p:sp>
        <p:nvSpPr>
          <p:cNvPr id="3" name="Text Placeholder 2"/>
          <p:cNvSpPr>
            <a:spLocks noGrp="1"/>
          </p:cNvSpPr>
          <p:nvPr>
            <p:ph type="body" idx="1"/>
          </p:nvPr>
        </p:nvSpPr>
        <p:spPr>
          <a:xfrm>
            <a:off x="472381" y="2428347"/>
            <a:ext cx="2901255" cy="1190095"/>
          </a:xfrm>
        </p:spPr>
        <p:txBody>
          <a:bodyPr anchor="b"/>
          <a:lstStyle>
            <a:lvl1pPr marL="0" indent="0">
              <a:buNone/>
              <a:defRPr sz="18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de-DE"/>
              <a:t>Mastertextformat bearbeiten</a:t>
            </a:r>
          </a:p>
        </p:txBody>
      </p:sp>
      <p:sp>
        <p:nvSpPr>
          <p:cNvPr id="4" name="Content Placeholder 3"/>
          <p:cNvSpPr>
            <a:spLocks noGrp="1"/>
          </p:cNvSpPr>
          <p:nvPr>
            <p:ph sz="half" idx="2"/>
          </p:nvPr>
        </p:nvSpPr>
        <p:spPr>
          <a:xfrm>
            <a:off x="472381" y="3618442"/>
            <a:ext cx="2901255" cy="5322183"/>
          </a:xfrm>
        </p:spPr>
        <p:txBody>
          <a:bodyPr/>
          <a:lstStyle/>
          <a:p>
            <a:pPr lvl="0"/>
            <a:r>
              <a:rPr lang="de-DE"/>
              <a:t>Mastertextformat bearbeiten</a:t>
            </a:r>
          </a:p>
          <a:p>
            <a:pPr lvl="1"/>
            <a:r>
              <a:rPr lang="de-DE"/>
              <a:t>Zweite Ebene</a:t>
            </a:r>
          </a:p>
          <a:p>
            <a:pPr lvl="2"/>
            <a:r>
              <a:rPr lang="de-DE"/>
              <a:t>Dritte Ebene</a:t>
            </a:r>
          </a:p>
          <a:p>
            <a:pPr lvl="3"/>
            <a:r>
              <a:rPr lang="de-DE"/>
              <a:t>Vierte Ebene</a:t>
            </a:r>
          </a:p>
          <a:p>
            <a:pPr lvl="4"/>
            <a:r>
              <a:rPr lang="de-DE"/>
              <a:t>Fünfte Ebene</a:t>
            </a:r>
            <a:endParaRPr lang="en-US" dirty="0"/>
          </a:p>
        </p:txBody>
      </p:sp>
      <p:sp>
        <p:nvSpPr>
          <p:cNvPr id="5" name="Text Placeholder 4"/>
          <p:cNvSpPr>
            <a:spLocks noGrp="1"/>
          </p:cNvSpPr>
          <p:nvPr>
            <p:ph type="body" sz="quarter" idx="3"/>
          </p:nvPr>
        </p:nvSpPr>
        <p:spPr>
          <a:xfrm>
            <a:off x="3471863" y="2428347"/>
            <a:ext cx="2915543" cy="1190095"/>
          </a:xfrm>
        </p:spPr>
        <p:txBody>
          <a:bodyPr anchor="b"/>
          <a:lstStyle>
            <a:lvl1pPr marL="0" indent="0">
              <a:buNone/>
              <a:defRPr sz="18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de-DE"/>
              <a:t>Mastertextformat bearbeiten</a:t>
            </a:r>
          </a:p>
        </p:txBody>
      </p:sp>
      <p:sp>
        <p:nvSpPr>
          <p:cNvPr id="6" name="Content Placeholder 5"/>
          <p:cNvSpPr>
            <a:spLocks noGrp="1"/>
          </p:cNvSpPr>
          <p:nvPr>
            <p:ph sz="quarter" idx="4"/>
          </p:nvPr>
        </p:nvSpPr>
        <p:spPr>
          <a:xfrm>
            <a:off x="3471863" y="3618442"/>
            <a:ext cx="2915543" cy="5322183"/>
          </a:xfrm>
        </p:spPr>
        <p:txBody>
          <a:bodyPr/>
          <a:lstStyle/>
          <a:p>
            <a:pPr lvl="0"/>
            <a:r>
              <a:rPr lang="de-DE"/>
              <a:t>Mastertextformat bearbeiten</a:t>
            </a:r>
          </a:p>
          <a:p>
            <a:pPr lvl="1"/>
            <a:r>
              <a:rPr lang="de-DE"/>
              <a:t>Zweite Ebene</a:t>
            </a:r>
          </a:p>
          <a:p>
            <a:pPr lvl="2"/>
            <a:r>
              <a:rPr lang="de-DE"/>
              <a:t>Dritte Ebene</a:t>
            </a:r>
          </a:p>
          <a:p>
            <a:pPr lvl="3"/>
            <a:r>
              <a:rPr lang="de-DE"/>
              <a:t>Vierte Ebene</a:t>
            </a:r>
          </a:p>
          <a:p>
            <a:pPr lvl="4"/>
            <a:r>
              <a:rPr lang="de-DE"/>
              <a:t>Fünfte Ebene</a:t>
            </a:r>
            <a:endParaRPr lang="en-US" dirty="0"/>
          </a:p>
        </p:txBody>
      </p:sp>
      <p:sp>
        <p:nvSpPr>
          <p:cNvPr id="7" name="Date Placeholder 6"/>
          <p:cNvSpPr>
            <a:spLocks noGrp="1"/>
          </p:cNvSpPr>
          <p:nvPr>
            <p:ph type="dt" sz="half" idx="10"/>
          </p:nvPr>
        </p:nvSpPr>
        <p:spPr/>
        <p:txBody>
          <a:bodyPr/>
          <a:lstStyle/>
          <a:p>
            <a:fld id="{54B5A053-06E9-40EE-BE46-DB75A413985D}" type="datetimeFigureOut">
              <a:rPr lang="de-AT" smtClean="0"/>
              <a:t>07.11.2025</a:t>
            </a:fld>
            <a:endParaRPr lang="de-AT"/>
          </a:p>
        </p:txBody>
      </p:sp>
      <p:sp>
        <p:nvSpPr>
          <p:cNvPr id="8" name="Footer Placeholder 7"/>
          <p:cNvSpPr>
            <a:spLocks noGrp="1"/>
          </p:cNvSpPr>
          <p:nvPr>
            <p:ph type="ftr" sz="quarter" idx="11"/>
          </p:nvPr>
        </p:nvSpPr>
        <p:spPr/>
        <p:txBody>
          <a:bodyPr/>
          <a:lstStyle/>
          <a:p>
            <a:endParaRPr lang="de-AT"/>
          </a:p>
        </p:txBody>
      </p:sp>
      <p:sp>
        <p:nvSpPr>
          <p:cNvPr id="9" name="Slide Number Placeholder 8"/>
          <p:cNvSpPr>
            <a:spLocks noGrp="1"/>
          </p:cNvSpPr>
          <p:nvPr>
            <p:ph type="sldNum" sz="quarter" idx="12"/>
          </p:nvPr>
        </p:nvSpPr>
        <p:spPr/>
        <p:txBody>
          <a:bodyPr/>
          <a:lstStyle/>
          <a:p>
            <a:fld id="{09C44C4A-945E-4A56-A1E7-C9D60F5427FF}" type="slidenum">
              <a:rPr lang="de-AT" smtClean="0"/>
              <a:t>‹#›</a:t>
            </a:fld>
            <a:endParaRPr lang="de-AT"/>
          </a:p>
        </p:txBody>
      </p:sp>
    </p:spTree>
    <p:extLst>
      <p:ext uri="{BB962C8B-B14F-4D97-AF65-F5344CB8AC3E}">
        <p14:creationId xmlns:p14="http://schemas.microsoft.com/office/powerpoint/2010/main" val="3640118471"/>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Nur Titel">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de-DE"/>
              <a:t>Mastertitelformat bearbeiten</a:t>
            </a:r>
            <a:endParaRPr lang="en-US" dirty="0"/>
          </a:p>
        </p:txBody>
      </p:sp>
      <p:sp>
        <p:nvSpPr>
          <p:cNvPr id="3" name="Date Placeholder 2"/>
          <p:cNvSpPr>
            <a:spLocks noGrp="1"/>
          </p:cNvSpPr>
          <p:nvPr>
            <p:ph type="dt" sz="half" idx="10"/>
          </p:nvPr>
        </p:nvSpPr>
        <p:spPr/>
        <p:txBody>
          <a:bodyPr/>
          <a:lstStyle/>
          <a:p>
            <a:fld id="{54B5A053-06E9-40EE-BE46-DB75A413985D}" type="datetimeFigureOut">
              <a:rPr lang="de-AT" smtClean="0"/>
              <a:t>07.11.2025</a:t>
            </a:fld>
            <a:endParaRPr lang="de-AT"/>
          </a:p>
        </p:txBody>
      </p:sp>
      <p:sp>
        <p:nvSpPr>
          <p:cNvPr id="4" name="Footer Placeholder 3"/>
          <p:cNvSpPr>
            <a:spLocks noGrp="1"/>
          </p:cNvSpPr>
          <p:nvPr>
            <p:ph type="ftr" sz="quarter" idx="11"/>
          </p:nvPr>
        </p:nvSpPr>
        <p:spPr/>
        <p:txBody>
          <a:bodyPr/>
          <a:lstStyle/>
          <a:p>
            <a:endParaRPr lang="de-AT"/>
          </a:p>
        </p:txBody>
      </p:sp>
      <p:sp>
        <p:nvSpPr>
          <p:cNvPr id="5" name="Slide Number Placeholder 4"/>
          <p:cNvSpPr>
            <a:spLocks noGrp="1"/>
          </p:cNvSpPr>
          <p:nvPr>
            <p:ph type="sldNum" sz="quarter" idx="12"/>
          </p:nvPr>
        </p:nvSpPr>
        <p:spPr/>
        <p:txBody>
          <a:bodyPr/>
          <a:lstStyle/>
          <a:p>
            <a:fld id="{09C44C4A-945E-4A56-A1E7-C9D60F5427FF}" type="slidenum">
              <a:rPr lang="de-AT" smtClean="0"/>
              <a:t>‹#›</a:t>
            </a:fld>
            <a:endParaRPr lang="de-AT"/>
          </a:p>
        </p:txBody>
      </p:sp>
    </p:spTree>
    <p:extLst>
      <p:ext uri="{BB962C8B-B14F-4D97-AF65-F5344CB8AC3E}">
        <p14:creationId xmlns:p14="http://schemas.microsoft.com/office/powerpoint/2010/main" val="62190865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Leer">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4B5A053-06E9-40EE-BE46-DB75A413985D}" type="datetimeFigureOut">
              <a:rPr lang="de-AT" smtClean="0"/>
              <a:t>07.11.2025</a:t>
            </a:fld>
            <a:endParaRPr lang="de-AT"/>
          </a:p>
        </p:txBody>
      </p:sp>
      <p:sp>
        <p:nvSpPr>
          <p:cNvPr id="3" name="Footer Placeholder 2"/>
          <p:cNvSpPr>
            <a:spLocks noGrp="1"/>
          </p:cNvSpPr>
          <p:nvPr>
            <p:ph type="ftr" sz="quarter" idx="11"/>
          </p:nvPr>
        </p:nvSpPr>
        <p:spPr/>
        <p:txBody>
          <a:bodyPr/>
          <a:lstStyle/>
          <a:p>
            <a:endParaRPr lang="de-AT"/>
          </a:p>
        </p:txBody>
      </p:sp>
      <p:sp>
        <p:nvSpPr>
          <p:cNvPr id="4" name="Slide Number Placeholder 3"/>
          <p:cNvSpPr>
            <a:spLocks noGrp="1"/>
          </p:cNvSpPr>
          <p:nvPr>
            <p:ph type="sldNum" sz="quarter" idx="12"/>
          </p:nvPr>
        </p:nvSpPr>
        <p:spPr/>
        <p:txBody>
          <a:bodyPr/>
          <a:lstStyle/>
          <a:p>
            <a:fld id="{09C44C4A-945E-4A56-A1E7-C9D60F5427FF}" type="slidenum">
              <a:rPr lang="de-AT" smtClean="0"/>
              <a:t>‹#›</a:t>
            </a:fld>
            <a:endParaRPr lang="de-AT"/>
          </a:p>
        </p:txBody>
      </p:sp>
    </p:spTree>
    <p:extLst>
      <p:ext uri="{BB962C8B-B14F-4D97-AF65-F5344CB8AC3E}">
        <p14:creationId xmlns:p14="http://schemas.microsoft.com/office/powerpoint/2010/main" val="3163683603"/>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Inhalt mit Überschrift">
    <p:spTree>
      <p:nvGrpSpPr>
        <p:cNvPr id="1" name=""/>
        <p:cNvGrpSpPr/>
        <p:nvPr/>
      </p:nvGrpSpPr>
      <p:grpSpPr>
        <a:xfrm>
          <a:off x="0" y="0"/>
          <a:ext cx="0" cy="0"/>
          <a:chOff x="0" y="0"/>
          <a:chExt cx="0" cy="0"/>
        </a:xfrm>
      </p:grpSpPr>
      <p:sp>
        <p:nvSpPr>
          <p:cNvPr id="2" name="Title 1"/>
          <p:cNvSpPr>
            <a:spLocks noGrp="1"/>
          </p:cNvSpPr>
          <p:nvPr>
            <p:ph type="title"/>
          </p:nvPr>
        </p:nvSpPr>
        <p:spPr>
          <a:xfrm>
            <a:off x="472381" y="660400"/>
            <a:ext cx="2211884" cy="2311400"/>
          </a:xfrm>
        </p:spPr>
        <p:txBody>
          <a:bodyPr anchor="b"/>
          <a:lstStyle>
            <a:lvl1pPr>
              <a:defRPr sz="2400"/>
            </a:lvl1pPr>
          </a:lstStyle>
          <a:p>
            <a:r>
              <a:rPr lang="de-DE"/>
              <a:t>Mastertitelformat bearbeiten</a:t>
            </a:r>
            <a:endParaRPr lang="en-US" dirty="0"/>
          </a:p>
        </p:txBody>
      </p:sp>
      <p:sp>
        <p:nvSpPr>
          <p:cNvPr id="3" name="Content Placeholder 2"/>
          <p:cNvSpPr>
            <a:spLocks noGrp="1"/>
          </p:cNvSpPr>
          <p:nvPr>
            <p:ph idx="1"/>
          </p:nvPr>
        </p:nvSpPr>
        <p:spPr>
          <a:xfrm>
            <a:off x="2915543" y="1426283"/>
            <a:ext cx="3471863" cy="7039681"/>
          </a:xfrm>
        </p:spPr>
        <p:txBody>
          <a:bodyPr/>
          <a:lstStyle>
            <a:lvl1pPr>
              <a:defRPr sz="2400"/>
            </a:lvl1pPr>
            <a:lvl2pPr>
              <a:defRPr sz="2100"/>
            </a:lvl2pPr>
            <a:lvl3pPr>
              <a:defRPr sz="1800"/>
            </a:lvl3pPr>
            <a:lvl4pPr>
              <a:defRPr sz="1500"/>
            </a:lvl4pPr>
            <a:lvl5pPr>
              <a:defRPr sz="1500"/>
            </a:lvl5pPr>
            <a:lvl6pPr>
              <a:defRPr sz="1500"/>
            </a:lvl6pPr>
            <a:lvl7pPr>
              <a:defRPr sz="1500"/>
            </a:lvl7pPr>
            <a:lvl8pPr>
              <a:defRPr sz="1500"/>
            </a:lvl8pPr>
            <a:lvl9pPr>
              <a:defRPr sz="1500"/>
            </a:lvl9pPr>
          </a:lstStyle>
          <a:p>
            <a:pPr lvl="0"/>
            <a:r>
              <a:rPr lang="de-DE"/>
              <a:t>Mastertextformat bearbeiten</a:t>
            </a:r>
          </a:p>
          <a:p>
            <a:pPr lvl="1"/>
            <a:r>
              <a:rPr lang="de-DE"/>
              <a:t>Zweite Ebene</a:t>
            </a:r>
          </a:p>
          <a:p>
            <a:pPr lvl="2"/>
            <a:r>
              <a:rPr lang="de-DE"/>
              <a:t>Dritte Ebene</a:t>
            </a:r>
          </a:p>
          <a:p>
            <a:pPr lvl="3"/>
            <a:r>
              <a:rPr lang="de-DE"/>
              <a:t>Vierte Ebene</a:t>
            </a:r>
          </a:p>
          <a:p>
            <a:pPr lvl="4"/>
            <a:r>
              <a:rPr lang="de-DE"/>
              <a:t>Fünfte Ebene</a:t>
            </a:r>
            <a:endParaRPr lang="en-US" dirty="0"/>
          </a:p>
        </p:txBody>
      </p:sp>
      <p:sp>
        <p:nvSpPr>
          <p:cNvPr id="4" name="Text Placeholder 3"/>
          <p:cNvSpPr>
            <a:spLocks noGrp="1"/>
          </p:cNvSpPr>
          <p:nvPr>
            <p:ph type="body" sz="half" idx="2"/>
          </p:nvPr>
        </p:nvSpPr>
        <p:spPr>
          <a:xfrm>
            <a:off x="472381" y="2971800"/>
            <a:ext cx="2211884" cy="5505627"/>
          </a:xfrm>
        </p:spPr>
        <p:txBody>
          <a:bodyPr/>
          <a:lstStyle>
            <a:lvl1pPr marL="0" indent="0">
              <a:buNone/>
              <a:defRPr sz="1200"/>
            </a:lvl1pPr>
            <a:lvl2pPr marL="342900" indent="0">
              <a:buNone/>
              <a:defRPr sz="1050"/>
            </a:lvl2pPr>
            <a:lvl3pPr marL="685800" indent="0">
              <a:buNone/>
              <a:defRPr sz="900"/>
            </a:lvl3pPr>
            <a:lvl4pPr marL="1028700" indent="0">
              <a:buNone/>
              <a:defRPr sz="750"/>
            </a:lvl4pPr>
            <a:lvl5pPr marL="1371600" indent="0">
              <a:buNone/>
              <a:defRPr sz="750"/>
            </a:lvl5pPr>
            <a:lvl6pPr marL="1714500" indent="0">
              <a:buNone/>
              <a:defRPr sz="750"/>
            </a:lvl6pPr>
            <a:lvl7pPr marL="2057400" indent="0">
              <a:buNone/>
              <a:defRPr sz="750"/>
            </a:lvl7pPr>
            <a:lvl8pPr marL="2400300" indent="0">
              <a:buNone/>
              <a:defRPr sz="750"/>
            </a:lvl8pPr>
            <a:lvl9pPr marL="2743200" indent="0">
              <a:buNone/>
              <a:defRPr sz="750"/>
            </a:lvl9pPr>
          </a:lstStyle>
          <a:p>
            <a:pPr lvl="0"/>
            <a:r>
              <a:rPr lang="de-DE"/>
              <a:t>Mastertextformat bearbeiten</a:t>
            </a:r>
          </a:p>
        </p:txBody>
      </p:sp>
      <p:sp>
        <p:nvSpPr>
          <p:cNvPr id="5" name="Date Placeholder 4"/>
          <p:cNvSpPr>
            <a:spLocks noGrp="1"/>
          </p:cNvSpPr>
          <p:nvPr>
            <p:ph type="dt" sz="half" idx="10"/>
          </p:nvPr>
        </p:nvSpPr>
        <p:spPr/>
        <p:txBody>
          <a:bodyPr/>
          <a:lstStyle/>
          <a:p>
            <a:fld id="{54B5A053-06E9-40EE-BE46-DB75A413985D}" type="datetimeFigureOut">
              <a:rPr lang="de-AT" smtClean="0"/>
              <a:t>07.11.2025</a:t>
            </a:fld>
            <a:endParaRPr lang="de-AT"/>
          </a:p>
        </p:txBody>
      </p:sp>
      <p:sp>
        <p:nvSpPr>
          <p:cNvPr id="6" name="Footer Placeholder 5"/>
          <p:cNvSpPr>
            <a:spLocks noGrp="1"/>
          </p:cNvSpPr>
          <p:nvPr>
            <p:ph type="ftr" sz="quarter" idx="11"/>
          </p:nvPr>
        </p:nvSpPr>
        <p:spPr/>
        <p:txBody>
          <a:bodyPr/>
          <a:lstStyle/>
          <a:p>
            <a:endParaRPr lang="de-AT"/>
          </a:p>
        </p:txBody>
      </p:sp>
      <p:sp>
        <p:nvSpPr>
          <p:cNvPr id="7" name="Slide Number Placeholder 6"/>
          <p:cNvSpPr>
            <a:spLocks noGrp="1"/>
          </p:cNvSpPr>
          <p:nvPr>
            <p:ph type="sldNum" sz="quarter" idx="12"/>
          </p:nvPr>
        </p:nvSpPr>
        <p:spPr/>
        <p:txBody>
          <a:bodyPr/>
          <a:lstStyle/>
          <a:p>
            <a:fld id="{09C44C4A-945E-4A56-A1E7-C9D60F5427FF}" type="slidenum">
              <a:rPr lang="de-AT" smtClean="0"/>
              <a:t>‹#›</a:t>
            </a:fld>
            <a:endParaRPr lang="de-AT"/>
          </a:p>
        </p:txBody>
      </p:sp>
    </p:spTree>
    <p:extLst>
      <p:ext uri="{BB962C8B-B14F-4D97-AF65-F5344CB8AC3E}">
        <p14:creationId xmlns:p14="http://schemas.microsoft.com/office/powerpoint/2010/main" val="2149113115"/>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Bild mit Überschrift">
    <p:spTree>
      <p:nvGrpSpPr>
        <p:cNvPr id="1" name=""/>
        <p:cNvGrpSpPr/>
        <p:nvPr/>
      </p:nvGrpSpPr>
      <p:grpSpPr>
        <a:xfrm>
          <a:off x="0" y="0"/>
          <a:ext cx="0" cy="0"/>
          <a:chOff x="0" y="0"/>
          <a:chExt cx="0" cy="0"/>
        </a:xfrm>
      </p:grpSpPr>
      <p:sp>
        <p:nvSpPr>
          <p:cNvPr id="2" name="Title 1"/>
          <p:cNvSpPr>
            <a:spLocks noGrp="1"/>
          </p:cNvSpPr>
          <p:nvPr>
            <p:ph type="title"/>
          </p:nvPr>
        </p:nvSpPr>
        <p:spPr>
          <a:xfrm>
            <a:off x="472381" y="660400"/>
            <a:ext cx="2211884" cy="2311400"/>
          </a:xfrm>
        </p:spPr>
        <p:txBody>
          <a:bodyPr anchor="b"/>
          <a:lstStyle>
            <a:lvl1pPr>
              <a:defRPr sz="2400"/>
            </a:lvl1pPr>
          </a:lstStyle>
          <a:p>
            <a:r>
              <a:rPr lang="de-DE"/>
              <a:t>Mastertitelformat bearbeiten</a:t>
            </a:r>
            <a:endParaRPr lang="en-US" dirty="0"/>
          </a:p>
        </p:txBody>
      </p:sp>
      <p:sp>
        <p:nvSpPr>
          <p:cNvPr id="3" name="Picture Placeholder 2"/>
          <p:cNvSpPr>
            <a:spLocks noGrp="1" noChangeAspect="1"/>
          </p:cNvSpPr>
          <p:nvPr>
            <p:ph type="pic" idx="1"/>
          </p:nvPr>
        </p:nvSpPr>
        <p:spPr>
          <a:xfrm>
            <a:off x="2915543" y="1426283"/>
            <a:ext cx="3471863" cy="7039681"/>
          </a:xfrm>
        </p:spPr>
        <p:txBody>
          <a:bodyPr anchor="t"/>
          <a:lstStyle>
            <a:lvl1pPr marL="0" indent="0">
              <a:buNone/>
              <a:defRPr sz="2400"/>
            </a:lvl1pPr>
            <a:lvl2pPr marL="342900" indent="0">
              <a:buNone/>
              <a:defRPr sz="2100"/>
            </a:lvl2pPr>
            <a:lvl3pPr marL="685800" indent="0">
              <a:buNone/>
              <a:defRPr sz="1800"/>
            </a:lvl3pPr>
            <a:lvl4pPr marL="1028700" indent="0">
              <a:buNone/>
              <a:defRPr sz="1500"/>
            </a:lvl4pPr>
            <a:lvl5pPr marL="1371600" indent="0">
              <a:buNone/>
              <a:defRPr sz="1500"/>
            </a:lvl5pPr>
            <a:lvl6pPr marL="1714500" indent="0">
              <a:buNone/>
              <a:defRPr sz="1500"/>
            </a:lvl6pPr>
            <a:lvl7pPr marL="2057400" indent="0">
              <a:buNone/>
              <a:defRPr sz="1500"/>
            </a:lvl7pPr>
            <a:lvl8pPr marL="2400300" indent="0">
              <a:buNone/>
              <a:defRPr sz="1500"/>
            </a:lvl8pPr>
            <a:lvl9pPr marL="2743200" indent="0">
              <a:buNone/>
              <a:defRPr sz="1500"/>
            </a:lvl9pPr>
          </a:lstStyle>
          <a:p>
            <a:r>
              <a:rPr lang="de-DE"/>
              <a:t>Bild durch Klicken auf Symbol hinzufügen</a:t>
            </a:r>
            <a:endParaRPr lang="en-US" dirty="0"/>
          </a:p>
        </p:txBody>
      </p:sp>
      <p:sp>
        <p:nvSpPr>
          <p:cNvPr id="4" name="Text Placeholder 3"/>
          <p:cNvSpPr>
            <a:spLocks noGrp="1"/>
          </p:cNvSpPr>
          <p:nvPr>
            <p:ph type="body" sz="half" idx="2"/>
          </p:nvPr>
        </p:nvSpPr>
        <p:spPr>
          <a:xfrm>
            <a:off x="472381" y="2971800"/>
            <a:ext cx="2211884" cy="5505627"/>
          </a:xfrm>
        </p:spPr>
        <p:txBody>
          <a:bodyPr/>
          <a:lstStyle>
            <a:lvl1pPr marL="0" indent="0">
              <a:buNone/>
              <a:defRPr sz="1200"/>
            </a:lvl1pPr>
            <a:lvl2pPr marL="342900" indent="0">
              <a:buNone/>
              <a:defRPr sz="1050"/>
            </a:lvl2pPr>
            <a:lvl3pPr marL="685800" indent="0">
              <a:buNone/>
              <a:defRPr sz="900"/>
            </a:lvl3pPr>
            <a:lvl4pPr marL="1028700" indent="0">
              <a:buNone/>
              <a:defRPr sz="750"/>
            </a:lvl4pPr>
            <a:lvl5pPr marL="1371600" indent="0">
              <a:buNone/>
              <a:defRPr sz="750"/>
            </a:lvl5pPr>
            <a:lvl6pPr marL="1714500" indent="0">
              <a:buNone/>
              <a:defRPr sz="750"/>
            </a:lvl6pPr>
            <a:lvl7pPr marL="2057400" indent="0">
              <a:buNone/>
              <a:defRPr sz="750"/>
            </a:lvl7pPr>
            <a:lvl8pPr marL="2400300" indent="0">
              <a:buNone/>
              <a:defRPr sz="750"/>
            </a:lvl8pPr>
            <a:lvl9pPr marL="2743200" indent="0">
              <a:buNone/>
              <a:defRPr sz="750"/>
            </a:lvl9pPr>
          </a:lstStyle>
          <a:p>
            <a:pPr lvl="0"/>
            <a:r>
              <a:rPr lang="de-DE"/>
              <a:t>Mastertextformat bearbeiten</a:t>
            </a:r>
          </a:p>
        </p:txBody>
      </p:sp>
      <p:sp>
        <p:nvSpPr>
          <p:cNvPr id="5" name="Date Placeholder 4"/>
          <p:cNvSpPr>
            <a:spLocks noGrp="1"/>
          </p:cNvSpPr>
          <p:nvPr>
            <p:ph type="dt" sz="half" idx="10"/>
          </p:nvPr>
        </p:nvSpPr>
        <p:spPr/>
        <p:txBody>
          <a:bodyPr/>
          <a:lstStyle/>
          <a:p>
            <a:fld id="{54B5A053-06E9-40EE-BE46-DB75A413985D}" type="datetimeFigureOut">
              <a:rPr lang="de-AT" smtClean="0"/>
              <a:t>07.11.2025</a:t>
            </a:fld>
            <a:endParaRPr lang="de-AT"/>
          </a:p>
        </p:txBody>
      </p:sp>
      <p:sp>
        <p:nvSpPr>
          <p:cNvPr id="6" name="Footer Placeholder 5"/>
          <p:cNvSpPr>
            <a:spLocks noGrp="1"/>
          </p:cNvSpPr>
          <p:nvPr>
            <p:ph type="ftr" sz="quarter" idx="11"/>
          </p:nvPr>
        </p:nvSpPr>
        <p:spPr/>
        <p:txBody>
          <a:bodyPr/>
          <a:lstStyle/>
          <a:p>
            <a:endParaRPr lang="de-AT"/>
          </a:p>
        </p:txBody>
      </p:sp>
      <p:sp>
        <p:nvSpPr>
          <p:cNvPr id="7" name="Slide Number Placeholder 6"/>
          <p:cNvSpPr>
            <a:spLocks noGrp="1"/>
          </p:cNvSpPr>
          <p:nvPr>
            <p:ph type="sldNum" sz="quarter" idx="12"/>
          </p:nvPr>
        </p:nvSpPr>
        <p:spPr/>
        <p:txBody>
          <a:bodyPr/>
          <a:lstStyle/>
          <a:p>
            <a:fld id="{09C44C4A-945E-4A56-A1E7-C9D60F5427FF}" type="slidenum">
              <a:rPr lang="de-AT" smtClean="0"/>
              <a:t>‹#›</a:t>
            </a:fld>
            <a:endParaRPr lang="de-AT"/>
          </a:p>
        </p:txBody>
      </p:sp>
    </p:spTree>
    <p:extLst>
      <p:ext uri="{BB962C8B-B14F-4D97-AF65-F5344CB8AC3E}">
        <p14:creationId xmlns:p14="http://schemas.microsoft.com/office/powerpoint/2010/main" val="2087118757"/>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el und vertikaler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de-DE"/>
              <a:t>Mastertitelformat bearbeiten</a:t>
            </a:r>
            <a:endParaRPr lang="en-US" dirty="0"/>
          </a:p>
        </p:txBody>
      </p:sp>
      <p:sp>
        <p:nvSpPr>
          <p:cNvPr id="3" name="Vertical Text Placeholder 2"/>
          <p:cNvSpPr>
            <a:spLocks noGrp="1"/>
          </p:cNvSpPr>
          <p:nvPr>
            <p:ph type="body" orient="vert" idx="1"/>
          </p:nvPr>
        </p:nvSpPr>
        <p:spPr/>
        <p:txBody>
          <a:bodyPr vert="eaVert"/>
          <a:lstStyle/>
          <a:p>
            <a:pPr lvl="0"/>
            <a:r>
              <a:rPr lang="de-DE"/>
              <a:t>Mastertextformat bearbeiten</a:t>
            </a:r>
          </a:p>
          <a:p>
            <a:pPr lvl="1"/>
            <a:r>
              <a:rPr lang="de-DE"/>
              <a:t>Zweite Ebene</a:t>
            </a:r>
          </a:p>
          <a:p>
            <a:pPr lvl="2"/>
            <a:r>
              <a:rPr lang="de-DE"/>
              <a:t>Dritte Ebene</a:t>
            </a:r>
          </a:p>
          <a:p>
            <a:pPr lvl="3"/>
            <a:r>
              <a:rPr lang="de-DE"/>
              <a:t>Vierte Ebene</a:t>
            </a:r>
          </a:p>
          <a:p>
            <a:pPr lvl="4"/>
            <a:r>
              <a:rPr lang="de-DE"/>
              <a:t>Fünfte Ebene</a:t>
            </a:r>
            <a:endParaRPr lang="en-US" dirty="0"/>
          </a:p>
        </p:txBody>
      </p:sp>
      <p:sp>
        <p:nvSpPr>
          <p:cNvPr id="4" name="Date Placeholder 3"/>
          <p:cNvSpPr>
            <a:spLocks noGrp="1"/>
          </p:cNvSpPr>
          <p:nvPr>
            <p:ph type="dt" sz="half" idx="10"/>
          </p:nvPr>
        </p:nvSpPr>
        <p:spPr/>
        <p:txBody>
          <a:bodyPr/>
          <a:lstStyle/>
          <a:p>
            <a:fld id="{54B5A053-06E9-40EE-BE46-DB75A413985D}" type="datetimeFigureOut">
              <a:rPr lang="de-AT" smtClean="0"/>
              <a:t>07.11.2025</a:t>
            </a:fld>
            <a:endParaRPr lang="de-AT"/>
          </a:p>
        </p:txBody>
      </p:sp>
      <p:sp>
        <p:nvSpPr>
          <p:cNvPr id="5" name="Footer Placeholder 4"/>
          <p:cNvSpPr>
            <a:spLocks noGrp="1"/>
          </p:cNvSpPr>
          <p:nvPr>
            <p:ph type="ftr" sz="quarter" idx="11"/>
          </p:nvPr>
        </p:nvSpPr>
        <p:spPr/>
        <p:txBody>
          <a:bodyPr/>
          <a:lstStyle/>
          <a:p>
            <a:endParaRPr lang="de-AT"/>
          </a:p>
        </p:txBody>
      </p:sp>
      <p:sp>
        <p:nvSpPr>
          <p:cNvPr id="6" name="Slide Number Placeholder 5"/>
          <p:cNvSpPr>
            <a:spLocks noGrp="1"/>
          </p:cNvSpPr>
          <p:nvPr>
            <p:ph type="sldNum" sz="quarter" idx="12"/>
          </p:nvPr>
        </p:nvSpPr>
        <p:spPr/>
        <p:txBody>
          <a:bodyPr/>
          <a:lstStyle/>
          <a:p>
            <a:fld id="{09C44C4A-945E-4A56-A1E7-C9D60F5427FF}" type="slidenum">
              <a:rPr lang="de-AT" smtClean="0"/>
              <a:t>‹#›</a:t>
            </a:fld>
            <a:endParaRPr lang="de-AT"/>
          </a:p>
        </p:txBody>
      </p:sp>
    </p:spTree>
    <p:extLst>
      <p:ext uri="{BB962C8B-B14F-4D97-AF65-F5344CB8AC3E}">
        <p14:creationId xmlns:p14="http://schemas.microsoft.com/office/powerpoint/2010/main" val="33462430"/>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kaler Titel u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4907757" y="527403"/>
            <a:ext cx="1478756" cy="8394877"/>
          </a:xfrm>
        </p:spPr>
        <p:txBody>
          <a:bodyPr vert="eaVert"/>
          <a:lstStyle/>
          <a:p>
            <a:r>
              <a:rPr lang="de-DE"/>
              <a:t>Mastertitelformat bearbeiten</a:t>
            </a:r>
            <a:endParaRPr lang="en-US" dirty="0"/>
          </a:p>
        </p:txBody>
      </p:sp>
      <p:sp>
        <p:nvSpPr>
          <p:cNvPr id="3" name="Vertical Text Placeholder 2"/>
          <p:cNvSpPr>
            <a:spLocks noGrp="1"/>
          </p:cNvSpPr>
          <p:nvPr>
            <p:ph type="body" orient="vert" idx="1"/>
          </p:nvPr>
        </p:nvSpPr>
        <p:spPr>
          <a:xfrm>
            <a:off x="471488" y="527403"/>
            <a:ext cx="4350544" cy="8394877"/>
          </a:xfrm>
        </p:spPr>
        <p:txBody>
          <a:bodyPr vert="eaVert"/>
          <a:lstStyle/>
          <a:p>
            <a:pPr lvl="0"/>
            <a:r>
              <a:rPr lang="de-DE"/>
              <a:t>Mastertextformat bearbeiten</a:t>
            </a:r>
          </a:p>
          <a:p>
            <a:pPr lvl="1"/>
            <a:r>
              <a:rPr lang="de-DE"/>
              <a:t>Zweite Ebene</a:t>
            </a:r>
          </a:p>
          <a:p>
            <a:pPr lvl="2"/>
            <a:r>
              <a:rPr lang="de-DE"/>
              <a:t>Dritte Ebene</a:t>
            </a:r>
          </a:p>
          <a:p>
            <a:pPr lvl="3"/>
            <a:r>
              <a:rPr lang="de-DE"/>
              <a:t>Vierte Ebene</a:t>
            </a:r>
          </a:p>
          <a:p>
            <a:pPr lvl="4"/>
            <a:r>
              <a:rPr lang="de-DE"/>
              <a:t>Fünfte Ebene</a:t>
            </a:r>
            <a:endParaRPr lang="en-US" dirty="0"/>
          </a:p>
        </p:txBody>
      </p:sp>
      <p:sp>
        <p:nvSpPr>
          <p:cNvPr id="4" name="Date Placeholder 3"/>
          <p:cNvSpPr>
            <a:spLocks noGrp="1"/>
          </p:cNvSpPr>
          <p:nvPr>
            <p:ph type="dt" sz="half" idx="10"/>
          </p:nvPr>
        </p:nvSpPr>
        <p:spPr/>
        <p:txBody>
          <a:bodyPr/>
          <a:lstStyle/>
          <a:p>
            <a:fld id="{54B5A053-06E9-40EE-BE46-DB75A413985D}" type="datetimeFigureOut">
              <a:rPr lang="de-AT" smtClean="0"/>
              <a:t>07.11.2025</a:t>
            </a:fld>
            <a:endParaRPr lang="de-AT"/>
          </a:p>
        </p:txBody>
      </p:sp>
      <p:sp>
        <p:nvSpPr>
          <p:cNvPr id="5" name="Footer Placeholder 4"/>
          <p:cNvSpPr>
            <a:spLocks noGrp="1"/>
          </p:cNvSpPr>
          <p:nvPr>
            <p:ph type="ftr" sz="quarter" idx="11"/>
          </p:nvPr>
        </p:nvSpPr>
        <p:spPr/>
        <p:txBody>
          <a:bodyPr/>
          <a:lstStyle/>
          <a:p>
            <a:endParaRPr lang="de-AT"/>
          </a:p>
        </p:txBody>
      </p:sp>
      <p:sp>
        <p:nvSpPr>
          <p:cNvPr id="6" name="Slide Number Placeholder 5"/>
          <p:cNvSpPr>
            <a:spLocks noGrp="1"/>
          </p:cNvSpPr>
          <p:nvPr>
            <p:ph type="sldNum" sz="quarter" idx="12"/>
          </p:nvPr>
        </p:nvSpPr>
        <p:spPr/>
        <p:txBody>
          <a:bodyPr/>
          <a:lstStyle/>
          <a:p>
            <a:fld id="{09C44C4A-945E-4A56-A1E7-C9D60F5427FF}" type="slidenum">
              <a:rPr lang="de-AT" smtClean="0"/>
              <a:t>‹#›</a:t>
            </a:fld>
            <a:endParaRPr lang="de-AT"/>
          </a:p>
        </p:txBody>
      </p:sp>
    </p:spTree>
    <p:extLst>
      <p:ext uri="{BB962C8B-B14F-4D97-AF65-F5344CB8AC3E}">
        <p14:creationId xmlns:p14="http://schemas.microsoft.com/office/powerpoint/2010/main" val="2252681549"/>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13" Type="http://schemas.openxmlformats.org/officeDocument/2006/relationships/image" Target="../media/image1.jpg"/><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Pr>
        <a:blipFill dpi="0" rotWithShape="1">
          <a:blip r:embed="rId13">
            <a:alphaModFix amt="30000"/>
            <a:lum/>
          </a:blip>
          <a:srcRect/>
          <a:stretch>
            <a:fillRect/>
          </a:stretch>
        </a:blipFill>
        <a:effectLst/>
      </p:bgPr>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71488" y="527405"/>
            <a:ext cx="5915025" cy="1914702"/>
          </a:xfrm>
          <a:prstGeom prst="rect">
            <a:avLst/>
          </a:prstGeom>
        </p:spPr>
        <p:txBody>
          <a:bodyPr vert="horz" lIns="91440" tIns="45720" rIns="91440" bIns="45720" rtlCol="0" anchor="ctr">
            <a:normAutofit/>
          </a:bodyPr>
          <a:lstStyle/>
          <a:p>
            <a:r>
              <a:rPr lang="de-DE"/>
              <a:t>Mastertitelformat bearbeiten</a:t>
            </a:r>
            <a:endParaRPr lang="en-US" dirty="0"/>
          </a:p>
        </p:txBody>
      </p:sp>
      <p:sp>
        <p:nvSpPr>
          <p:cNvPr id="3" name="Text Placeholder 2"/>
          <p:cNvSpPr>
            <a:spLocks noGrp="1"/>
          </p:cNvSpPr>
          <p:nvPr>
            <p:ph type="body" idx="1"/>
          </p:nvPr>
        </p:nvSpPr>
        <p:spPr>
          <a:xfrm>
            <a:off x="471488" y="2637014"/>
            <a:ext cx="5915025" cy="6285266"/>
          </a:xfrm>
          <a:prstGeom prst="rect">
            <a:avLst/>
          </a:prstGeom>
        </p:spPr>
        <p:txBody>
          <a:bodyPr vert="horz" lIns="91440" tIns="45720" rIns="91440" bIns="45720" rtlCol="0">
            <a:normAutofit/>
          </a:bodyPr>
          <a:lstStyle/>
          <a:p>
            <a:pPr lvl="0"/>
            <a:r>
              <a:rPr lang="de-DE"/>
              <a:t>Mastertextformat bearbeiten</a:t>
            </a:r>
          </a:p>
          <a:p>
            <a:pPr lvl="1"/>
            <a:r>
              <a:rPr lang="de-DE"/>
              <a:t>Zweite Ebene</a:t>
            </a:r>
          </a:p>
          <a:p>
            <a:pPr lvl="2"/>
            <a:r>
              <a:rPr lang="de-DE"/>
              <a:t>Dritte Ebene</a:t>
            </a:r>
          </a:p>
          <a:p>
            <a:pPr lvl="3"/>
            <a:r>
              <a:rPr lang="de-DE"/>
              <a:t>Vierte Ebene</a:t>
            </a:r>
          </a:p>
          <a:p>
            <a:pPr lvl="4"/>
            <a:r>
              <a:rPr lang="de-DE"/>
              <a:t>Fünfte Ebene</a:t>
            </a:r>
            <a:endParaRPr lang="en-US" dirty="0"/>
          </a:p>
        </p:txBody>
      </p:sp>
      <p:sp>
        <p:nvSpPr>
          <p:cNvPr id="4" name="Date Placeholder 3"/>
          <p:cNvSpPr>
            <a:spLocks noGrp="1"/>
          </p:cNvSpPr>
          <p:nvPr>
            <p:ph type="dt" sz="half" idx="2"/>
          </p:nvPr>
        </p:nvSpPr>
        <p:spPr>
          <a:xfrm>
            <a:off x="471488" y="9181397"/>
            <a:ext cx="1543050" cy="527403"/>
          </a:xfrm>
          <a:prstGeom prst="rect">
            <a:avLst/>
          </a:prstGeom>
        </p:spPr>
        <p:txBody>
          <a:bodyPr vert="horz" lIns="91440" tIns="45720" rIns="91440" bIns="45720" rtlCol="0" anchor="ctr"/>
          <a:lstStyle>
            <a:lvl1pPr algn="l">
              <a:defRPr sz="900">
                <a:solidFill>
                  <a:schemeClr val="tx1">
                    <a:tint val="75000"/>
                  </a:schemeClr>
                </a:solidFill>
              </a:defRPr>
            </a:lvl1pPr>
          </a:lstStyle>
          <a:p>
            <a:fld id="{54B5A053-06E9-40EE-BE46-DB75A413985D}" type="datetimeFigureOut">
              <a:rPr lang="de-AT" smtClean="0"/>
              <a:t>07.11.2025</a:t>
            </a:fld>
            <a:endParaRPr lang="de-AT"/>
          </a:p>
        </p:txBody>
      </p:sp>
      <p:sp>
        <p:nvSpPr>
          <p:cNvPr id="5" name="Footer Placeholder 4"/>
          <p:cNvSpPr>
            <a:spLocks noGrp="1"/>
          </p:cNvSpPr>
          <p:nvPr>
            <p:ph type="ftr" sz="quarter" idx="3"/>
          </p:nvPr>
        </p:nvSpPr>
        <p:spPr>
          <a:xfrm>
            <a:off x="2271713" y="9181397"/>
            <a:ext cx="2314575" cy="527403"/>
          </a:xfrm>
          <a:prstGeom prst="rect">
            <a:avLst/>
          </a:prstGeom>
        </p:spPr>
        <p:txBody>
          <a:bodyPr vert="horz" lIns="91440" tIns="45720" rIns="91440" bIns="45720" rtlCol="0" anchor="ctr"/>
          <a:lstStyle>
            <a:lvl1pPr algn="ctr">
              <a:defRPr sz="900">
                <a:solidFill>
                  <a:schemeClr val="tx1">
                    <a:tint val="75000"/>
                  </a:schemeClr>
                </a:solidFill>
              </a:defRPr>
            </a:lvl1pPr>
          </a:lstStyle>
          <a:p>
            <a:endParaRPr lang="de-AT"/>
          </a:p>
        </p:txBody>
      </p:sp>
      <p:sp>
        <p:nvSpPr>
          <p:cNvPr id="6" name="Slide Number Placeholder 5"/>
          <p:cNvSpPr>
            <a:spLocks noGrp="1"/>
          </p:cNvSpPr>
          <p:nvPr>
            <p:ph type="sldNum" sz="quarter" idx="4"/>
          </p:nvPr>
        </p:nvSpPr>
        <p:spPr>
          <a:xfrm>
            <a:off x="4843463" y="9181397"/>
            <a:ext cx="1543050" cy="527403"/>
          </a:xfrm>
          <a:prstGeom prst="rect">
            <a:avLst/>
          </a:prstGeom>
        </p:spPr>
        <p:txBody>
          <a:bodyPr vert="horz" lIns="91440" tIns="45720" rIns="91440" bIns="45720" rtlCol="0" anchor="ctr"/>
          <a:lstStyle>
            <a:lvl1pPr algn="r">
              <a:defRPr sz="900">
                <a:solidFill>
                  <a:schemeClr val="tx1">
                    <a:tint val="75000"/>
                  </a:schemeClr>
                </a:solidFill>
              </a:defRPr>
            </a:lvl1pPr>
          </a:lstStyle>
          <a:p>
            <a:fld id="{09C44C4A-945E-4A56-A1E7-C9D60F5427FF}" type="slidenum">
              <a:rPr lang="de-AT" smtClean="0"/>
              <a:t>‹#›</a:t>
            </a:fld>
            <a:endParaRPr lang="de-AT"/>
          </a:p>
        </p:txBody>
      </p:sp>
    </p:spTree>
    <p:extLst>
      <p:ext uri="{BB962C8B-B14F-4D97-AF65-F5344CB8AC3E}">
        <p14:creationId xmlns:p14="http://schemas.microsoft.com/office/powerpoint/2010/main" val="2298455062"/>
      </p:ext>
    </p:extLst>
  </p:cSld>
  <p:clrMap bg1="lt1" tx1="dk1" bg2="lt2" tx2="dk2" accent1="accent1" accent2="accent2" accent3="accent3" accent4="accent4" accent5="accent5" accent6="accent6" hlink="hlink" folHlink="folHlink"/>
  <p:sldLayoutIdLst>
    <p:sldLayoutId id="2147483661" r:id="rId1"/>
    <p:sldLayoutId id="2147483662" r:id="rId2"/>
    <p:sldLayoutId id="2147483663" r:id="rId3"/>
    <p:sldLayoutId id="2147483664" r:id="rId4"/>
    <p:sldLayoutId id="2147483665" r:id="rId5"/>
    <p:sldLayoutId id="2147483666" r:id="rId6"/>
    <p:sldLayoutId id="2147483667" r:id="rId7"/>
    <p:sldLayoutId id="2147483668" r:id="rId8"/>
    <p:sldLayoutId id="2147483669" r:id="rId9"/>
    <p:sldLayoutId id="2147483670" r:id="rId10"/>
    <p:sldLayoutId id="2147483671" r:id="rId11"/>
  </p:sldLayoutIdLst>
  <p:txStyles>
    <p:titleStyle>
      <a:lvl1pPr algn="l" defTabSz="685800" rtl="0" eaLnBrk="1" latinLnBrk="0" hangingPunct="1">
        <a:lnSpc>
          <a:spcPct val="90000"/>
        </a:lnSpc>
        <a:spcBef>
          <a:spcPct val="0"/>
        </a:spcBef>
        <a:buNone/>
        <a:defRPr sz="3300" kern="1200">
          <a:solidFill>
            <a:schemeClr val="tx1"/>
          </a:solidFill>
          <a:latin typeface="+mj-lt"/>
          <a:ea typeface="+mj-ea"/>
          <a:cs typeface="+mj-cs"/>
        </a:defRPr>
      </a:lvl1pPr>
    </p:titleStyle>
    <p:bodyStyle>
      <a:lvl1pPr marL="171450" indent="-171450" algn="l" defTabSz="685800" rtl="0" eaLnBrk="1" latinLnBrk="0" hangingPunct="1">
        <a:lnSpc>
          <a:spcPct val="90000"/>
        </a:lnSpc>
        <a:spcBef>
          <a:spcPts val="750"/>
        </a:spcBef>
        <a:buFont typeface="Arial" panose="020B0604020202020204" pitchFamily="34" charset="0"/>
        <a:buChar char="•"/>
        <a:defRPr sz="2100" kern="1200">
          <a:solidFill>
            <a:schemeClr val="tx1"/>
          </a:solidFill>
          <a:latin typeface="+mn-lt"/>
          <a:ea typeface="+mn-ea"/>
          <a:cs typeface="+mn-cs"/>
        </a:defRPr>
      </a:lvl1pPr>
      <a:lvl2pPr marL="514350" indent="-171450" algn="l" defTabSz="685800" rtl="0" eaLnBrk="1" latinLnBrk="0" hangingPunct="1">
        <a:lnSpc>
          <a:spcPct val="90000"/>
        </a:lnSpc>
        <a:spcBef>
          <a:spcPts val="375"/>
        </a:spcBef>
        <a:buFont typeface="Arial" panose="020B0604020202020204" pitchFamily="34" charset="0"/>
        <a:buChar char="•"/>
        <a:defRPr sz="1800" kern="1200">
          <a:solidFill>
            <a:schemeClr val="tx1"/>
          </a:solidFill>
          <a:latin typeface="+mn-lt"/>
          <a:ea typeface="+mn-ea"/>
          <a:cs typeface="+mn-cs"/>
        </a:defRPr>
      </a:lvl2pPr>
      <a:lvl3pPr marL="857250" indent="-171450" algn="l" defTabSz="685800" rtl="0" eaLnBrk="1" latinLnBrk="0" hangingPunct="1">
        <a:lnSpc>
          <a:spcPct val="90000"/>
        </a:lnSpc>
        <a:spcBef>
          <a:spcPts val="375"/>
        </a:spcBef>
        <a:buFont typeface="Arial" panose="020B0604020202020204" pitchFamily="34" charset="0"/>
        <a:buChar char="•"/>
        <a:defRPr sz="1500" kern="1200">
          <a:solidFill>
            <a:schemeClr val="tx1"/>
          </a:solidFill>
          <a:latin typeface="+mn-lt"/>
          <a:ea typeface="+mn-ea"/>
          <a:cs typeface="+mn-cs"/>
        </a:defRPr>
      </a:lvl3pPr>
      <a:lvl4pPr marL="1200150" indent="-171450" algn="l" defTabSz="685800"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4pPr>
      <a:lvl5pPr marL="1543050" indent="-171450" algn="l" defTabSz="685800"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5pPr>
      <a:lvl6pPr marL="1885950" indent="-171450" algn="l" defTabSz="685800"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6pPr>
      <a:lvl7pPr marL="2228850" indent="-171450" algn="l" defTabSz="685800"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7pPr>
      <a:lvl8pPr marL="2571750" indent="-171450" algn="l" defTabSz="685800"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8pPr>
      <a:lvl9pPr marL="2914650" indent="-171450" algn="l" defTabSz="685800"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9pPr>
    </p:bodyStyle>
    <p:otherStyle>
      <a:defPPr>
        <a:defRPr lang="en-US"/>
      </a:defPPr>
      <a:lvl1pPr marL="0" algn="l" defTabSz="685800" rtl="0" eaLnBrk="1" latinLnBrk="0" hangingPunct="1">
        <a:defRPr sz="1350" kern="1200">
          <a:solidFill>
            <a:schemeClr val="tx1"/>
          </a:solidFill>
          <a:latin typeface="+mn-lt"/>
          <a:ea typeface="+mn-ea"/>
          <a:cs typeface="+mn-cs"/>
        </a:defRPr>
      </a:lvl1pPr>
      <a:lvl2pPr marL="342900" algn="l" defTabSz="685800" rtl="0" eaLnBrk="1" latinLnBrk="0" hangingPunct="1">
        <a:defRPr sz="1350" kern="1200">
          <a:solidFill>
            <a:schemeClr val="tx1"/>
          </a:solidFill>
          <a:latin typeface="+mn-lt"/>
          <a:ea typeface="+mn-ea"/>
          <a:cs typeface="+mn-cs"/>
        </a:defRPr>
      </a:lvl2pPr>
      <a:lvl3pPr marL="685800" algn="l" defTabSz="685800" rtl="0" eaLnBrk="1" latinLnBrk="0" hangingPunct="1">
        <a:defRPr sz="1350" kern="1200">
          <a:solidFill>
            <a:schemeClr val="tx1"/>
          </a:solidFill>
          <a:latin typeface="+mn-lt"/>
          <a:ea typeface="+mn-ea"/>
          <a:cs typeface="+mn-cs"/>
        </a:defRPr>
      </a:lvl3pPr>
      <a:lvl4pPr marL="1028700" algn="l" defTabSz="685800" rtl="0" eaLnBrk="1" latinLnBrk="0" hangingPunct="1">
        <a:defRPr sz="1350" kern="1200">
          <a:solidFill>
            <a:schemeClr val="tx1"/>
          </a:solidFill>
          <a:latin typeface="+mn-lt"/>
          <a:ea typeface="+mn-ea"/>
          <a:cs typeface="+mn-cs"/>
        </a:defRPr>
      </a:lvl4pPr>
      <a:lvl5pPr marL="1371600" algn="l" defTabSz="685800" rtl="0" eaLnBrk="1" latinLnBrk="0" hangingPunct="1">
        <a:defRPr sz="1350" kern="1200">
          <a:solidFill>
            <a:schemeClr val="tx1"/>
          </a:solidFill>
          <a:latin typeface="+mn-lt"/>
          <a:ea typeface="+mn-ea"/>
          <a:cs typeface="+mn-cs"/>
        </a:defRPr>
      </a:lvl5pPr>
      <a:lvl6pPr marL="1714500" algn="l" defTabSz="685800" rtl="0" eaLnBrk="1" latinLnBrk="0" hangingPunct="1">
        <a:defRPr sz="1350" kern="1200">
          <a:solidFill>
            <a:schemeClr val="tx1"/>
          </a:solidFill>
          <a:latin typeface="+mn-lt"/>
          <a:ea typeface="+mn-ea"/>
          <a:cs typeface="+mn-cs"/>
        </a:defRPr>
      </a:lvl6pPr>
      <a:lvl7pPr marL="2057400" algn="l" defTabSz="685800" rtl="0" eaLnBrk="1" latinLnBrk="0" hangingPunct="1">
        <a:defRPr sz="1350" kern="1200">
          <a:solidFill>
            <a:schemeClr val="tx1"/>
          </a:solidFill>
          <a:latin typeface="+mn-lt"/>
          <a:ea typeface="+mn-ea"/>
          <a:cs typeface="+mn-cs"/>
        </a:defRPr>
      </a:lvl7pPr>
      <a:lvl8pPr marL="2400300" algn="l" defTabSz="685800" rtl="0" eaLnBrk="1" latinLnBrk="0" hangingPunct="1">
        <a:defRPr sz="1350" kern="1200">
          <a:solidFill>
            <a:schemeClr val="tx1"/>
          </a:solidFill>
          <a:latin typeface="+mn-lt"/>
          <a:ea typeface="+mn-ea"/>
          <a:cs typeface="+mn-cs"/>
        </a:defRPr>
      </a:lvl8pPr>
      <a:lvl9pPr marL="2743200" algn="l" defTabSz="685800" rtl="0" eaLnBrk="1" latinLnBrk="0" hangingPunct="1">
        <a:defRPr sz="135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image" Target="../media/image2.png"/><Relationship Id="rId1" Type="http://schemas.openxmlformats.org/officeDocument/2006/relationships/slideLayout" Target="../slideLayouts/slideLayout7.xml"/></Relationships>
</file>

<file path=ppt/slides/_rels/slide2.xml.rels><?xml version="1.0" encoding="UTF-8" standalone="yes"?>
<Relationships xmlns="http://schemas.openxmlformats.org/package/2006/relationships"><Relationship Id="rId8" Type="http://schemas.openxmlformats.org/officeDocument/2006/relationships/image" Target="../media/image9.png"/><Relationship Id="rId3" Type="http://schemas.openxmlformats.org/officeDocument/2006/relationships/image" Target="../media/image5.png"/><Relationship Id="rId7" Type="http://schemas.openxmlformats.org/officeDocument/2006/relationships/image" Target="../media/image8.png"/><Relationship Id="rId2" Type="http://schemas.openxmlformats.org/officeDocument/2006/relationships/image" Target="../media/image4.png"/><Relationship Id="rId1" Type="http://schemas.openxmlformats.org/officeDocument/2006/relationships/slideLayout" Target="../slideLayouts/slideLayout7.xml"/><Relationship Id="rId6" Type="http://schemas.openxmlformats.org/officeDocument/2006/relationships/image" Target="../media/image7.png"/><Relationship Id="rId5" Type="http://schemas.openxmlformats.org/officeDocument/2006/relationships/hyperlink" Target="http://creativecommons.org/licenses/by-sa/4.0/" TargetMode="External"/><Relationship Id="rId4" Type="http://schemas.openxmlformats.org/officeDocument/2006/relationships/image" Target="../media/image6.png"/></Relationships>
</file>

<file path=ppt/slides/_rels/slide3.xml.rels><?xml version="1.0" encoding="UTF-8" standalone="yes"?>
<Relationships xmlns="http://schemas.openxmlformats.org/package/2006/relationships"><Relationship Id="rId3" Type="http://schemas.openxmlformats.org/officeDocument/2006/relationships/image" Target="../media/image11.png"/><Relationship Id="rId2" Type="http://schemas.openxmlformats.org/officeDocument/2006/relationships/image" Target="../media/image10.png"/><Relationship Id="rId1" Type="http://schemas.openxmlformats.org/officeDocument/2006/relationships/slideLayout" Target="../slideLayouts/slideLayout7.xml"/></Relationships>
</file>

<file path=ppt/slides/_rels/slide4.xml.rels><?xml version="1.0" encoding="UTF-8" standalone="yes"?>
<Relationships xmlns="http://schemas.openxmlformats.org/package/2006/relationships"><Relationship Id="rId3" Type="http://schemas.openxmlformats.org/officeDocument/2006/relationships/image" Target="../media/image13.png"/><Relationship Id="rId2" Type="http://schemas.openxmlformats.org/officeDocument/2006/relationships/image" Target="../media/image12.png"/><Relationship Id="rId1" Type="http://schemas.openxmlformats.org/officeDocument/2006/relationships/slideLayout" Target="../slideLayouts/slideLayout7.xml"/><Relationship Id="rId6" Type="http://schemas.openxmlformats.org/officeDocument/2006/relationships/image" Target="../media/image16.png"/><Relationship Id="rId5" Type="http://schemas.openxmlformats.org/officeDocument/2006/relationships/image" Target="../media/image15.png"/><Relationship Id="rId4" Type="http://schemas.openxmlformats.org/officeDocument/2006/relationships/image" Target="../media/image14.png"/></Relationships>
</file>

<file path=ppt/slides/_rels/slide5.xml.rels><?xml version="1.0" encoding="UTF-8" standalone="yes"?>
<Relationships xmlns="http://schemas.openxmlformats.org/package/2006/relationships"><Relationship Id="rId3" Type="http://schemas.openxmlformats.org/officeDocument/2006/relationships/image" Target="../media/image18.png"/><Relationship Id="rId2" Type="http://schemas.openxmlformats.org/officeDocument/2006/relationships/image" Target="../media/image17.png"/><Relationship Id="rId1" Type="http://schemas.openxmlformats.org/officeDocument/2006/relationships/slideLayout" Target="../slideLayouts/slideLayout7.xml"/></Relationships>
</file>

<file path=ppt/slides/_rels/slide6.xml.rels><?xml version="1.0" encoding="UTF-8" standalone="yes"?>
<Relationships xmlns="http://schemas.openxmlformats.org/package/2006/relationships"><Relationship Id="rId3" Type="http://schemas.openxmlformats.org/officeDocument/2006/relationships/image" Target="../media/image20.png"/><Relationship Id="rId2" Type="http://schemas.openxmlformats.org/officeDocument/2006/relationships/image" Target="../media/image19.png"/><Relationship Id="rId1" Type="http://schemas.openxmlformats.org/officeDocument/2006/relationships/slideLayout" Target="../slideLayouts/slideLayout7.xml"/><Relationship Id="rId6" Type="http://schemas.openxmlformats.org/officeDocument/2006/relationships/image" Target="../media/image23.png"/><Relationship Id="rId5" Type="http://schemas.openxmlformats.org/officeDocument/2006/relationships/image" Target="../media/image22.png"/><Relationship Id="rId4" Type="http://schemas.openxmlformats.org/officeDocument/2006/relationships/image" Target="../media/image21.png"/></Relationships>
</file>

<file path=ppt/slides/_rels/slide7.xml.rels><?xml version="1.0" encoding="UTF-8" standalone="yes"?>
<Relationships xmlns="http://schemas.openxmlformats.org/package/2006/relationships"><Relationship Id="rId3" Type="http://schemas.microsoft.com/office/2007/relationships/hdphoto" Target="../media/hdphoto1.wdp"/><Relationship Id="rId2" Type="http://schemas.openxmlformats.org/officeDocument/2006/relationships/image" Target="../media/image24.png"/><Relationship Id="rId1" Type="http://schemas.openxmlformats.org/officeDocument/2006/relationships/slideLayout" Target="../slideLayouts/slideLayout7.xml"/></Relationships>
</file>

<file path=ppt/slides/slide1.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pic>
        <p:nvPicPr>
          <p:cNvPr id="3" name="Grafik 2">
            <a:extLst>
              <a:ext uri="{FF2B5EF4-FFF2-40B4-BE49-F238E27FC236}">
                <a16:creationId xmlns:a16="http://schemas.microsoft.com/office/drawing/2014/main" id="{6B8F9388-E008-9221-6B86-A02FF2024346}"/>
              </a:ext>
              <a:ext uri="{C183D7F6-B498-43B3-948B-1728B52AA6E4}">
                <adec:decorative xmlns:adec="http://schemas.microsoft.com/office/drawing/2017/decorative" val="1"/>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765636" y="3036165"/>
            <a:ext cx="5326725" cy="4995720"/>
          </a:xfrm>
          <a:prstGeom prst="rect">
            <a:avLst/>
          </a:prstGeom>
        </p:spPr>
      </p:pic>
      <p:sp>
        <p:nvSpPr>
          <p:cNvPr id="4" name="Textfeld 3">
            <a:extLst>
              <a:ext uri="{FF2B5EF4-FFF2-40B4-BE49-F238E27FC236}">
                <a16:creationId xmlns:a16="http://schemas.microsoft.com/office/drawing/2014/main" id="{82B15DD6-0713-4687-9E23-12B35F8AE7CE}"/>
              </a:ext>
            </a:extLst>
          </p:cNvPr>
          <p:cNvSpPr txBox="1">
            <a:spLocks noGrp="1"/>
          </p:cNvSpPr>
          <p:nvPr>
            <p:ph type="title" idx="4294967295"/>
          </p:nvPr>
        </p:nvSpPr>
        <p:spPr>
          <a:xfrm>
            <a:off x="1180306" y="1030450"/>
            <a:ext cx="4497388" cy="1440266"/>
          </a:xfrm>
          <a:prstGeom prst="rect">
            <a:avLst/>
          </a:prstGeom>
          <a:noFill/>
          <a:ln>
            <a:noFill/>
            <a:prstDash/>
          </a:ln>
          <a:effectLst/>
        </p:spPr>
        <p:txBody>
          <a:bodyPr rot="0" spcFirstLastPara="0" vertOverflow="overflow" horzOverflow="overflow" vert="horz" wrap="square" lIns="91440" tIns="45720" rIns="91440" bIns="45720" numCol="1" spcCol="0" rtlCol="0" fromWordArt="0" anchor="ctr" anchorCtr="0" forceAA="0" compatLnSpc="1">
            <a:prstTxWarp prst="textNoShape">
              <a:avLst/>
            </a:prstTxWarp>
            <a:spAutoFit/>
          </a:bodyPr>
          <a:lstStyle/>
          <a:p>
            <a:pPr algn="ctr"/>
            <a:r>
              <a:rPr lang="de-AT" sz="4800" dirty="0" err="1">
                <a:latin typeface="Pangolin" panose="00000500000000000000"/>
              </a:rPr>
              <a:t>Pensée</a:t>
            </a:r>
            <a:r>
              <a:rPr lang="de-AT" sz="4800" dirty="0">
                <a:latin typeface="Pangolin" panose="00000500000000000000"/>
              </a:rPr>
              <a:t> </a:t>
            </a:r>
            <a:r>
              <a:rPr lang="de-AT" sz="4800" dirty="0" err="1">
                <a:latin typeface="Pangolin" panose="00000500000000000000"/>
              </a:rPr>
              <a:t>Mathématique</a:t>
            </a:r>
            <a:endParaRPr lang="de-AT" sz="4800" dirty="0">
              <a:latin typeface="Pangolin" panose="00000500000000000000"/>
            </a:endParaRPr>
          </a:p>
        </p:txBody>
      </p:sp>
      <p:pic>
        <p:nvPicPr>
          <p:cNvPr id="6" name="Picture 5">
            <a:extLst>
              <a:ext uri="{FF2B5EF4-FFF2-40B4-BE49-F238E27FC236}">
                <a16:creationId xmlns:a16="http://schemas.microsoft.com/office/drawing/2014/main" id="{F1BEA7A3-C027-CB16-5714-073850589840}"/>
              </a:ext>
              <a:ext uri="{C183D7F6-B498-43B3-948B-1728B52AA6E4}">
                <adec:decorative xmlns:adec="http://schemas.microsoft.com/office/drawing/2017/decorative" val="1"/>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2233388" y="8432898"/>
            <a:ext cx="2391223" cy="450654"/>
          </a:xfrm>
          <a:prstGeom prst="rect">
            <a:avLst/>
          </a:prstGeom>
        </p:spPr>
      </p:pic>
    </p:spTree>
    <p:extLst>
      <p:ext uri="{BB962C8B-B14F-4D97-AF65-F5344CB8AC3E}">
        <p14:creationId xmlns:p14="http://schemas.microsoft.com/office/powerpoint/2010/main" val="313680254"/>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2" name="Textfeld 1">
            <a:extLst>
              <a:ext uri="{FF2B5EF4-FFF2-40B4-BE49-F238E27FC236}">
                <a16:creationId xmlns:a16="http://schemas.microsoft.com/office/drawing/2014/main" id="{36F7C832-7D7F-40CB-9479-79BC46A793B9}"/>
              </a:ext>
            </a:extLst>
          </p:cNvPr>
          <p:cNvSpPr txBox="1"/>
          <p:nvPr/>
        </p:nvSpPr>
        <p:spPr>
          <a:xfrm>
            <a:off x="599280" y="790575"/>
            <a:ext cx="4590905" cy="2800767"/>
          </a:xfrm>
          <a:prstGeom prst="rect">
            <a:avLst/>
          </a:prstGeom>
          <a:noFill/>
        </p:spPr>
        <p:txBody>
          <a:bodyPr wrap="square" rtlCol="0">
            <a:spAutoFit/>
          </a:bodyPr>
          <a:lstStyle/>
          <a:p>
            <a:r>
              <a:rPr lang="fr-FR" sz="1100" dirty="0">
                <a:latin typeface="Segoe UI" panose="020B0502040204020203" pitchFamily="34" charset="0"/>
                <a:cs typeface="Segoe UI" panose="020B0502040204020203" pitchFamily="34" charset="0"/>
              </a:rPr>
              <a:t>Cette bande dessinée a été créée dans le cadre du projet de recherche </a:t>
            </a:r>
            <a:r>
              <a:rPr lang="fr-FR" sz="1100" dirty="0" err="1">
                <a:latin typeface="Segoe UI" panose="020B0502040204020203" pitchFamily="34" charset="0"/>
                <a:cs typeface="Segoe UI" panose="020B0502040204020203" pitchFamily="34" charset="0"/>
              </a:rPr>
              <a:t>Comixplain</a:t>
            </a:r>
            <a:r>
              <a:rPr lang="fr-FR" sz="1100" dirty="0">
                <a:latin typeface="Segoe UI" panose="020B0502040204020203" pitchFamily="34" charset="0"/>
                <a:cs typeface="Segoe UI" panose="020B0502040204020203" pitchFamily="34" charset="0"/>
              </a:rPr>
              <a:t>, financé par l’Université des Sciences Appliquées de St. </a:t>
            </a:r>
            <a:r>
              <a:rPr lang="fr-FR" sz="1100" dirty="0" err="1">
                <a:latin typeface="Segoe UI" panose="020B0502040204020203" pitchFamily="34" charset="0"/>
                <a:cs typeface="Segoe UI" panose="020B0502040204020203" pitchFamily="34" charset="0"/>
              </a:rPr>
              <a:t>Pölten</a:t>
            </a:r>
            <a:r>
              <a:rPr lang="fr-FR" sz="1100" dirty="0">
                <a:latin typeface="Segoe UI" panose="020B0502040204020203" pitchFamily="34" charset="0"/>
                <a:cs typeface="Segoe UI" panose="020B0502040204020203" pitchFamily="34" charset="0"/>
              </a:rPr>
              <a:t> (USTP) dans le cadre de l’Innovation Call 2022.</a:t>
            </a:r>
          </a:p>
          <a:p>
            <a:endParaRPr lang="de-AT" sz="1100" dirty="0">
              <a:latin typeface="Segoe UI" panose="020B0502040204020203" pitchFamily="34" charset="0"/>
              <a:cs typeface="Segoe UI" panose="020B0502040204020203" pitchFamily="34" charset="0"/>
            </a:endParaRPr>
          </a:p>
          <a:p>
            <a:r>
              <a:rPr lang="de-AT" sz="1100" b="1" dirty="0">
                <a:latin typeface="Segoe UI" panose="020B0502040204020203" pitchFamily="34" charset="0"/>
                <a:cs typeface="Segoe UI" panose="020B0502040204020203" pitchFamily="34" charset="0"/>
              </a:rPr>
              <a:t>Équipe:</a:t>
            </a:r>
          </a:p>
          <a:p>
            <a:r>
              <a:rPr lang="de-AT" sz="1100" dirty="0">
                <a:latin typeface="Segoe UI" panose="020B0502040204020203" pitchFamily="34" charset="0"/>
                <a:cs typeface="Segoe UI" panose="020B0502040204020203" pitchFamily="34" charset="0"/>
              </a:rPr>
              <a:t>Victor-Adriel De-Jesus-Oliveira</a:t>
            </a:r>
          </a:p>
          <a:p>
            <a:r>
              <a:rPr lang="de-AT" sz="1100" dirty="0">
                <a:latin typeface="Segoe UI" panose="020B0502040204020203" pitchFamily="34" charset="0"/>
                <a:cs typeface="Segoe UI" panose="020B0502040204020203" pitchFamily="34" charset="0"/>
              </a:rPr>
              <a:t>Hsiang-Yun Wu</a:t>
            </a:r>
          </a:p>
          <a:p>
            <a:r>
              <a:rPr lang="de-AT" sz="1100" dirty="0">
                <a:latin typeface="Segoe UI" panose="020B0502040204020203" pitchFamily="34" charset="0"/>
                <a:cs typeface="Segoe UI" panose="020B0502040204020203" pitchFamily="34" charset="0"/>
              </a:rPr>
              <a:t>Christina Stoiber</a:t>
            </a:r>
          </a:p>
          <a:p>
            <a:r>
              <a:rPr lang="de-AT" sz="1100" dirty="0">
                <a:latin typeface="Segoe UI" panose="020B0502040204020203" pitchFamily="34" charset="0"/>
                <a:cs typeface="Segoe UI" panose="020B0502040204020203" pitchFamily="34" charset="0"/>
              </a:rPr>
              <a:t>Magdalena Boucher</a:t>
            </a:r>
          </a:p>
          <a:p>
            <a:r>
              <a:rPr lang="de-AT" sz="1100" dirty="0">
                <a:latin typeface="Segoe UI" panose="020B0502040204020203" pitchFamily="34" charset="0"/>
                <a:cs typeface="Segoe UI" panose="020B0502040204020203" pitchFamily="34" charset="0"/>
              </a:rPr>
              <a:t>Alena Boucher</a:t>
            </a:r>
          </a:p>
          <a:p>
            <a:endParaRPr lang="de-AT" sz="1100" dirty="0">
              <a:latin typeface="Segoe UI" panose="020B0502040204020203" pitchFamily="34" charset="0"/>
              <a:cs typeface="Segoe UI" panose="020B0502040204020203" pitchFamily="34" charset="0"/>
            </a:endParaRPr>
          </a:p>
          <a:p>
            <a:r>
              <a:rPr lang="de-AT" sz="1100" b="1" dirty="0">
                <a:latin typeface="Segoe UI" panose="020B0502040204020203" pitchFamily="34" charset="0"/>
                <a:cs typeface="Segoe UI" panose="020B0502040204020203" pitchFamily="34" charset="0"/>
              </a:rPr>
              <a:t>Contact:</a:t>
            </a:r>
          </a:p>
          <a:p>
            <a:r>
              <a:rPr lang="de-AT" sz="1100" dirty="0">
                <a:latin typeface="Segoe UI" panose="020B0502040204020203" pitchFamily="34" charset="0"/>
                <a:cs typeface="Segoe UI" panose="020B0502040204020203" pitchFamily="34" charset="0"/>
              </a:rPr>
              <a:t>victor.oliveira@ustp.at</a:t>
            </a:r>
          </a:p>
          <a:p>
            <a:endParaRPr lang="de-AT" sz="1100" dirty="0">
              <a:latin typeface="Segoe UI" panose="020B0502040204020203" pitchFamily="34" charset="0"/>
              <a:cs typeface="Segoe UI" panose="020B0502040204020203" pitchFamily="34" charset="0"/>
            </a:endParaRPr>
          </a:p>
          <a:p>
            <a:r>
              <a:rPr lang="de-AT" sz="1100" b="1" dirty="0">
                <a:latin typeface="Segoe UI" panose="020B0502040204020203" pitchFamily="34" charset="0"/>
                <a:cs typeface="Segoe UI" panose="020B0502040204020203" pitchFamily="34" charset="0"/>
              </a:rPr>
              <a:t>Illustrations</a:t>
            </a:r>
            <a:r>
              <a:rPr lang="de-AT" sz="1100" dirty="0">
                <a:latin typeface="Segoe UI" panose="020B0502040204020203" pitchFamily="34" charset="0"/>
                <a:cs typeface="Segoe UI" panose="020B0502040204020203" pitchFamily="34" charset="0"/>
              </a:rPr>
              <a:t>:</a:t>
            </a:r>
            <a:br>
              <a:rPr lang="de-AT" sz="1100" dirty="0">
                <a:latin typeface="Segoe UI" panose="020B0502040204020203" pitchFamily="34" charset="0"/>
                <a:cs typeface="Segoe UI" panose="020B0502040204020203" pitchFamily="34" charset="0"/>
              </a:rPr>
            </a:br>
            <a:r>
              <a:rPr lang="de-AT" sz="1100" dirty="0">
                <a:latin typeface="Segoe UI" panose="020B0502040204020203" pitchFamily="34" charset="0"/>
                <a:cs typeface="Segoe UI" panose="020B0502040204020203" pitchFamily="34" charset="0"/>
              </a:rPr>
              <a:t>Magdalena Boucher &amp; Alena Boucher</a:t>
            </a:r>
          </a:p>
        </p:txBody>
      </p:sp>
      <p:pic>
        <p:nvPicPr>
          <p:cNvPr id="6" name="Picture 5">
            <a:extLst>
              <a:ext uri="{FF2B5EF4-FFF2-40B4-BE49-F238E27FC236}">
                <a16:creationId xmlns:a16="http://schemas.microsoft.com/office/drawing/2014/main" id="{7DB895FF-FC89-02B6-B475-0EA081CD4A88}"/>
              </a:ext>
              <a:ext uri="{C183D7F6-B498-43B3-948B-1728B52AA6E4}">
                <adec:decorative xmlns:adec="http://schemas.microsoft.com/office/drawing/2017/decorative" val="1"/>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525620" y="7279125"/>
            <a:ext cx="1574691" cy="1574691"/>
          </a:xfrm>
          <a:prstGeom prst="rect">
            <a:avLst/>
          </a:prstGeom>
        </p:spPr>
      </p:pic>
      <p:sp>
        <p:nvSpPr>
          <p:cNvPr id="7" name="Textfeld 1">
            <a:extLst>
              <a:ext uri="{FF2B5EF4-FFF2-40B4-BE49-F238E27FC236}">
                <a16:creationId xmlns:a16="http://schemas.microsoft.com/office/drawing/2014/main" id="{3DE6C459-E0DA-DBBA-09C5-D41B9DCCD08B}"/>
              </a:ext>
            </a:extLst>
          </p:cNvPr>
          <p:cNvSpPr txBox="1">
            <a:spLocks/>
          </p:cNvSpPr>
          <p:nvPr/>
        </p:nvSpPr>
        <p:spPr>
          <a:xfrm>
            <a:off x="599281" y="8853815"/>
            <a:ext cx="4860000" cy="261610"/>
          </a:xfrm>
          <a:prstGeom prst="rect">
            <a:avLst/>
          </a:prstGeom>
          <a:noFill/>
          <a:ln>
            <a:noFill/>
            <a:prstDash/>
          </a:ln>
          <a:effectLst/>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lvl1pPr algn="l" defTabSz="685800" rtl="0" eaLnBrk="1" latinLnBrk="0" hangingPunct="1">
              <a:lnSpc>
                <a:spcPct val="90000"/>
              </a:lnSpc>
              <a:spcBef>
                <a:spcPct val="0"/>
              </a:spcBef>
              <a:buNone/>
              <a:defRPr sz="3300" kern="1200">
                <a:solidFill>
                  <a:schemeClr val="tx1"/>
                </a:solidFill>
                <a:latin typeface="+mj-lt"/>
                <a:ea typeface="+mj-ea"/>
                <a:cs typeface="+mj-cs"/>
              </a:defRPr>
            </a:lvl1pPr>
          </a:lstStyle>
          <a:p>
            <a:pPr defTabSz="457200">
              <a:lnSpc>
                <a:spcPct val="100000"/>
              </a:lnSpc>
              <a:spcBef>
                <a:spcPts val="0"/>
              </a:spcBef>
              <a:defRPr/>
            </a:pPr>
            <a:r>
              <a:rPr lang="de-AT" sz="1100">
                <a:latin typeface="Segoe UI" panose="020B0502040204020203" pitchFamily="34" charset="0"/>
                <a:ea typeface="+mn-ea"/>
                <a:cs typeface="Segoe UI" panose="020B0502040204020203" pitchFamily="34" charset="0"/>
              </a:rPr>
              <a:t>https://www.</a:t>
            </a:r>
            <a:r>
              <a:rPr lang="de-AT" sz="1100" b="1">
                <a:latin typeface="Segoe UI" panose="020B0502040204020203" pitchFamily="34" charset="0"/>
                <a:ea typeface="+mn-ea"/>
                <a:cs typeface="Segoe UI" panose="020B0502040204020203" pitchFamily="34" charset="0"/>
              </a:rPr>
              <a:t>comixplain.cc</a:t>
            </a:r>
            <a:endParaRPr lang="de-AT" sz="1100" b="1" dirty="0">
              <a:latin typeface="Segoe UI" panose="020B0502040204020203" pitchFamily="34" charset="0"/>
              <a:ea typeface="+mn-ea"/>
              <a:cs typeface="Segoe UI" panose="020B0502040204020203" pitchFamily="34" charset="0"/>
            </a:endParaRPr>
          </a:p>
        </p:txBody>
      </p:sp>
      <p:grpSp>
        <p:nvGrpSpPr>
          <p:cNvPr id="8" name="Group 7">
            <a:extLst>
              <a:ext uri="{FF2B5EF4-FFF2-40B4-BE49-F238E27FC236}">
                <a16:creationId xmlns:a16="http://schemas.microsoft.com/office/drawing/2014/main" id="{B00A697D-A4DE-38D7-8BB9-919046FFD6AD}"/>
              </a:ext>
              <a:ext uri="{C183D7F6-B498-43B3-948B-1728B52AA6E4}">
                <adec:decorative xmlns:adec="http://schemas.microsoft.com/office/drawing/2017/decorative" val="1"/>
              </a:ext>
            </a:extLst>
          </p:cNvPr>
          <p:cNvGrpSpPr/>
          <p:nvPr/>
        </p:nvGrpSpPr>
        <p:grpSpPr>
          <a:xfrm>
            <a:off x="681828" y="3893587"/>
            <a:ext cx="2471766" cy="682208"/>
            <a:chOff x="3234330" y="7400059"/>
            <a:chExt cx="3024389" cy="834732"/>
          </a:xfrm>
        </p:grpSpPr>
        <p:pic>
          <p:nvPicPr>
            <p:cNvPr id="9" name="Picture 8" descr="A blue and black logo&#10;&#10;AI-generated content may be incorrect.">
              <a:extLst>
                <a:ext uri="{FF2B5EF4-FFF2-40B4-BE49-F238E27FC236}">
                  <a16:creationId xmlns:a16="http://schemas.microsoft.com/office/drawing/2014/main" id="{E6FADCA3-DAE4-5E83-2464-09949992653C}"/>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3234330" y="7400059"/>
              <a:ext cx="3024389" cy="834732"/>
            </a:xfrm>
            <a:prstGeom prst="rect">
              <a:avLst/>
            </a:prstGeom>
          </p:spPr>
        </p:pic>
        <p:pic>
          <p:nvPicPr>
            <p:cNvPr id="10" name="Picture 9" descr="A black background with a black square&#10;&#10;AI-generated content may be incorrect.">
              <a:extLst>
                <a:ext uri="{FF2B5EF4-FFF2-40B4-BE49-F238E27FC236}">
                  <a16:creationId xmlns:a16="http://schemas.microsoft.com/office/drawing/2014/main" id="{DE60B90B-9819-0DD4-C3E1-74C4461D5292}"/>
                </a:ext>
              </a:extLst>
            </p:cNvPr>
            <p:cNvPicPr>
              <a:picLocks noChangeAspect="1"/>
            </p:cNvPicPr>
            <p:nvPr/>
          </p:nvPicPr>
          <p:blipFill>
            <a:blip r:embed="rId4">
              <a:extLst>
                <a:ext uri="{28A0092B-C50C-407E-A947-70E740481C1C}">
                  <a14:useLocalDpi xmlns:a14="http://schemas.microsoft.com/office/drawing/2010/main" val="0"/>
                </a:ext>
              </a:extLst>
            </a:blip>
            <a:stretch>
              <a:fillRect/>
            </a:stretch>
          </p:blipFill>
          <p:spPr>
            <a:xfrm>
              <a:off x="4776020" y="8058690"/>
              <a:ext cx="775356" cy="136415"/>
            </a:xfrm>
            <a:prstGeom prst="rect">
              <a:avLst/>
            </a:prstGeom>
          </p:spPr>
        </p:pic>
      </p:grpSp>
      <p:sp>
        <p:nvSpPr>
          <p:cNvPr id="11" name="TextBox 10">
            <a:extLst>
              <a:ext uri="{FF2B5EF4-FFF2-40B4-BE49-F238E27FC236}">
                <a16:creationId xmlns:a16="http://schemas.microsoft.com/office/drawing/2014/main" id="{6A1908F1-735C-E8EA-4216-8C630239B4C4}"/>
              </a:ext>
            </a:extLst>
          </p:cNvPr>
          <p:cNvSpPr txBox="1"/>
          <p:nvPr/>
        </p:nvSpPr>
        <p:spPr>
          <a:xfrm>
            <a:off x="2318197" y="7607440"/>
            <a:ext cx="3825501" cy="1107996"/>
          </a:xfrm>
          <a:prstGeom prst="rect">
            <a:avLst/>
          </a:prstGeom>
          <a:noFill/>
        </p:spPr>
        <p:txBody>
          <a:bodyPr wrap="square" rtlCol="0" anchor="b">
            <a:spAutoFit/>
          </a:bodyPr>
          <a:lstStyle/>
          <a:p>
            <a:pPr algn="r"/>
            <a:r>
              <a:rPr lang="de-DE" sz="1100" i="1" dirty="0">
                <a:latin typeface="Segoe UI" panose="020B0502040204020203" pitchFamily="34" charset="0"/>
                <a:cs typeface="Segoe UI" panose="020B0502040204020203" pitchFamily="34" charset="0"/>
              </a:rPr>
              <a:t>Pensée Mathématique </a:t>
            </a:r>
            <a:r>
              <a:rPr lang="de-DE" sz="1100" dirty="0">
                <a:latin typeface="Segoe UI" panose="020B0502040204020203" pitchFamily="34" charset="0"/>
                <a:cs typeface="Segoe UI" panose="020B0502040204020203" pitchFamily="34" charset="0"/>
              </a:rPr>
              <a:t>© 2025 by Comixplain Team</a:t>
            </a:r>
            <a:br>
              <a:rPr lang="de-DE" sz="1100" dirty="0">
                <a:latin typeface="Segoe UI" panose="020B0502040204020203" pitchFamily="34" charset="0"/>
                <a:cs typeface="Segoe UI" panose="020B0502040204020203" pitchFamily="34" charset="0"/>
              </a:rPr>
            </a:br>
            <a:r>
              <a:rPr lang="de-DE" sz="1100" dirty="0">
                <a:latin typeface="Segoe UI" panose="020B0502040204020203" pitchFamily="34" charset="0"/>
                <a:cs typeface="Segoe UI" panose="020B0502040204020203" pitchFamily="34" charset="0"/>
              </a:rPr>
              <a:t> (Victor-Adriel De-Jesus-Oliveira, Hsiang-Yun Wu, Christina Stoiber, Magdalena Boucher, and Alena Boucher) with illustrations by Magdalena Boucher and Alena Boucher, University of Applied Sciences St. Pölten (USTP), licensed under </a:t>
            </a:r>
            <a:r>
              <a:rPr lang="de-DE" sz="1100" dirty="0">
                <a:solidFill>
                  <a:schemeClr val="accent1"/>
                </a:solidFill>
                <a:latin typeface="Segoe UI" panose="020B0502040204020203" pitchFamily="34" charset="0"/>
                <a:cs typeface="Segoe UI" panose="020B0502040204020203" pitchFamily="34" charset="0"/>
                <a:hlinkClick r:id="rId5">
                  <a:extLst>
                    <a:ext uri="{A12FA001-AC4F-418D-AE19-62706E023703}">
                      <ahyp:hlinkClr xmlns:ahyp="http://schemas.microsoft.com/office/drawing/2018/hyperlinkcolor" val="tx"/>
                    </a:ext>
                  </a:extLst>
                </a:hlinkClick>
              </a:rPr>
              <a:t>CC BY-SA 4.0</a:t>
            </a:r>
            <a:endParaRPr lang="de-AT" sz="1100" dirty="0">
              <a:solidFill>
                <a:schemeClr val="accent1"/>
              </a:solidFill>
              <a:latin typeface="Segoe UI" panose="020B0502040204020203" pitchFamily="34" charset="0"/>
              <a:cs typeface="Segoe UI" panose="020B0502040204020203" pitchFamily="34" charset="0"/>
            </a:endParaRPr>
          </a:p>
        </p:txBody>
      </p:sp>
      <p:grpSp>
        <p:nvGrpSpPr>
          <p:cNvPr id="12" name="Group 11">
            <a:extLst>
              <a:ext uri="{FF2B5EF4-FFF2-40B4-BE49-F238E27FC236}">
                <a16:creationId xmlns:a16="http://schemas.microsoft.com/office/drawing/2014/main" id="{1AF8837B-147C-B098-2B0B-26DFE03C5FBB}"/>
              </a:ext>
              <a:ext uri="{C183D7F6-B498-43B3-948B-1728B52AA6E4}">
                <adec:decorative xmlns:adec="http://schemas.microsoft.com/office/drawing/2017/decorative" val="1"/>
              </a:ext>
            </a:extLst>
          </p:cNvPr>
          <p:cNvGrpSpPr/>
          <p:nvPr/>
        </p:nvGrpSpPr>
        <p:grpSpPr>
          <a:xfrm>
            <a:off x="5439324" y="8887750"/>
            <a:ext cx="601406" cy="193741"/>
            <a:chOff x="4063999" y="4953000"/>
            <a:chExt cx="1892301" cy="609600"/>
          </a:xfrm>
        </p:grpSpPr>
        <p:pic>
          <p:nvPicPr>
            <p:cNvPr id="13" name="Picture 12">
              <a:extLst>
                <a:ext uri="{FF2B5EF4-FFF2-40B4-BE49-F238E27FC236}">
                  <a16:creationId xmlns:a16="http://schemas.microsoft.com/office/drawing/2014/main" id="{79277C94-5D24-F752-A934-6CC1FC03F297}"/>
                </a:ext>
              </a:extLst>
            </p:cNvPr>
            <p:cNvPicPr>
              <a:picLocks noChangeAspect="1"/>
            </p:cNvPicPr>
            <p:nvPr/>
          </p:nvPicPr>
          <p:blipFill>
            <a:blip r:embed="rId6"/>
            <a:stretch>
              <a:fillRect/>
            </a:stretch>
          </p:blipFill>
          <p:spPr>
            <a:xfrm>
              <a:off x="4063999" y="4953000"/>
              <a:ext cx="609600" cy="609600"/>
            </a:xfrm>
            <a:prstGeom prst="rect">
              <a:avLst/>
            </a:prstGeom>
          </p:spPr>
        </p:pic>
        <p:pic>
          <p:nvPicPr>
            <p:cNvPr id="14" name="Picture 13">
              <a:extLst>
                <a:ext uri="{FF2B5EF4-FFF2-40B4-BE49-F238E27FC236}">
                  <a16:creationId xmlns:a16="http://schemas.microsoft.com/office/drawing/2014/main" id="{BB94C92E-A7ED-8EC5-579E-0544941F7B55}"/>
                </a:ext>
              </a:extLst>
            </p:cNvPr>
            <p:cNvPicPr>
              <a:picLocks noChangeAspect="1"/>
            </p:cNvPicPr>
            <p:nvPr/>
          </p:nvPicPr>
          <p:blipFill>
            <a:blip r:embed="rId7"/>
            <a:stretch>
              <a:fillRect/>
            </a:stretch>
          </p:blipFill>
          <p:spPr>
            <a:xfrm>
              <a:off x="4705349" y="4953000"/>
              <a:ext cx="609600" cy="609600"/>
            </a:xfrm>
            <a:prstGeom prst="rect">
              <a:avLst/>
            </a:prstGeom>
          </p:spPr>
        </p:pic>
        <p:pic>
          <p:nvPicPr>
            <p:cNvPr id="15" name="Picture 14">
              <a:extLst>
                <a:ext uri="{FF2B5EF4-FFF2-40B4-BE49-F238E27FC236}">
                  <a16:creationId xmlns:a16="http://schemas.microsoft.com/office/drawing/2014/main" id="{07E5CD10-81D5-B060-C982-077EC6B1AB36}"/>
                </a:ext>
              </a:extLst>
            </p:cNvPr>
            <p:cNvPicPr>
              <a:picLocks noChangeAspect="1"/>
            </p:cNvPicPr>
            <p:nvPr/>
          </p:nvPicPr>
          <p:blipFill>
            <a:blip r:embed="rId8"/>
            <a:stretch>
              <a:fillRect/>
            </a:stretch>
          </p:blipFill>
          <p:spPr>
            <a:xfrm>
              <a:off x="5346700" y="4953000"/>
              <a:ext cx="609600" cy="609600"/>
            </a:xfrm>
            <a:prstGeom prst="rect">
              <a:avLst/>
            </a:prstGeom>
          </p:spPr>
        </p:pic>
      </p:grpSp>
    </p:spTree>
    <p:extLst>
      <p:ext uri="{BB962C8B-B14F-4D97-AF65-F5344CB8AC3E}">
        <p14:creationId xmlns:p14="http://schemas.microsoft.com/office/powerpoint/2010/main" val="4264380333"/>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bg>
      <p:bgPr>
        <a:blipFill dpi="0" rotWithShape="1">
          <a:blip r:embed="rId2">
            <a:lum/>
          </a:blip>
          <a:srcRect/>
          <a:stretch>
            <a:fillRect/>
          </a:stretch>
        </a:blipFill>
        <a:effectLst/>
      </p:bgPr>
    </p:bg>
    <p:spTree>
      <p:nvGrpSpPr>
        <p:cNvPr id="1" name=""/>
        <p:cNvGrpSpPr/>
        <p:nvPr/>
      </p:nvGrpSpPr>
      <p:grpSpPr>
        <a:xfrm>
          <a:off x="0" y="0"/>
          <a:ext cx="0" cy="0"/>
          <a:chOff x="0" y="0"/>
          <a:chExt cx="0" cy="0"/>
        </a:xfrm>
      </p:grpSpPr>
      <p:sp>
        <p:nvSpPr>
          <p:cNvPr id="7" name="Rectangle 6">
            <a:extLst>
              <a:ext uri="{FF2B5EF4-FFF2-40B4-BE49-F238E27FC236}">
                <a16:creationId xmlns:a16="http://schemas.microsoft.com/office/drawing/2014/main" id="{1CDC7C20-3A16-EC9A-0E79-E0940282D1FB}"/>
              </a:ext>
            </a:extLst>
          </p:cNvPr>
          <p:cNvSpPr/>
          <p:nvPr/>
        </p:nvSpPr>
        <p:spPr>
          <a:xfrm>
            <a:off x="4435475" y="7044673"/>
            <a:ext cx="146050" cy="2652477"/>
          </a:xfrm>
          <a:prstGeom prst="rect">
            <a:avLst/>
          </a:prstGeom>
          <a:solidFill>
            <a:schemeClr val="bg1"/>
          </a:solid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s-419"/>
          </a:p>
        </p:txBody>
      </p:sp>
      <p:sp>
        <p:nvSpPr>
          <p:cNvPr id="5" name="Rectangle 4">
            <a:extLst>
              <a:ext uri="{FF2B5EF4-FFF2-40B4-BE49-F238E27FC236}">
                <a16:creationId xmlns:a16="http://schemas.microsoft.com/office/drawing/2014/main" id="{F3DDF9A6-093F-623B-40C4-8938E7610529}"/>
              </a:ext>
            </a:extLst>
          </p:cNvPr>
          <p:cNvSpPr/>
          <p:nvPr/>
        </p:nvSpPr>
        <p:spPr>
          <a:xfrm>
            <a:off x="6632575" y="5505450"/>
            <a:ext cx="180975" cy="996950"/>
          </a:xfrm>
          <a:prstGeom prst="rect">
            <a:avLst/>
          </a:prstGeom>
          <a:solidFill>
            <a:schemeClr val="bg1"/>
          </a:solid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s-419"/>
          </a:p>
        </p:txBody>
      </p:sp>
      <p:sp>
        <p:nvSpPr>
          <p:cNvPr id="4" name="Rectangle 3">
            <a:extLst>
              <a:ext uri="{FF2B5EF4-FFF2-40B4-BE49-F238E27FC236}">
                <a16:creationId xmlns:a16="http://schemas.microsoft.com/office/drawing/2014/main" id="{76D3F253-93B9-79C5-C603-7D45AD4F1E0B}"/>
              </a:ext>
            </a:extLst>
          </p:cNvPr>
          <p:cNvSpPr/>
          <p:nvPr/>
        </p:nvSpPr>
        <p:spPr>
          <a:xfrm>
            <a:off x="2276475" y="1469584"/>
            <a:ext cx="142875" cy="1916348"/>
          </a:xfrm>
          <a:prstGeom prst="rect">
            <a:avLst/>
          </a:prstGeom>
          <a:solidFill>
            <a:schemeClr val="bg1"/>
          </a:solid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s-419"/>
          </a:p>
        </p:txBody>
      </p:sp>
      <p:pic>
        <p:nvPicPr>
          <p:cNvPr id="6" name="Grafik 5">
            <a:extLst>
              <a:ext uri="{FF2B5EF4-FFF2-40B4-BE49-F238E27FC236}">
                <a16:creationId xmlns:a16="http://schemas.microsoft.com/office/drawing/2014/main" id="{5F053061-5E30-451B-A001-0DDE4A07D110}"/>
              </a:ext>
              <a:ext uri="{C183D7F6-B498-43B3-948B-1728B52AA6E4}">
                <adec:decorative xmlns:adec="http://schemas.microsoft.com/office/drawing/2017/decorative" val="1"/>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16200" y="-40956"/>
            <a:ext cx="6889315" cy="9905385"/>
          </a:xfrm>
          <a:prstGeom prst="rect">
            <a:avLst/>
          </a:prstGeom>
        </p:spPr>
      </p:pic>
      <p:sp>
        <p:nvSpPr>
          <p:cNvPr id="16" name="Rechteck 15">
            <a:extLst>
              <a:ext uri="{FF2B5EF4-FFF2-40B4-BE49-F238E27FC236}">
                <a16:creationId xmlns:a16="http://schemas.microsoft.com/office/drawing/2014/main" id="{D98AB754-7F8D-47AB-9849-0C630D4E2A37}"/>
              </a:ext>
              <a:ext uri="{C183D7F6-B498-43B3-948B-1728B52AA6E4}">
                <adec:decorative xmlns:adec="http://schemas.microsoft.com/office/drawing/2017/decorative" val="1"/>
              </a:ext>
            </a:extLst>
          </p:cNvPr>
          <p:cNvSpPr/>
          <p:nvPr/>
        </p:nvSpPr>
        <p:spPr>
          <a:xfrm>
            <a:off x="225425" y="523875"/>
            <a:ext cx="2051050" cy="2951163"/>
          </a:xfrm>
          <a:custGeom>
            <a:avLst/>
            <a:gdLst>
              <a:gd name="connsiteX0" fmla="*/ 0 w 2051050"/>
              <a:gd name="connsiteY0" fmla="*/ 0 h 2951163"/>
              <a:gd name="connsiteX1" fmla="*/ 622152 w 2051050"/>
              <a:gd name="connsiteY1" fmla="*/ 0 h 2951163"/>
              <a:gd name="connsiteX2" fmla="*/ 1264814 w 2051050"/>
              <a:gd name="connsiteY2" fmla="*/ 0 h 2951163"/>
              <a:gd name="connsiteX3" fmla="*/ 2051050 w 2051050"/>
              <a:gd name="connsiteY3" fmla="*/ 0 h 2951163"/>
              <a:gd name="connsiteX4" fmla="*/ 2051050 w 2051050"/>
              <a:gd name="connsiteY4" fmla="*/ 560721 h 2951163"/>
              <a:gd name="connsiteX5" fmla="*/ 2051050 w 2051050"/>
              <a:gd name="connsiteY5" fmla="*/ 1209977 h 2951163"/>
              <a:gd name="connsiteX6" fmla="*/ 2051050 w 2051050"/>
              <a:gd name="connsiteY6" fmla="*/ 1711675 h 2951163"/>
              <a:gd name="connsiteX7" fmla="*/ 2051050 w 2051050"/>
              <a:gd name="connsiteY7" fmla="*/ 2242884 h 2951163"/>
              <a:gd name="connsiteX8" fmla="*/ 2051050 w 2051050"/>
              <a:gd name="connsiteY8" fmla="*/ 2951163 h 2951163"/>
              <a:gd name="connsiteX9" fmla="*/ 1428898 w 2051050"/>
              <a:gd name="connsiteY9" fmla="*/ 2951163 h 2951163"/>
              <a:gd name="connsiteX10" fmla="*/ 786236 w 2051050"/>
              <a:gd name="connsiteY10" fmla="*/ 2951163 h 2951163"/>
              <a:gd name="connsiteX11" fmla="*/ 0 w 2051050"/>
              <a:gd name="connsiteY11" fmla="*/ 2951163 h 2951163"/>
              <a:gd name="connsiteX12" fmla="*/ 0 w 2051050"/>
              <a:gd name="connsiteY12" fmla="*/ 2449465 h 2951163"/>
              <a:gd name="connsiteX13" fmla="*/ 0 w 2051050"/>
              <a:gd name="connsiteY13" fmla="*/ 1829721 h 2951163"/>
              <a:gd name="connsiteX14" fmla="*/ 0 w 2051050"/>
              <a:gd name="connsiteY14" fmla="*/ 1239488 h 2951163"/>
              <a:gd name="connsiteX15" fmla="*/ 0 w 2051050"/>
              <a:gd name="connsiteY15" fmla="*/ 708279 h 2951163"/>
              <a:gd name="connsiteX16" fmla="*/ 0 w 2051050"/>
              <a:gd name="connsiteY16" fmla="*/ 0 h 295116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Lst>
            <a:rect l="l" t="t" r="r" b="b"/>
            <a:pathLst>
              <a:path w="2051050" h="2951163" extrusionOk="0">
                <a:moveTo>
                  <a:pt x="0" y="0"/>
                </a:moveTo>
                <a:cubicBezTo>
                  <a:pt x="306279" y="21950"/>
                  <a:pt x="339620" y="1228"/>
                  <a:pt x="622152" y="0"/>
                </a:cubicBezTo>
                <a:cubicBezTo>
                  <a:pt x="904684" y="-1228"/>
                  <a:pt x="1011457" y="20320"/>
                  <a:pt x="1264814" y="0"/>
                </a:cubicBezTo>
                <a:cubicBezTo>
                  <a:pt x="1518171" y="-20320"/>
                  <a:pt x="1857420" y="-30729"/>
                  <a:pt x="2051050" y="0"/>
                </a:cubicBezTo>
                <a:cubicBezTo>
                  <a:pt x="2063232" y="245709"/>
                  <a:pt x="2041507" y="343479"/>
                  <a:pt x="2051050" y="560721"/>
                </a:cubicBezTo>
                <a:cubicBezTo>
                  <a:pt x="2060593" y="777963"/>
                  <a:pt x="2080940" y="886218"/>
                  <a:pt x="2051050" y="1209977"/>
                </a:cubicBezTo>
                <a:cubicBezTo>
                  <a:pt x="2021160" y="1533736"/>
                  <a:pt x="2044051" y="1542940"/>
                  <a:pt x="2051050" y="1711675"/>
                </a:cubicBezTo>
                <a:cubicBezTo>
                  <a:pt x="2058049" y="1880410"/>
                  <a:pt x="2060947" y="2114975"/>
                  <a:pt x="2051050" y="2242884"/>
                </a:cubicBezTo>
                <a:cubicBezTo>
                  <a:pt x="2041153" y="2370793"/>
                  <a:pt x="2081957" y="2753717"/>
                  <a:pt x="2051050" y="2951163"/>
                </a:cubicBezTo>
                <a:cubicBezTo>
                  <a:pt x="1910115" y="2975025"/>
                  <a:pt x="1602720" y="2978995"/>
                  <a:pt x="1428898" y="2951163"/>
                </a:cubicBezTo>
                <a:cubicBezTo>
                  <a:pt x="1255076" y="2923331"/>
                  <a:pt x="924160" y="2933002"/>
                  <a:pt x="786236" y="2951163"/>
                </a:cubicBezTo>
                <a:cubicBezTo>
                  <a:pt x="648312" y="2969324"/>
                  <a:pt x="370261" y="2923618"/>
                  <a:pt x="0" y="2951163"/>
                </a:cubicBezTo>
                <a:cubicBezTo>
                  <a:pt x="14797" y="2840414"/>
                  <a:pt x="24747" y="2604392"/>
                  <a:pt x="0" y="2449465"/>
                </a:cubicBezTo>
                <a:cubicBezTo>
                  <a:pt x="-24747" y="2294538"/>
                  <a:pt x="12162" y="2112558"/>
                  <a:pt x="0" y="1829721"/>
                </a:cubicBezTo>
                <a:cubicBezTo>
                  <a:pt x="-12162" y="1546884"/>
                  <a:pt x="8429" y="1364361"/>
                  <a:pt x="0" y="1239488"/>
                </a:cubicBezTo>
                <a:cubicBezTo>
                  <a:pt x="-8429" y="1114615"/>
                  <a:pt x="7141" y="949936"/>
                  <a:pt x="0" y="708279"/>
                </a:cubicBezTo>
                <a:cubicBezTo>
                  <a:pt x="-7141" y="466622"/>
                  <a:pt x="-34761" y="237017"/>
                  <a:pt x="0" y="0"/>
                </a:cubicBezTo>
                <a:close/>
              </a:path>
            </a:pathLst>
          </a:custGeom>
          <a:noFill/>
          <a:ln w="25400">
            <a:solidFill>
              <a:schemeClr val="tx1">
                <a:lumMod val="95000"/>
                <a:lumOff val="5000"/>
              </a:schemeClr>
            </a:solidFill>
            <a:extLst>
              <a:ext uri="{C807C97D-BFC1-408E-A445-0C87EB9F89A2}">
                <ask:lineSketchStyleProps xmlns:ask="http://schemas.microsoft.com/office/drawing/2018/sketchyshapes" sd="1762638383">
                  <a:prstGeom prst="rect">
                    <a:avLst/>
                  </a:prstGeom>
                  <ask:type>
                    <ask:lineSketchFreehand/>
                  </ask:type>
                </ask:lineSketchStyleProps>
              </a:ext>
            </a:extLst>
          </a:ln>
        </p:spPr>
        <p:style>
          <a:lnRef idx="2">
            <a:schemeClr val="accent3">
              <a:shade val="50000"/>
            </a:schemeClr>
          </a:lnRef>
          <a:fillRef idx="1">
            <a:schemeClr val="accent3"/>
          </a:fillRef>
          <a:effectRef idx="0">
            <a:schemeClr val="accent3"/>
          </a:effectRef>
          <a:fontRef idx="minor">
            <a:schemeClr val="lt1"/>
          </a:fontRef>
        </p:style>
        <p:txBody>
          <a:bodyPr rtlCol="0" anchor="ctr"/>
          <a:lstStyle/>
          <a:p>
            <a:pPr algn="ctr"/>
            <a:endParaRPr lang="de-AT" dirty="0"/>
          </a:p>
        </p:txBody>
      </p:sp>
      <p:sp>
        <p:nvSpPr>
          <p:cNvPr id="18" name="Rechteck 17">
            <a:extLst>
              <a:ext uri="{FF2B5EF4-FFF2-40B4-BE49-F238E27FC236}">
                <a16:creationId xmlns:a16="http://schemas.microsoft.com/office/drawing/2014/main" id="{D3753364-03D6-4504-AF86-3C6386201356}"/>
              </a:ext>
              <a:ext uri="{C183D7F6-B498-43B3-948B-1728B52AA6E4}">
                <adec:decorative xmlns:adec="http://schemas.microsoft.com/office/drawing/2017/decorative" val="1"/>
              </a:ext>
            </a:extLst>
          </p:cNvPr>
          <p:cNvSpPr/>
          <p:nvPr/>
        </p:nvSpPr>
        <p:spPr>
          <a:xfrm>
            <a:off x="2422525" y="525462"/>
            <a:ext cx="2051050" cy="2951163"/>
          </a:xfrm>
          <a:custGeom>
            <a:avLst/>
            <a:gdLst>
              <a:gd name="connsiteX0" fmla="*/ 0 w 2051050"/>
              <a:gd name="connsiteY0" fmla="*/ 0 h 2951163"/>
              <a:gd name="connsiteX1" fmla="*/ 622152 w 2051050"/>
              <a:gd name="connsiteY1" fmla="*/ 0 h 2951163"/>
              <a:gd name="connsiteX2" fmla="*/ 1264814 w 2051050"/>
              <a:gd name="connsiteY2" fmla="*/ 0 h 2951163"/>
              <a:gd name="connsiteX3" fmla="*/ 2051050 w 2051050"/>
              <a:gd name="connsiteY3" fmla="*/ 0 h 2951163"/>
              <a:gd name="connsiteX4" fmla="*/ 2051050 w 2051050"/>
              <a:gd name="connsiteY4" fmla="*/ 560721 h 2951163"/>
              <a:gd name="connsiteX5" fmla="*/ 2051050 w 2051050"/>
              <a:gd name="connsiteY5" fmla="*/ 1209977 h 2951163"/>
              <a:gd name="connsiteX6" fmla="*/ 2051050 w 2051050"/>
              <a:gd name="connsiteY6" fmla="*/ 1711675 h 2951163"/>
              <a:gd name="connsiteX7" fmla="*/ 2051050 w 2051050"/>
              <a:gd name="connsiteY7" fmla="*/ 2242884 h 2951163"/>
              <a:gd name="connsiteX8" fmla="*/ 2051050 w 2051050"/>
              <a:gd name="connsiteY8" fmla="*/ 2951163 h 2951163"/>
              <a:gd name="connsiteX9" fmla="*/ 1428898 w 2051050"/>
              <a:gd name="connsiteY9" fmla="*/ 2951163 h 2951163"/>
              <a:gd name="connsiteX10" fmla="*/ 786236 w 2051050"/>
              <a:gd name="connsiteY10" fmla="*/ 2951163 h 2951163"/>
              <a:gd name="connsiteX11" fmla="*/ 0 w 2051050"/>
              <a:gd name="connsiteY11" fmla="*/ 2951163 h 2951163"/>
              <a:gd name="connsiteX12" fmla="*/ 0 w 2051050"/>
              <a:gd name="connsiteY12" fmla="*/ 2449465 h 2951163"/>
              <a:gd name="connsiteX13" fmla="*/ 0 w 2051050"/>
              <a:gd name="connsiteY13" fmla="*/ 1829721 h 2951163"/>
              <a:gd name="connsiteX14" fmla="*/ 0 w 2051050"/>
              <a:gd name="connsiteY14" fmla="*/ 1239488 h 2951163"/>
              <a:gd name="connsiteX15" fmla="*/ 0 w 2051050"/>
              <a:gd name="connsiteY15" fmla="*/ 708279 h 2951163"/>
              <a:gd name="connsiteX16" fmla="*/ 0 w 2051050"/>
              <a:gd name="connsiteY16" fmla="*/ 0 h 295116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Lst>
            <a:rect l="l" t="t" r="r" b="b"/>
            <a:pathLst>
              <a:path w="2051050" h="2951163" extrusionOk="0">
                <a:moveTo>
                  <a:pt x="0" y="0"/>
                </a:moveTo>
                <a:cubicBezTo>
                  <a:pt x="306279" y="21950"/>
                  <a:pt x="339620" y="1228"/>
                  <a:pt x="622152" y="0"/>
                </a:cubicBezTo>
                <a:cubicBezTo>
                  <a:pt x="904684" y="-1228"/>
                  <a:pt x="1011457" y="20320"/>
                  <a:pt x="1264814" y="0"/>
                </a:cubicBezTo>
                <a:cubicBezTo>
                  <a:pt x="1518171" y="-20320"/>
                  <a:pt x="1857420" y="-30729"/>
                  <a:pt x="2051050" y="0"/>
                </a:cubicBezTo>
                <a:cubicBezTo>
                  <a:pt x="2063232" y="245709"/>
                  <a:pt x="2041507" y="343479"/>
                  <a:pt x="2051050" y="560721"/>
                </a:cubicBezTo>
                <a:cubicBezTo>
                  <a:pt x="2060593" y="777963"/>
                  <a:pt x="2080940" y="886218"/>
                  <a:pt x="2051050" y="1209977"/>
                </a:cubicBezTo>
                <a:cubicBezTo>
                  <a:pt x="2021160" y="1533736"/>
                  <a:pt x="2044051" y="1542940"/>
                  <a:pt x="2051050" y="1711675"/>
                </a:cubicBezTo>
                <a:cubicBezTo>
                  <a:pt x="2058049" y="1880410"/>
                  <a:pt x="2060947" y="2114975"/>
                  <a:pt x="2051050" y="2242884"/>
                </a:cubicBezTo>
                <a:cubicBezTo>
                  <a:pt x="2041153" y="2370793"/>
                  <a:pt x="2081957" y="2753717"/>
                  <a:pt x="2051050" y="2951163"/>
                </a:cubicBezTo>
                <a:cubicBezTo>
                  <a:pt x="1910115" y="2975025"/>
                  <a:pt x="1602720" y="2978995"/>
                  <a:pt x="1428898" y="2951163"/>
                </a:cubicBezTo>
                <a:cubicBezTo>
                  <a:pt x="1255076" y="2923331"/>
                  <a:pt x="924160" y="2933002"/>
                  <a:pt x="786236" y="2951163"/>
                </a:cubicBezTo>
                <a:cubicBezTo>
                  <a:pt x="648312" y="2969324"/>
                  <a:pt x="370261" y="2923618"/>
                  <a:pt x="0" y="2951163"/>
                </a:cubicBezTo>
                <a:cubicBezTo>
                  <a:pt x="14797" y="2840414"/>
                  <a:pt x="24747" y="2604392"/>
                  <a:pt x="0" y="2449465"/>
                </a:cubicBezTo>
                <a:cubicBezTo>
                  <a:pt x="-24747" y="2294538"/>
                  <a:pt x="12162" y="2112558"/>
                  <a:pt x="0" y="1829721"/>
                </a:cubicBezTo>
                <a:cubicBezTo>
                  <a:pt x="-12162" y="1546884"/>
                  <a:pt x="8429" y="1364361"/>
                  <a:pt x="0" y="1239488"/>
                </a:cubicBezTo>
                <a:cubicBezTo>
                  <a:pt x="-8429" y="1114615"/>
                  <a:pt x="7141" y="949936"/>
                  <a:pt x="0" y="708279"/>
                </a:cubicBezTo>
                <a:cubicBezTo>
                  <a:pt x="-7141" y="466622"/>
                  <a:pt x="-34761" y="237017"/>
                  <a:pt x="0" y="0"/>
                </a:cubicBezTo>
                <a:close/>
              </a:path>
            </a:pathLst>
          </a:custGeom>
          <a:noFill/>
          <a:ln w="25400">
            <a:solidFill>
              <a:schemeClr val="tx1">
                <a:lumMod val="95000"/>
                <a:lumOff val="5000"/>
              </a:schemeClr>
            </a:solidFill>
            <a:extLst>
              <a:ext uri="{C807C97D-BFC1-408E-A445-0C87EB9F89A2}">
                <ask:lineSketchStyleProps xmlns:ask="http://schemas.microsoft.com/office/drawing/2018/sketchyshapes" sd="1762638383">
                  <a:prstGeom prst="rect">
                    <a:avLst/>
                  </a:prstGeom>
                  <ask:type>
                    <ask:lineSketchFreehand/>
                  </ask:type>
                </ask:lineSketchStyleProps>
              </a:ext>
            </a:extLst>
          </a:ln>
        </p:spPr>
        <p:style>
          <a:lnRef idx="2">
            <a:schemeClr val="accent3">
              <a:shade val="50000"/>
            </a:schemeClr>
          </a:lnRef>
          <a:fillRef idx="1">
            <a:schemeClr val="accent3"/>
          </a:fillRef>
          <a:effectRef idx="0">
            <a:schemeClr val="accent3"/>
          </a:effectRef>
          <a:fontRef idx="minor">
            <a:schemeClr val="lt1"/>
          </a:fontRef>
        </p:style>
        <p:txBody>
          <a:bodyPr rtlCol="0" anchor="ctr"/>
          <a:lstStyle/>
          <a:p>
            <a:pPr algn="ctr"/>
            <a:endParaRPr lang="de-AT" dirty="0"/>
          </a:p>
        </p:txBody>
      </p:sp>
      <p:sp>
        <p:nvSpPr>
          <p:cNvPr id="20" name="Rechteck 19">
            <a:extLst>
              <a:ext uri="{FF2B5EF4-FFF2-40B4-BE49-F238E27FC236}">
                <a16:creationId xmlns:a16="http://schemas.microsoft.com/office/drawing/2014/main" id="{B107FC39-4B7B-4BCB-9353-70A3FCE1797E}"/>
              </a:ext>
              <a:ext uri="{C183D7F6-B498-43B3-948B-1728B52AA6E4}">
                <adec:decorative xmlns:adec="http://schemas.microsoft.com/office/drawing/2017/decorative" val="1"/>
              </a:ext>
            </a:extLst>
          </p:cNvPr>
          <p:cNvSpPr/>
          <p:nvPr/>
        </p:nvSpPr>
        <p:spPr>
          <a:xfrm>
            <a:off x="4581527" y="525462"/>
            <a:ext cx="2051050" cy="2951163"/>
          </a:xfrm>
          <a:custGeom>
            <a:avLst/>
            <a:gdLst>
              <a:gd name="connsiteX0" fmla="*/ 0 w 2051050"/>
              <a:gd name="connsiteY0" fmla="*/ 0 h 2951163"/>
              <a:gd name="connsiteX1" fmla="*/ 622152 w 2051050"/>
              <a:gd name="connsiteY1" fmla="*/ 0 h 2951163"/>
              <a:gd name="connsiteX2" fmla="*/ 1264814 w 2051050"/>
              <a:gd name="connsiteY2" fmla="*/ 0 h 2951163"/>
              <a:gd name="connsiteX3" fmla="*/ 2051050 w 2051050"/>
              <a:gd name="connsiteY3" fmla="*/ 0 h 2951163"/>
              <a:gd name="connsiteX4" fmla="*/ 2051050 w 2051050"/>
              <a:gd name="connsiteY4" fmla="*/ 560721 h 2951163"/>
              <a:gd name="connsiteX5" fmla="*/ 2051050 w 2051050"/>
              <a:gd name="connsiteY5" fmla="*/ 1209977 h 2951163"/>
              <a:gd name="connsiteX6" fmla="*/ 2051050 w 2051050"/>
              <a:gd name="connsiteY6" fmla="*/ 1711675 h 2951163"/>
              <a:gd name="connsiteX7" fmla="*/ 2051050 w 2051050"/>
              <a:gd name="connsiteY7" fmla="*/ 2242884 h 2951163"/>
              <a:gd name="connsiteX8" fmla="*/ 2051050 w 2051050"/>
              <a:gd name="connsiteY8" fmla="*/ 2951163 h 2951163"/>
              <a:gd name="connsiteX9" fmla="*/ 1428898 w 2051050"/>
              <a:gd name="connsiteY9" fmla="*/ 2951163 h 2951163"/>
              <a:gd name="connsiteX10" fmla="*/ 786236 w 2051050"/>
              <a:gd name="connsiteY10" fmla="*/ 2951163 h 2951163"/>
              <a:gd name="connsiteX11" fmla="*/ 0 w 2051050"/>
              <a:gd name="connsiteY11" fmla="*/ 2951163 h 2951163"/>
              <a:gd name="connsiteX12" fmla="*/ 0 w 2051050"/>
              <a:gd name="connsiteY12" fmla="*/ 2449465 h 2951163"/>
              <a:gd name="connsiteX13" fmla="*/ 0 w 2051050"/>
              <a:gd name="connsiteY13" fmla="*/ 1829721 h 2951163"/>
              <a:gd name="connsiteX14" fmla="*/ 0 w 2051050"/>
              <a:gd name="connsiteY14" fmla="*/ 1239488 h 2951163"/>
              <a:gd name="connsiteX15" fmla="*/ 0 w 2051050"/>
              <a:gd name="connsiteY15" fmla="*/ 708279 h 2951163"/>
              <a:gd name="connsiteX16" fmla="*/ 0 w 2051050"/>
              <a:gd name="connsiteY16" fmla="*/ 0 h 295116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Lst>
            <a:rect l="l" t="t" r="r" b="b"/>
            <a:pathLst>
              <a:path w="2051050" h="2951163" extrusionOk="0">
                <a:moveTo>
                  <a:pt x="0" y="0"/>
                </a:moveTo>
                <a:cubicBezTo>
                  <a:pt x="306279" y="21950"/>
                  <a:pt x="339620" y="1228"/>
                  <a:pt x="622152" y="0"/>
                </a:cubicBezTo>
                <a:cubicBezTo>
                  <a:pt x="904684" y="-1228"/>
                  <a:pt x="1011457" y="20320"/>
                  <a:pt x="1264814" y="0"/>
                </a:cubicBezTo>
                <a:cubicBezTo>
                  <a:pt x="1518171" y="-20320"/>
                  <a:pt x="1857420" y="-30729"/>
                  <a:pt x="2051050" y="0"/>
                </a:cubicBezTo>
                <a:cubicBezTo>
                  <a:pt x="2063232" y="245709"/>
                  <a:pt x="2041507" y="343479"/>
                  <a:pt x="2051050" y="560721"/>
                </a:cubicBezTo>
                <a:cubicBezTo>
                  <a:pt x="2060593" y="777963"/>
                  <a:pt x="2080940" y="886218"/>
                  <a:pt x="2051050" y="1209977"/>
                </a:cubicBezTo>
                <a:cubicBezTo>
                  <a:pt x="2021160" y="1533736"/>
                  <a:pt x="2044051" y="1542940"/>
                  <a:pt x="2051050" y="1711675"/>
                </a:cubicBezTo>
                <a:cubicBezTo>
                  <a:pt x="2058049" y="1880410"/>
                  <a:pt x="2060947" y="2114975"/>
                  <a:pt x="2051050" y="2242884"/>
                </a:cubicBezTo>
                <a:cubicBezTo>
                  <a:pt x="2041153" y="2370793"/>
                  <a:pt x="2081957" y="2753717"/>
                  <a:pt x="2051050" y="2951163"/>
                </a:cubicBezTo>
                <a:cubicBezTo>
                  <a:pt x="1910115" y="2975025"/>
                  <a:pt x="1602720" y="2978995"/>
                  <a:pt x="1428898" y="2951163"/>
                </a:cubicBezTo>
                <a:cubicBezTo>
                  <a:pt x="1255076" y="2923331"/>
                  <a:pt x="924160" y="2933002"/>
                  <a:pt x="786236" y="2951163"/>
                </a:cubicBezTo>
                <a:cubicBezTo>
                  <a:pt x="648312" y="2969324"/>
                  <a:pt x="370261" y="2923618"/>
                  <a:pt x="0" y="2951163"/>
                </a:cubicBezTo>
                <a:cubicBezTo>
                  <a:pt x="14797" y="2840414"/>
                  <a:pt x="24747" y="2604392"/>
                  <a:pt x="0" y="2449465"/>
                </a:cubicBezTo>
                <a:cubicBezTo>
                  <a:pt x="-24747" y="2294538"/>
                  <a:pt x="12162" y="2112558"/>
                  <a:pt x="0" y="1829721"/>
                </a:cubicBezTo>
                <a:cubicBezTo>
                  <a:pt x="-12162" y="1546884"/>
                  <a:pt x="8429" y="1364361"/>
                  <a:pt x="0" y="1239488"/>
                </a:cubicBezTo>
                <a:cubicBezTo>
                  <a:pt x="-8429" y="1114615"/>
                  <a:pt x="7141" y="949936"/>
                  <a:pt x="0" y="708279"/>
                </a:cubicBezTo>
                <a:cubicBezTo>
                  <a:pt x="-7141" y="466622"/>
                  <a:pt x="-34761" y="237017"/>
                  <a:pt x="0" y="0"/>
                </a:cubicBezTo>
                <a:close/>
              </a:path>
            </a:pathLst>
          </a:custGeom>
          <a:noFill/>
          <a:ln w="25400">
            <a:solidFill>
              <a:schemeClr val="tx1">
                <a:lumMod val="95000"/>
                <a:lumOff val="5000"/>
              </a:schemeClr>
            </a:solidFill>
            <a:extLst>
              <a:ext uri="{C807C97D-BFC1-408E-A445-0C87EB9F89A2}">
                <ask:lineSketchStyleProps xmlns:ask="http://schemas.microsoft.com/office/drawing/2018/sketchyshapes" sd="1762638383">
                  <a:prstGeom prst="rect">
                    <a:avLst/>
                  </a:prstGeom>
                  <ask:type>
                    <ask:lineSketchFreehand/>
                  </ask:type>
                </ask:lineSketchStyleProps>
              </a:ext>
            </a:extLst>
          </a:ln>
        </p:spPr>
        <p:style>
          <a:lnRef idx="2">
            <a:schemeClr val="accent3">
              <a:shade val="50000"/>
            </a:schemeClr>
          </a:lnRef>
          <a:fillRef idx="1">
            <a:schemeClr val="accent3"/>
          </a:fillRef>
          <a:effectRef idx="0">
            <a:schemeClr val="accent3"/>
          </a:effectRef>
          <a:fontRef idx="minor">
            <a:schemeClr val="lt1"/>
          </a:fontRef>
        </p:style>
        <p:txBody>
          <a:bodyPr rtlCol="0" anchor="ctr"/>
          <a:lstStyle/>
          <a:p>
            <a:pPr algn="ctr"/>
            <a:endParaRPr lang="de-AT" dirty="0"/>
          </a:p>
        </p:txBody>
      </p:sp>
      <p:sp>
        <p:nvSpPr>
          <p:cNvPr id="21" name="Rechteck 20">
            <a:extLst>
              <a:ext uri="{FF2B5EF4-FFF2-40B4-BE49-F238E27FC236}">
                <a16:creationId xmlns:a16="http://schemas.microsoft.com/office/drawing/2014/main" id="{F63E92B6-82EA-4E11-9B05-0B23208E6560}"/>
              </a:ext>
              <a:ext uri="{C183D7F6-B498-43B3-948B-1728B52AA6E4}">
                <adec:decorative xmlns:adec="http://schemas.microsoft.com/office/drawing/2017/decorative" val="1"/>
              </a:ext>
            </a:extLst>
          </p:cNvPr>
          <p:cNvSpPr/>
          <p:nvPr/>
        </p:nvSpPr>
        <p:spPr>
          <a:xfrm>
            <a:off x="225425" y="3634931"/>
            <a:ext cx="4248150" cy="2951163"/>
          </a:xfrm>
          <a:custGeom>
            <a:avLst/>
            <a:gdLst>
              <a:gd name="connsiteX0" fmla="*/ 0 w 4248150"/>
              <a:gd name="connsiteY0" fmla="*/ 0 h 2951163"/>
              <a:gd name="connsiteX1" fmla="*/ 479434 w 4248150"/>
              <a:gd name="connsiteY1" fmla="*/ 0 h 2951163"/>
              <a:gd name="connsiteX2" fmla="*/ 1001350 w 4248150"/>
              <a:gd name="connsiteY2" fmla="*/ 0 h 2951163"/>
              <a:gd name="connsiteX3" fmla="*/ 1608228 w 4248150"/>
              <a:gd name="connsiteY3" fmla="*/ 0 h 2951163"/>
              <a:gd name="connsiteX4" fmla="*/ 2172625 w 4248150"/>
              <a:gd name="connsiteY4" fmla="*/ 0 h 2951163"/>
              <a:gd name="connsiteX5" fmla="*/ 2694541 w 4248150"/>
              <a:gd name="connsiteY5" fmla="*/ 0 h 2951163"/>
              <a:gd name="connsiteX6" fmla="*/ 3343901 w 4248150"/>
              <a:gd name="connsiteY6" fmla="*/ 0 h 2951163"/>
              <a:gd name="connsiteX7" fmla="*/ 4248150 w 4248150"/>
              <a:gd name="connsiteY7" fmla="*/ 0 h 2951163"/>
              <a:gd name="connsiteX8" fmla="*/ 4248150 w 4248150"/>
              <a:gd name="connsiteY8" fmla="*/ 649256 h 2951163"/>
              <a:gd name="connsiteX9" fmla="*/ 4248150 w 4248150"/>
              <a:gd name="connsiteY9" fmla="*/ 1150954 h 2951163"/>
              <a:gd name="connsiteX10" fmla="*/ 4248150 w 4248150"/>
              <a:gd name="connsiteY10" fmla="*/ 1800209 h 2951163"/>
              <a:gd name="connsiteX11" fmla="*/ 4248150 w 4248150"/>
              <a:gd name="connsiteY11" fmla="*/ 2331419 h 2951163"/>
              <a:gd name="connsiteX12" fmla="*/ 4248150 w 4248150"/>
              <a:gd name="connsiteY12" fmla="*/ 2951163 h 2951163"/>
              <a:gd name="connsiteX13" fmla="*/ 3556308 w 4248150"/>
              <a:gd name="connsiteY13" fmla="*/ 2951163 h 2951163"/>
              <a:gd name="connsiteX14" fmla="*/ 2991911 w 4248150"/>
              <a:gd name="connsiteY14" fmla="*/ 2951163 h 2951163"/>
              <a:gd name="connsiteX15" fmla="*/ 2342551 w 4248150"/>
              <a:gd name="connsiteY15" fmla="*/ 2951163 h 2951163"/>
              <a:gd name="connsiteX16" fmla="*/ 1863117 w 4248150"/>
              <a:gd name="connsiteY16" fmla="*/ 2951163 h 2951163"/>
              <a:gd name="connsiteX17" fmla="*/ 1383683 w 4248150"/>
              <a:gd name="connsiteY17" fmla="*/ 2951163 h 2951163"/>
              <a:gd name="connsiteX18" fmla="*/ 861768 w 4248150"/>
              <a:gd name="connsiteY18" fmla="*/ 2951163 h 2951163"/>
              <a:gd name="connsiteX19" fmla="*/ 0 w 4248150"/>
              <a:gd name="connsiteY19" fmla="*/ 2951163 h 2951163"/>
              <a:gd name="connsiteX20" fmla="*/ 0 w 4248150"/>
              <a:gd name="connsiteY20" fmla="*/ 2390442 h 2951163"/>
              <a:gd name="connsiteX21" fmla="*/ 0 w 4248150"/>
              <a:gd name="connsiteY21" fmla="*/ 1800209 h 2951163"/>
              <a:gd name="connsiteX22" fmla="*/ 0 w 4248150"/>
              <a:gd name="connsiteY22" fmla="*/ 1269000 h 2951163"/>
              <a:gd name="connsiteX23" fmla="*/ 0 w 4248150"/>
              <a:gd name="connsiteY23" fmla="*/ 737791 h 2951163"/>
              <a:gd name="connsiteX24" fmla="*/ 0 w 4248150"/>
              <a:gd name="connsiteY24" fmla="*/ 0 h 295116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Lst>
            <a:rect l="l" t="t" r="r" b="b"/>
            <a:pathLst>
              <a:path w="4248150" h="2951163" extrusionOk="0">
                <a:moveTo>
                  <a:pt x="0" y="0"/>
                </a:moveTo>
                <a:cubicBezTo>
                  <a:pt x="150604" y="22448"/>
                  <a:pt x="240946" y="-1826"/>
                  <a:pt x="479434" y="0"/>
                </a:cubicBezTo>
                <a:cubicBezTo>
                  <a:pt x="717922" y="1826"/>
                  <a:pt x="792817" y="3941"/>
                  <a:pt x="1001350" y="0"/>
                </a:cubicBezTo>
                <a:cubicBezTo>
                  <a:pt x="1209883" y="-3941"/>
                  <a:pt x="1470736" y="22828"/>
                  <a:pt x="1608228" y="0"/>
                </a:cubicBezTo>
                <a:cubicBezTo>
                  <a:pt x="1745720" y="-22828"/>
                  <a:pt x="2019360" y="20245"/>
                  <a:pt x="2172625" y="0"/>
                </a:cubicBezTo>
                <a:cubicBezTo>
                  <a:pt x="2325890" y="-20245"/>
                  <a:pt x="2560964" y="-13088"/>
                  <a:pt x="2694541" y="0"/>
                </a:cubicBezTo>
                <a:cubicBezTo>
                  <a:pt x="2828118" y="13088"/>
                  <a:pt x="3097385" y="-1340"/>
                  <a:pt x="3343901" y="0"/>
                </a:cubicBezTo>
                <a:cubicBezTo>
                  <a:pt x="3590417" y="1340"/>
                  <a:pt x="4062877" y="28857"/>
                  <a:pt x="4248150" y="0"/>
                </a:cubicBezTo>
                <a:cubicBezTo>
                  <a:pt x="4248255" y="211258"/>
                  <a:pt x="4241679" y="514894"/>
                  <a:pt x="4248150" y="649256"/>
                </a:cubicBezTo>
                <a:cubicBezTo>
                  <a:pt x="4254621" y="783618"/>
                  <a:pt x="4234639" y="969180"/>
                  <a:pt x="4248150" y="1150954"/>
                </a:cubicBezTo>
                <a:cubicBezTo>
                  <a:pt x="4261661" y="1332728"/>
                  <a:pt x="4252020" y="1576998"/>
                  <a:pt x="4248150" y="1800209"/>
                </a:cubicBezTo>
                <a:cubicBezTo>
                  <a:pt x="4244280" y="2023421"/>
                  <a:pt x="4254041" y="2072380"/>
                  <a:pt x="4248150" y="2331419"/>
                </a:cubicBezTo>
                <a:cubicBezTo>
                  <a:pt x="4242260" y="2590458"/>
                  <a:pt x="4225186" y="2806842"/>
                  <a:pt x="4248150" y="2951163"/>
                </a:cubicBezTo>
                <a:cubicBezTo>
                  <a:pt x="3936779" y="2918452"/>
                  <a:pt x="3837269" y="2921316"/>
                  <a:pt x="3556308" y="2951163"/>
                </a:cubicBezTo>
                <a:cubicBezTo>
                  <a:pt x="3275347" y="2981010"/>
                  <a:pt x="3159884" y="2933481"/>
                  <a:pt x="2991911" y="2951163"/>
                </a:cubicBezTo>
                <a:cubicBezTo>
                  <a:pt x="2823938" y="2968845"/>
                  <a:pt x="2510767" y="2921130"/>
                  <a:pt x="2342551" y="2951163"/>
                </a:cubicBezTo>
                <a:cubicBezTo>
                  <a:pt x="2174335" y="2981196"/>
                  <a:pt x="2030374" y="2950726"/>
                  <a:pt x="1863117" y="2951163"/>
                </a:cubicBezTo>
                <a:cubicBezTo>
                  <a:pt x="1695860" y="2951600"/>
                  <a:pt x="1603989" y="2969319"/>
                  <a:pt x="1383683" y="2951163"/>
                </a:cubicBezTo>
                <a:cubicBezTo>
                  <a:pt x="1163377" y="2933007"/>
                  <a:pt x="1042591" y="2962639"/>
                  <a:pt x="861768" y="2951163"/>
                </a:cubicBezTo>
                <a:cubicBezTo>
                  <a:pt x="680946" y="2939687"/>
                  <a:pt x="239181" y="2979784"/>
                  <a:pt x="0" y="2951163"/>
                </a:cubicBezTo>
                <a:cubicBezTo>
                  <a:pt x="-26144" y="2766674"/>
                  <a:pt x="27931" y="2563789"/>
                  <a:pt x="0" y="2390442"/>
                </a:cubicBezTo>
                <a:cubicBezTo>
                  <a:pt x="-27931" y="2217095"/>
                  <a:pt x="-19940" y="2036067"/>
                  <a:pt x="0" y="1800209"/>
                </a:cubicBezTo>
                <a:cubicBezTo>
                  <a:pt x="19940" y="1564351"/>
                  <a:pt x="5937" y="1533559"/>
                  <a:pt x="0" y="1269000"/>
                </a:cubicBezTo>
                <a:cubicBezTo>
                  <a:pt x="-5937" y="1004441"/>
                  <a:pt x="-2113" y="947347"/>
                  <a:pt x="0" y="737791"/>
                </a:cubicBezTo>
                <a:cubicBezTo>
                  <a:pt x="2113" y="528235"/>
                  <a:pt x="20187" y="343573"/>
                  <a:pt x="0" y="0"/>
                </a:cubicBezTo>
                <a:close/>
              </a:path>
            </a:pathLst>
          </a:custGeom>
          <a:noFill/>
          <a:ln w="25400">
            <a:solidFill>
              <a:schemeClr val="tx1">
                <a:lumMod val="95000"/>
                <a:lumOff val="5000"/>
              </a:schemeClr>
            </a:solidFill>
            <a:extLst>
              <a:ext uri="{C807C97D-BFC1-408E-A445-0C87EB9F89A2}">
                <ask:lineSketchStyleProps xmlns:ask="http://schemas.microsoft.com/office/drawing/2018/sketchyshapes" sd="1762638383">
                  <a:prstGeom prst="rect">
                    <a:avLst/>
                  </a:prstGeom>
                  <ask:type>
                    <ask:lineSketchFreehand/>
                  </ask:type>
                </ask:lineSketchStyleProps>
              </a:ext>
            </a:extLst>
          </a:ln>
        </p:spPr>
        <p:style>
          <a:lnRef idx="2">
            <a:schemeClr val="accent3">
              <a:shade val="50000"/>
            </a:schemeClr>
          </a:lnRef>
          <a:fillRef idx="1">
            <a:schemeClr val="accent3"/>
          </a:fillRef>
          <a:effectRef idx="0">
            <a:schemeClr val="accent3"/>
          </a:effectRef>
          <a:fontRef idx="minor">
            <a:schemeClr val="lt1"/>
          </a:fontRef>
        </p:style>
        <p:txBody>
          <a:bodyPr rtlCol="0" anchor="ctr"/>
          <a:lstStyle/>
          <a:p>
            <a:pPr algn="ctr"/>
            <a:endParaRPr lang="de-AT" dirty="0"/>
          </a:p>
        </p:txBody>
      </p:sp>
      <p:sp>
        <p:nvSpPr>
          <p:cNvPr id="22" name="Rechteck 21">
            <a:extLst>
              <a:ext uri="{FF2B5EF4-FFF2-40B4-BE49-F238E27FC236}">
                <a16:creationId xmlns:a16="http://schemas.microsoft.com/office/drawing/2014/main" id="{B4598410-61C9-488A-B32C-A874D97B4346}"/>
              </a:ext>
              <a:ext uri="{C183D7F6-B498-43B3-948B-1728B52AA6E4}">
                <adec:decorative xmlns:adec="http://schemas.microsoft.com/office/drawing/2017/decorative" val="1"/>
              </a:ext>
            </a:extLst>
          </p:cNvPr>
          <p:cNvSpPr/>
          <p:nvPr/>
        </p:nvSpPr>
        <p:spPr>
          <a:xfrm>
            <a:off x="2384425" y="6747702"/>
            <a:ext cx="2051050" cy="2951163"/>
          </a:xfrm>
          <a:custGeom>
            <a:avLst/>
            <a:gdLst>
              <a:gd name="connsiteX0" fmla="*/ 0 w 2051050"/>
              <a:gd name="connsiteY0" fmla="*/ 0 h 2951163"/>
              <a:gd name="connsiteX1" fmla="*/ 622152 w 2051050"/>
              <a:gd name="connsiteY1" fmla="*/ 0 h 2951163"/>
              <a:gd name="connsiteX2" fmla="*/ 1264814 w 2051050"/>
              <a:gd name="connsiteY2" fmla="*/ 0 h 2951163"/>
              <a:gd name="connsiteX3" fmla="*/ 2051050 w 2051050"/>
              <a:gd name="connsiteY3" fmla="*/ 0 h 2951163"/>
              <a:gd name="connsiteX4" fmla="*/ 2051050 w 2051050"/>
              <a:gd name="connsiteY4" fmla="*/ 560721 h 2951163"/>
              <a:gd name="connsiteX5" fmla="*/ 2051050 w 2051050"/>
              <a:gd name="connsiteY5" fmla="*/ 1209977 h 2951163"/>
              <a:gd name="connsiteX6" fmla="*/ 2051050 w 2051050"/>
              <a:gd name="connsiteY6" fmla="*/ 1711675 h 2951163"/>
              <a:gd name="connsiteX7" fmla="*/ 2051050 w 2051050"/>
              <a:gd name="connsiteY7" fmla="*/ 2242884 h 2951163"/>
              <a:gd name="connsiteX8" fmla="*/ 2051050 w 2051050"/>
              <a:gd name="connsiteY8" fmla="*/ 2951163 h 2951163"/>
              <a:gd name="connsiteX9" fmla="*/ 1428898 w 2051050"/>
              <a:gd name="connsiteY9" fmla="*/ 2951163 h 2951163"/>
              <a:gd name="connsiteX10" fmla="*/ 786236 w 2051050"/>
              <a:gd name="connsiteY10" fmla="*/ 2951163 h 2951163"/>
              <a:gd name="connsiteX11" fmla="*/ 0 w 2051050"/>
              <a:gd name="connsiteY11" fmla="*/ 2951163 h 2951163"/>
              <a:gd name="connsiteX12" fmla="*/ 0 w 2051050"/>
              <a:gd name="connsiteY12" fmla="*/ 2449465 h 2951163"/>
              <a:gd name="connsiteX13" fmla="*/ 0 w 2051050"/>
              <a:gd name="connsiteY13" fmla="*/ 1829721 h 2951163"/>
              <a:gd name="connsiteX14" fmla="*/ 0 w 2051050"/>
              <a:gd name="connsiteY14" fmla="*/ 1239488 h 2951163"/>
              <a:gd name="connsiteX15" fmla="*/ 0 w 2051050"/>
              <a:gd name="connsiteY15" fmla="*/ 708279 h 2951163"/>
              <a:gd name="connsiteX16" fmla="*/ 0 w 2051050"/>
              <a:gd name="connsiteY16" fmla="*/ 0 h 295116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Lst>
            <a:rect l="l" t="t" r="r" b="b"/>
            <a:pathLst>
              <a:path w="2051050" h="2951163" extrusionOk="0">
                <a:moveTo>
                  <a:pt x="0" y="0"/>
                </a:moveTo>
                <a:cubicBezTo>
                  <a:pt x="306279" y="21950"/>
                  <a:pt x="339620" y="1228"/>
                  <a:pt x="622152" y="0"/>
                </a:cubicBezTo>
                <a:cubicBezTo>
                  <a:pt x="904684" y="-1228"/>
                  <a:pt x="1011457" y="20320"/>
                  <a:pt x="1264814" y="0"/>
                </a:cubicBezTo>
                <a:cubicBezTo>
                  <a:pt x="1518171" y="-20320"/>
                  <a:pt x="1857420" y="-30729"/>
                  <a:pt x="2051050" y="0"/>
                </a:cubicBezTo>
                <a:cubicBezTo>
                  <a:pt x="2063232" y="245709"/>
                  <a:pt x="2041507" y="343479"/>
                  <a:pt x="2051050" y="560721"/>
                </a:cubicBezTo>
                <a:cubicBezTo>
                  <a:pt x="2060593" y="777963"/>
                  <a:pt x="2080940" y="886218"/>
                  <a:pt x="2051050" y="1209977"/>
                </a:cubicBezTo>
                <a:cubicBezTo>
                  <a:pt x="2021160" y="1533736"/>
                  <a:pt x="2044051" y="1542940"/>
                  <a:pt x="2051050" y="1711675"/>
                </a:cubicBezTo>
                <a:cubicBezTo>
                  <a:pt x="2058049" y="1880410"/>
                  <a:pt x="2060947" y="2114975"/>
                  <a:pt x="2051050" y="2242884"/>
                </a:cubicBezTo>
                <a:cubicBezTo>
                  <a:pt x="2041153" y="2370793"/>
                  <a:pt x="2081957" y="2753717"/>
                  <a:pt x="2051050" y="2951163"/>
                </a:cubicBezTo>
                <a:cubicBezTo>
                  <a:pt x="1910115" y="2975025"/>
                  <a:pt x="1602720" y="2978995"/>
                  <a:pt x="1428898" y="2951163"/>
                </a:cubicBezTo>
                <a:cubicBezTo>
                  <a:pt x="1255076" y="2923331"/>
                  <a:pt x="924160" y="2933002"/>
                  <a:pt x="786236" y="2951163"/>
                </a:cubicBezTo>
                <a:cubicBezTo>
                  <a:pt x="648312" y="2969324"/>
                  <a:pt x="370261" y="2923618"/>
                  <a:pt x="0" y="2951163"/>
                </a:cubicBezTo>
                <a:cubicBezTo>
                  <a:pt x="14797" y="2840414"/>
                  <a:pt x="24747" y="2604392"/>
                  <a:pt x="0" y="2449465"/>
                </a:cubicBezTo>
                <a:cubicBezTo>
                  <a:pt x="-24747" y="2294538"/>
                  <a:pt x="12162" y="2112558"/>
                  <a:pt x="0" y="1829721"/>
                </a:cubicBezTo>
                <a:cubicBezTo>
                  <a:pt x="-12162" y="1546884"/>
                  <a:pt x="8429" y="1364361"/>
                  <a:pt x="0" y="1239488"/>
                </a:cubicBezTo>
                <a:cubicBezTo>
                  <a:pt x="-8429" y="1114615"/>
                  <a:pt x="7141" y="949936"/>
                  <a:pt x="0" y="708279"/>
                </a:cubicBezTo>
                <a:cubicBezTo>
                  <a:pt x="-7141" y="466622"/>
                  <a:pt x="-34761" y="237017"/>
                  <a:pt x="0" y="0"/>
                </a:cubicBezTo>
                <a:close/>
              </a:path>
            </a:pathLst>
          </a:custGeom>
          <a:noFill/>
          <a:ln w="25400">
            <a:solidFill>
              <a:schemeClr val="tx1">
                <a:lumMod val="95000"/>
                <a:lumOff val="5000"/>
              </a:schemeClr>
            </a:solidFill>
            <a:extLst>
              <a:ext uri="{C807C97D-BFC1-408E-A445-0C87EB9F89A2}">
                <ask:lineSketchStyleProps xmlns:ask="http://schemas.microsoft.com/office/drawing/2018/sketchyshapes" sd="1762638383">
                  <a:prstGeom prst="rect">
                    <a:avLst/>
                  </a:prstGeom>
                  <ask:type>
                    <ask:lineSketchFreehand/>
                  </ask:type>
                </ask:lineSketchStyleProps>
              </a:ext>
            </a:extLst>
          </a:ln>
        </p:spPr>
        <p:style>
          <a:lnRef idx="2">
            <a:schemeClr val="accent3">
              <a:shade val="50000"/>
            </a:schemeClr>
          </a:lnRef>
          <a:fillRef idx="1">
            <a:schemeClr val="accent3"/>
          </a:fillRef>
          <a:effectRef idx="0">
            <a:schemeClr val="accent3"/>
          </a:effectRef>
          <a:fontRef idx="minor">
            <a:schemeClr val="lt1"/>
          </a:fontRef>
        </p:style>
        <p:txBody>
          <a:bodyPr rtlCol="0" anchor="ctr"/>
          <a:lstStyle/>
          <a:p>
            <a:pPr algn="ctr"/>
            <a:endParaRPr lang="de-AT" dirty="0"/>
          </a:p>
        </p:txBody>
      </p:sp>
      <p:sp>
        <p:nvSpPr>
          <p:cNvPr id="23" name="Rechteck 22">
            <a:extLst>
              <a:ext uri="{FF2B5EF4-FFF2-40B4-BE49-F238E27FC236}">
                <a16:creationId xmlns:a16="http://schemas.microsoft.com/office/drawing/2014/main" id="{315C8446-0F5A-4DB2-BE3E-B51E6F77BE03}"/>
              </a:ext>
              <a:ext uri="{C183D7F6-B498-43B3-948B-1728B52AA6E4}">
                <adec:decorative xmlns:adec="http://schemas.microsoft.com/office/drawing/2017/decorative" val="1"/>
              </a:ext>
            </a:extLst>
          </p:cNvPr>
          <p:cNvSpPr/>
          <p:nvPr/>
        </p:nvSpPr>
        <p:spPr>
          <a:xfrm>
            <a:off x="4581525" y="6758243"/>
            <a:ext cx="2051050" cy="2951163"/>
          </a:xfrm>
          <a:custGeom>
            <a:avLst/>
            <a:gdLst>
              <a:gd name="connsiteX0" fmla="*/ 0 w 2051050"/>
              <a:gd name="connsiteY0" fmla="*/ 0 h 2951163"/>
              <a:gd name="connsiteX1" fmla="*/ 622152 w 2051050"/>
              <a:gd name="connsiteY1" fmla="*/ 0 h 2951163"/>
              <a:gd name="connsiteX2" fmla="*/ 1264814 w 2051050"/>
              <a:gd name="connsiteY2" fmla="*/ 0 h 2951163"/>
              <a:gd name="connsiteX3" fmla="*/ 2051050 w 2051050"/>
              <a:gd name="connsiteY3" fmla="*/ 0 h 2951163"/>
              <a:gd name="connsiteX4" fmla="*/ 2051050 w 2051050"/>
              <a:gd name="connsiteY4" fmla="*/ 560721 h 2951163"/>
              <a:gd name="connsiteX5" fmla="*/ 2051050 w 2051050"/>
              <a:gd name="connsiteY5" fmla="*/ 1209977 h 2951163"/>
              <a:gd name="connsiteX6" fmla="*/ 2051050 w 2051050"/>
              <a:gd name="connsiteY6" fmla="*/ 1711675 h 2951163"/>
              <a:gd name="connsiteX7" fmla="*/ 2051050 w 2051050"/>
              <a:gd name="connsiteY7" fmla="*/ 2242884 h 2951163"/>
              <a:gd name="connsiteX8" fmla="*/ 2051050 w 2051050"/>
              <a:gd name="connsiteY8" fmla="*/ 2951163 h 2951163"/>
              <a:gd name="connsiteX9" fmla="*/ 1428898 w 2051050"/>
              <a:gd name="connsiteY9" fmla="*/ 2951163 h 2951163"/>
              <a:gd name="connsiteX10" fmla="*/ 786236 w 2051050"/>
              <a:gd name="connsiteY10" fmla="*/ 2951163 h 2951163"/>
              <a:gd name="connsiteX11" fmla="*/ 0 w 2051050"/>
              <a:gd name="connsiteY11" fmla="*/ 2951163 h 2951163"/>
              <a:gd name="connsiteX12" fmla="*/ 0 w 2051050"/>
              <a:gd name="connsiteY12" fmla="*/ 2449465 h 2951163"/>
              <a:gd name="connsiteX13" fmla="*/ 0 w 2051050"/>
              <a:gd name="connsiteY13" fmla="*/ 1829721 h 2951163"/>
              <a:gd name="connsiteX14" fmla="*/ 0 w 2051050"/>
              <a:gd name="connsiteY14" fmla="*/ 1239488 h 2951163"/>
              <a:gd name="connsiteX15" fmla="*/ 0 w 2051050"/>
              <a:gd name="connsiteY15" fmla="*/ 708279 h 2951163"/>
              <a:gd name="connsiteX16" fmla="*/ 0 w 2051050"/>
              <a:gd name="connsiteY16" fmla="*/ 0 h 295116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Lst>
            <a:rect l="l" t="t" r="r" b="b"/>
            <a:pathLst>
              <a:path w="2051050" h="2951163" extrusionOk="0">
                <a:moveTo>
                  <a:pt x="0" y="0"/>
                </a:moveTo>
                <a:cubicBezTo>
                  <a:pt x="306279" y="21950"/>
                  <a:pt x="339620" y="1228"/>
                  <a:pt x="622152" y="0"/>
                </a:cubicBezTo>
                <a:cubicBezTo>
                  <a:pt x="904684" y="-1228"/>
                  <a:pt x="1011457" y="20320"/>
                  <a:pt x="1264814" y="0"/>
                </a:cubicBezTo>
                <a:cubicBezTo>
                  <a:pt x="1518171" y="-20320"/>
                  <a:pt x="1857420" y="-30729"/>
                  <a:pt x="2051050" y="0"/>
                </a:cubicBezTo>
                <a:cubicBezTo>
                  <a:pt x="2063232" y="245709"/>
                  <a:pt x="2041507" y="343479"/>
                  <a:pt x="2051050" y="560721"/>
                </a:cubicBezTo>
                <a:cubicBezTo>
                  <a:pt x="2060593" y="777963"/>
                  <a:pt x="2080940" y="886218"/>
                  <a:pt x="2051050" y="1209977"/>
                </a:cubicBezTo>
                <a:cubicBezTo>
                  <a:pt x="2021160" y="1533736"/>
                  <a:pt x="2044051" y="1542940"/>
                  <a:pt x="2051050" y="1711675"/>
                </a:cubicBezTo>
                <a:cubicBezTo>
                  <a:pt x="2058049" y="1880410"/>
                  <a:pt x="2060947" y="2114975"/>
                  <a:pt x="2051050" y="2242884"/>
                </a:cubicBezTo>
                <a:cubicBezTo>
                  <a:pt x="2041153" y="2370793"/>
                  <a:pt x="2081957" y="2753717"/>
                  <a:pt x="2051050" y="2951163"/>
                </a:cubicBezTo>
                <a:cubicBezTo>
                  <a:pt x="1910115" y="2975025"/>
                  <a:pt x="1602720" y="2978995"/>
                  <a:pt x="1428898" y="2951163"/>
                </a:cubicBezTo>
                <a:cubicBezTo>
                  <a:pt x="1255076" y="2923331"/>
                  <a:pt x="924160" y="2933002"/>
                  <a:pt x="786236" y="2951163"/>
                </a:cubicBezTo>
                <a:cubicBezTo>
                  <a:pt x="648312" y="2969324"/>
                  <a:pt x="370261" y="2923618"/>
                  <a:pt x="0" y="2951163"/>
                </a:cubicBezTo>
                <a:cubicBezTo>
                  <a:pt x="14797" y="2840414"/>
                  <a:pt x="24747" y="2604392"/>
                  <a:pt x="0" y="2449465"/>
                </a:cubicBezTo>
                <a:cubicBezTo>
                  <a:pt x="-24747" y="2294538"/>
                  <a:pt x="12162" y="2112558"/>
                  <a:pt x="0" y="1829721"/>
                </a:cubicBezTo>
                <a:cubicBezTo>
                  <a:pt x="-12162" y="1546884"/>
                  <a:pt x="8429" y="1364361"/>
                  <a:pt x="0" y="1239488"/>
                </a:cubicBezTo>
                <a:cubicBezTo>
                  <a:pt x="-8429" y="1114615"/>
                  <a:pt x="7141" y="949936"/>
                  <a:pt x="0" y="708279"/>
                </a:cubicBezTo>
                <a:cubicBezTo>
                  <a:pt x="-7141" y="466622"/>
                  <a:pt x="-34761" y="237017"/>
                  <a:pt x="0" y="0"/>
                </a:cubicBezTo>
                <a:close/>
              </a:path>
            </a:pathLst>
          </a:custGeom>
          <a:noFill/>
          <a:ln w="25400">
            <a:solidFill>
              <a:schemeClr val="tx1">
                <a:lumMod val="95000"/>
                <a:lumOff val="5000"/>
              </a:schemeClr>
            </a:solidFill>
            <a:extLst>
              <a:ext uri="{C807C97D-BFC1-408E-A445-0C87EB9F89A2}">
                <ask:lineSketchStyleProps xmlns:ask="http://schemas.microsoft.com/office/drawing/2018/sketchyshapes" sd="1762638383">
                  <a:prstGeom prst="rect">
                    <a:avLst/>
                  </a:prstGeom>
                  <ask:type>
                    <ask:lineSketchFreehand/>
                  </ask:type>
                </ask:lineSketchStyleProps>
              </a:ext>
            </a:extLst>
          </a:ln>
        </p:spPr>
        <p:style>
          <a:lnRef idx="2">
            <a:schemeClr val="accent3">
              <a:shade val="50000"/>
            </a:schemeClr>
          </a:lnRef>
          <a:fillRef idx="1">
            <a:schemeClr val="accent3"/>
          </a:fillRef>
          <a:effectRef idx="0">
            <a:schemeClr val="accent3"/>
          </a:effectRef>
          <a:fontRef idx="minor">
            <a:schemeClr val="lt1"/>
          </a:fontRef>
        </p:style>
        <p:txBody>
          <a:bodyPr rtlCol="0" anchor="ctr"/>
          <a:lstStyle/>
          <a:p>
            <a:pPr algn="ctr"/>
            <a:endParaRPr lang="de-AT" dirty="0"/>
          </a:p>
        </p:txBody>
      </p:sp>
      <p:sp>
        <p:nvSpPr>
          <p:cNvPr id="25" name="Rechteck 24">
            <a:extLst>
              <a:ext uri="{FF2B5EF4-FFF2-40B4-BE49-F238E27FC236}">
                <a16:creationId xmlns:a16="http://schemas.microsoft.com/office/drawing/2014/main" id="{4CAC2F2D-700C-409F-9F7A-D860B7C9AD33}"/>
              </a:ext>
              <a:ext uri="{C183D7F6-B498-43B3-948B-1728B52AA6E4}">
                <adec:decorative xmlns:adec="http://schemas.microsoft.com/office/drawing/2017/decorative" val="1"/>
              </a:ext>
            </a:extLst>
          </p:cNvPr>
          <p:cNvSpPr/>
          <p:nvPr/>
        </p:nvSpPr>
        <p:spPr>
          <a:xfrm>
            <a:off x="4581525" y="3610794"/>
            <a:ext cx="2051050" cy="2951163"/>
          </a:xfrm>
          <a:custGeom>
            <a:avLst/>
            <a:gdLst>
              <a:gd name="connsiteX0" fmla="*/ 0 w 2051050"/>
              <a:gd name="connsiteY0" fmla="*/ 0 h 2951163"/>
              <a:gd name="connsiteX1" fmla="*/ 622152 w 2051050"/>
              <a:gd name="connsiteY1" fmla="*/ 0 h 2951163"/>
              <a:gd name="connsiteX2" fmla="*/ 1264814 w 2051050"/>
              <a:gd name="connsiteY2" fmla="*/ 0 h 2951163"/>
              <a:gd name="connsiteX3" fmla="*/ 2051050 w 2051050"/>
              <a:gd name="connsiteY3" fmla="*/ 0 h 2951163"/>
              <a:gd name="connsiteX4" fmla="*/ 2051050 w 2051050"/>
              <a:gd name="connsiteY4" fmla="*/ 560721 h 2951163"/>
              <a:gd name="connsiteX5" fmla="*/ 2051050 w 2051050"/>
              <a:gd name="connsiteY5" fmla="*/ 1209977 h 2951163"/>
              <a:gd name="connsiteX6" fmla="*/ 2051050 w 2051050"/>
              <a:gd name="connsiteY6" fmla="*/ 1711675 h 2951163"/>
              <a:gd name="connsiteX7" fmla="*/ 2051050 w 2051050"/>
              <a:gd name="connsiteY7" fmla="*/ 2242884 h 2951163"/>
              <a:gd name="connsiteX8" fmla="*/ 2051050 w 2051050"/>
              <a:gd name="connsiteY8" fmla="*/ 2951163 h 2951163"/>
              <a:gd name="connsiteX9" fmla="*/ 1428898 w 2051050"/>
              <a:gd name="connsiteY9" fmla="*/ 2951163 h 2951163"/>
              <a:gd name="connsiteX10" fmla="*/ 786236 w 2051050"/>
              <a:gd name="connsiteY10" fmla="*/ 2951163 h 2951163"/>
              <a:gd name="connsiteX11" fmla="*/ 0 w 2051050"/>
              <a:gd name="connsiteY11" fmla="*/ 2951163 h 2951163"/>
              <a:gd name="connsiteX12" fmla="*/ 0 w 2051050"/>
              <a:gd name="connsiteY12" fmla="*/ 2449465 h 2951163"/>
              <a:gd name="connsiteX13" fmla="*/ 0 w 2051050"/>
              <a:gd name="connsiteY13" fmla="*/ 1829721 h 2951163"/>
              <a:gd name="connsiteX14" fmla="*/ 0 w 2051050"/>
              <a:gd name="connsiteY14" fmla="*/ 1239488 h 2951163"/>
              <a:gd name="connsiteX15" fmla="*/ 0 w 2051050"/>
              <a:gd name="connsiteY15" fmla="*/ 708279 h 2951163"/>
              <a:gd name="connsiteX16" fmla="*/ 0 w 2051050"/>
              <a:gd name="connsiteY16" fmla="*/ 0 h 295116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Lst>
            <a:rect l="l" t="t" r="r" b="b"/>
            <a:pathLst>
              <a:path w="2051050" h="2951163" extrusionOk="0">
                <a:moveTo>
                  <a:pt x="0" y="0"/>
                </a:moveTo>
                <a:cubicBezTo>
                  <a:pt x="306279" y="21950"/>
                  <a:pt x="339620" y="1228"/>
                  <a:pt x="622152" y="0"/>
                </a:cubicBezTo>
                <a:cubicBezTo>
                  <a:pt x="904684" y="-1228"/>
                  <a:pt x="1011457" y="20320"/>
                  <a:pt x="1264814" y="0"/>
                </a:cubicBezTo>
                <a:cubicBezTo>
                  <a:pt x="1518171" y="-20320"/>
                  <a:pt x="1857420" y="-30729"/>
                  <a:pt x="2051050" y="0"/>
                </a:cubicBezTo>
                <a:cubicBezTo>
                  <a:pt x="2063232" y="245709"/>
                  <a:pt x="2041507" y="343479"/>
                  <a:pt x="2051050" y="560721"/>
                </a:cubicBezTo>
                <a:cubicBezTo>
                  <a:pt x="2060593" y="777963"/>
                  <a:pt x="2080940" y="886218"/>
                  <a:pt x="2051050" y="1209977"/>
                </a:cubicBezTo>
                <a:cubicBezTo>
                  <a:pt x="2021160" y="1533736"/>
                  <a:pt x="2044051" y="1542940"/>
                  <a:pt x="2051050" y="1711675"/>
                </a:cubicBezTo>
                <a:cubicBezTo>
                  <a:pt x="2058049" y="1880410"/>
                  <a:pt x="2060947" y="2114975"/>
                  <a:pt x="2051050" y="2242884"/>
                </a:cubicBezTo>
                <a:cubicBezTo>
                  <a:pt x="2041153" y="2370793"/>
                  <a:pt x="2081957" y="2753717"/>
                  <a:pt x="2051050" y="2951163"/>
                </a:cubicBezTo>
                <a:cubicBezTo>
                  <a:pt x="1910115" y="2975025"/>
                  <a:pt x="1602720" y="2978995"/>
                  <a:pt x="1428898" y="2951163"/>
                </a:cubicBezTo>
                <a:cubicBezTo>
                  <a:pt x="1255076" y="2923331"/>
                  <a:pt x="924160" y="2933002"/>
                  <a:pt x="786236" y="2951163"/>
                </a:cubicBezTo>
                <a:cubicBezTo>
                  <a:pt x="648312" y="2969324"/>
                  <a:pt x="370261" y="2923618"/>
                  <a:pt x="0" y="2951163"/>
                </a:cubicBezTo>
                <a:cubicBezTo>
                  <a:pt x="14797" y="2840414"/>
                  <a:pt x="24747" y="2604392"/>
                  <a:pt x="0" y="2449465"/>
                </a:cubicBezTo>
                <a:cubicBezTo>
                  <a:pt x="-24747" y="2294538"/>
                  <a:pt x="12162" y="2112558"/>
                  <a:pt x="0" y="1829721"/>
                </a:cubicBezTo>
                <a:cubicBezTo>
                  <a:pt x="-12162" y="1546884"/>
                  <a:pt x="8429" y="1364361"/>
                  <a:pt x="0" y="1239488"/>
                </a:cubicBezTo>
                <a:cubicBezTo>
                  <a:pt x="-8429" y="1114615"/>
                  <a:pt x="7141" y="949936"/>
                  <a:pt x="0" y="708279"/>
                </a:cubicBezTo>
                <a:cubicBezTo>
                  <a:pt x="-7141" y="466622"/>
                  <a:pt x="-34761" y="237017"/>
                  <a:pt x="0" y="0"/>
                </a:cubicBezTo>
                <a:close/>
              </a:path>
            </a:pathLst>
          </a:custGeom>
          <a:noFill/>
          <a:ln w="25400">
            <a:solidFill>
              <a:schemeClr val="tx1">
                <a:lumMod val="95000"/>
                <a:lumOff val="5000"/>
              </a:schemeClr>
            </a:solidFill>
            <a:extLst>
              <a:ext uri="{C807C97D-BFC1-408E-A445-0C87EB9F89A2}">
                <ask:lineSketchStyleProps xmlns:ask="http://schemas.microsoft.com/office/drawing/2018/sketchyshapes" sd="1762638383">
                  <a:prstGeom prst="rect">
                    <a:avLst/>
                  </a:prstGeom>
                  <ask:type>
                    <ask:lineSketchFreehand/>
                  </ask:type>
                </ask:lineSketchStyleProps>
              </a:ext>
            </a:extLst>
          </a:ln>
        </p:spPr>
        <p:style>
          <a:lnRef idx="2">
            <a:schemeClr val="accent3">
              <a:shade val="50000"/>
            </a:schemeClr>
          </a:lnRef>
          <a:fillRef idx="1">
            <a:schemeClr val="accent3"/>
          </a:fillRef>
          <a:effectRef idx="0">
            <a:schemeClr val="accent3"/>
          </a:effectRef>
          <a:fontRef idx="minor">
            <a:schemeClr val="lt1"/>
          </a:fontRef>
        </p:style>
        <p:txBody>
          <a:bodyPr rtlCol="0" anchor="ctr"/>
          <a:lstStyle/>
          <a:p>
            <a:pPr algn="ctr"/>
            <a:endParaRPr lang="de-AT" dirty="0"/>
          </a:p>
        </p:txBody>
      </p:sp>
      <p:sp>
        <p:nvSpPr>
          <p:cNvPr id="3" name="Rectangle 2">
            <a:extLst>
              <a:ext uri="{FF2B5EF4-FFF2-40B4-BE49-F238E27FC236}">
                <a16:creationId xmlns:a16="http://schemas.microsoft.com/office/drawing/2014/main" id="{E9DEE957-2CEF-6557-109F-02E227D02B2A}"/>
              </a:ext>
              <a:ext uri="{C183D7F6-B498-43B3-948B-1728B52AA6E4}">
                <adec:decorative xmlns:adec="http://schemas.microsoft.com/office/drawing/2017/decorative" val="1"/>
              </a:ext>
            </a:extLst>
          </p:cNvPr>
          <p:cNvSpPr/>
          <p:nvPr/>
        </p:nvSpPr>
        <p:spPr>
          <a:xfrm>
            <a:off x="0" y="7858125"/>
            <a:ext cx="225425" cy="1998918"/>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pt-BR"/>
          </a:p>
        </p:txBody>
      </p:sp>
      <p:sp>
        <p:nvSpPr>
          <p:cNvPr id="24" name="Rechteck 23">
            <a:extLst>
              <a:ext uri="{FF2B5EF4-FFF2-40B4-BE49-F238E27FC236}">
                <a16:creationId xmlns:a16="http://schemas.microsoft.com/office/drawing/2014/main" id="{70E94346-53CB-4F95-A814-435DF2CE71B5}"/>
              </a:ext>
              <a:ext uri="{C183D7F6-B498-43B3-948B-1728B52AA6E4}">
                <adec:decorative xmlns:adec="http://schemas.microsoft.com/office/drawing/2017/decorative" val="1"/>
              </a:ext>
            </a:extLst>
          </p:cNvPr>
          <p:cNvSpPr/>
          <p:nvPr/>
        </p:nvSpPr>
        <p:spPr>
          <a:xfrm>
            <a:off x="225425" y="6745987"/>
            <a:ext cx="2051050" cy="2951163"/>
          </a:xfrm>
          <a:custGeom>
            <a:avLst/>
            <a:gdLst>
              <a:gd name="connsiteX0" fmla="*/ 0 w 2051050"/>
              <a:gd name="connsiteY0" fmla="*/ 0 h 2951163"/>
              <a:gd name="connsiteX1" fmla="*/ 622152 w 2051050"/>
              <a:gd name="connsiteY1" fmla="*/ 0 h 2951163"/>
              <a:gd name="connsiteX2" fmla="*/ 1264814 w 2051050"/>
              <a:gd name="connsiteY2" fmla="*/ 0 h 2951163"/>
              <a:gd name="connsiteX3" fmla="*/ 2051050 w 2051050"/>
              <a:gd name="connsiteY3" fmla="*/ 0 h 2951163"/>
              <a:gd name="connsiteX4" fmla="*/ 2051050 w 2051050"/>
              <a:gd name="connsiteY4" fmla="*/ 560721 h 2951163"/>
              <a:gd name="connsiteX5" fmla="*/ 2051050 w 2051050"/>
              <a:gd name="connsiteY5" fmla="*/ 1209977 h 2951163"/>
              <a:gd name="connsiteX6" fmla="*/ 2051050 w 2051050"/>
              <a:gd name="connsiteY6" fmla="*/ 1711675 h 2951163"/>
              <a:gd name="connsiteX7" fmla="*/ 2051050 w 2051050"/>
              <a:gd name="connsiteY7" fmla="*/ 2242884 h 2951163"/>
              <a:gd name="connsiteX8" fmla="*/ 2051050 w 2051050"/>
              <a:gd name="connsiteY8" fmla="*/ 2951163 h 2951163"/>
              <a:gd name="connsiteX9" fmla="*/ 1428898 w 2051050"/>
              <a:gd name="connsiteY9" fmla="*/ 2951163 h 2951163"/>
              <a:gd name="connsiteX10" fmla="*/ 786236 w 2051050"/>
              <a:gd name="connsiteY10" fmla="*/ 2951163 h 2951163"/>
              <a:gd name="connsiteX11" fmla="*/ 0 w 2051050"/>
              <a:gd name="connsiteY11" fmla="*/ 2951163 h 2951163"/>
              <a:gd name="connsiteX12" fmla="*/ 0 w 2051050"/>
              <a:gd name="connsiteY12" fmla="*/ 2449465 h 2951163"/>
              <a:gd name="connsiteX13" fmla="*/ 0 w 2051050"/>
              <a:gd name="connsiteY13" fmla="*/ 1829721 h 2951163"/>
              <a:gd name="connsiteX14" fmla="*/ 0 w 2051050"/>
              <a:gd name="connsiteY14" fmla="*/ 1239488 h 2951163"/>
              <a:gd name="connsiteX15" fmla="*/ 0 w 2051050"/>
              <a:gd name="connsiteY15" fmla="*/ 708279 h 2951163"/>
              <a:gd name="connsiteX16" fmla="*/ 0 w 2051050"/>
              <a:gd name="connsiteY16" fmla="*/ 0 h 295116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Lst>
            <a:rect l="l" t="t" r="r" b="b"/>
            <a:pathLst>
              <a:path w="2051050" h="2951163" extrusionOk="0">
                <a:moveTo>
                  <a:pt x="0" y="0"/>
                </a:moveTo>
                <a:cubicBezTo>
                  <a:pt x="306279" y="21950"/>
                  <a:pt x="339620" y="1228"/>
                  <a:pt x="622152" y="0"/>
                </a:cubicBezTo>
                <a:cubicBezTo>
                  <a:pt x="904684" y="-1228"/>
                  <a:pt x="1011457" y="20320"/>
                  <a:pt x="1264814" y="0"/>
                </a:cubicBezTo>
                <a:cubicBezTo>
                  <a:pt x="1518171" y="-20320"/>
                  <a:pt x="1857420" y="-30729"/>
                  <a:pt x="2051050" y="0"/>
                </a:cubicBezTo>
                <a:cubicBezTo>
                  <a:pt x="2063232" y="245709"/>
                  <a:pt x="2041507" y="343479"/>
                  <a:pt x="2051050" y="560721"/>
                </a:cubicBezTo>
                <a:cubicBezTo>
                  <a:pt x="2060593" y="777963"/>
                  <a:pt x="2080940" y="886218"/>
                  <a:pt x="2051050" y="1209977"/>
                </a:cubicBezTo>
                <a:cubicBezTo>
                  <a:pt x="2021160" y="1533736"/>
                  <a:pt x="2044051" y="1542940"/>
                  <a:pt x="2051050" y="1711675"/>
                </a:cubicBezTo>
                <a:cubicBezTo>
                  <a:pt x="2058049" y="1880410"/>
                  <a:pt x="2060947" y="2114975"/>
                  <a:pt x="2051050" y="2242884"/>
                </a:cubicBezTo>
                <a:cubicBezTo>
                  <a:pt x="2041153" y="2370793"/>
                  <a:pt x="2081957" y="2753717"/>
                  <a:pt x="2051050" y="2951163"/>
                </a:cubicBezTo>
                <a:cubicBezTo>
                  <a:pt x="1910115" y="2975025"/>
                  <a:pt x="1602720" y="2978995"/>
                  <a:pt x="1428898" y="2951163"/>
                </a:cubicBezTo>
                <a:cubicBezTo>
                  <a:pt x="1255076" y="2923331"/>
                  <a:pt x="924160" y="2933002"/>
                  <a:pt x="786236" y="2951163"/>
                </a:cubicBezTo>
                <a:cubicBezTo>
                  <a:pt x="648312" y="2969324"/>
                  <a:pt x="370261" y="2923618"/>
                  <a:pt x="0" y="2951163"/>
                </a:cubicBezTo>
                <a:cubicBezTo>
                  <a:pt x="14797" y="2840414"/>
                  <a:pt x="24747" y="2604392"/>
                  <a:pt x="0" y="2449465"/>
                </a:cubicBezTo>
                <a:cubicBezTo>
                  <a:pt x="-24747" y="2294538"/>
                  <a:pt x="12162" y="2112558"/>
                  <a:pt x="0" y="1829721"/>
                </a:cubicBezTo>
                <a:cubicBezTo>
                  <a:pt x="-12162" y="1546884"/>
                  <a:pt x="8429" y="1364361"/>
                  <a:pt x="0" y="1239488"/>
                </a:cubicBezTo>
                <a:cubicBezTo>
                  <a:pt x="-8429" y="1114615"/>
                  <a:pt x="7141" y="949936"/>
                  <a:pt x="0" y="708279"/>
                </a:cubicBezTo>
                <a:cubicBezTo>
                  <a:pt x="-7141" y="466622"/>
                  <a:pt x="-34761" y="237017"/>
                  <a:pt x="0" y="0"/>
                </a:cubicBezTo>
                <a:close/>
              </a:path>
            </a:pathLst>
          </a:custGeom>
          <a:noFill/>
          <a:ln w="25400">
            <a:solidFill>
              <a:schemeClr val="tx1">
                <a:lumMod val="95000"/>
                <a:lumOff val="5000"/>
              </a:schemeClr>
            </a:solidFill>
            <a:extLst>
              <a:ext uri="{C807C97D-BFC1-408E-A445-0C87EB9F89A2}">
                <ask:lineSketchStyleProps xmlns:ask="http://schemas.microsoft.com/office/drawing/2018/sketchyshapes" sd="1762638383">
                  <a:prstGeom prst="rect">
                    <a:avLst/>
                  </a:prstGeom>
                  <ask:type>
                    <ask:lineSketchFreehand/>
                  </ask:type>
                </ask:lineSketchStyleProps>
              </a:ext>
            </a:extLst>
          </a:ln>
        </p:spPr>
        <p:style>
          <a:lnRef idx="2">
            <a:schemeClr val="accent3">
              <a:shade val="50000"/>
            </a:schemeClr>
          </a:lnRef>
          <a:fillRef idx="1">
            <a:schemeClr val="accent3"/>
          </a:fillRef>
          <a:effectRef idx="0">
            <a:schemeClr val="accent3"/>
          </a:effectRef>
          <a:fontRef idx="minor">
            <a:schemeClr val="lt1"/>
          </a:fontRef>
        </p:style>
        <p:txBody>
          <a:bodyPr rtlCol="0" anchor="ctr"/>
          <a:lstStyle/>
          <a:p>
            <a:pPr algn="ctr"/>
            <a:endParaRPr lang="de-AT" dirty="0"/>
          </a:p>
        </p:txBody>
      </p:sp>
      <p:sp>
        <p:nvSpPr>
          <p:cNvPr id="2" name="Textfeld 49">
            <a:extLst>
              <a:ext uri="{FF2B5EF4-FFF2-40B4-BE49-F238E27FC236}">
                <a16:creationId xmlns:a16="http://schemas.microsoft.com/office/drawing/2014/main" id="{09A0D47D-F557-D34E-5FE2-794831DDB219}"/>
              </a:ext>
            </a:extLst>
          </p:cNvPr>
          <p:cNvSpPr txBox="1"/>
          <p:nvPr/>
        </p:nvSpPr>
        <p:spPr>
          <a:xfrm>
            <a:off x="114552" y="221488"/>
            <a:ext cx="2055144" cy="246221"/>
          </a:xfrm>
          <a:prstGeom prst="rect">
            <a:avLst/>
          </a:prstGeom>
          <a:noFill/>
        </p:spPr>
        <p:txBody>
          <a:bodyPr wrap="square" rtlCol="0">
            <a:spAutoFit/>
          </a:bodyPr>
          <a:lstStyle/>
          <a:p>
            <a:r>
              <a:rPr lang="de-AT" sz="1000" dirty="0" err="1">
                <a:latin typeface="Pangolin" panose="00000500000000000000"/>
              </a:rPr>
              <a:t>Pensée</a:t>
            </a:r>
            <a:r>
              <a:rPr lang="de-AT" sz="1000" dirty="0">
                <a:latin typeface="Pangolin" panose="00000500000000000000"/>
              </a:rPr>
              <a:t> </a:t>
            </a:r>
            <a:r>
              <a:rPr lang="de-AT" sz="1000" dirty="0" err="1">
                <a:latin typeface="Pangolin" panose="00000500000000000000"/>
              </a:rPr>
              <a:t>Mathématique</a:t>
            </a:r>
            <a:endParaRPr lang="de-DE" sz="1000" dirty="0">
              <a:latin typeface="Pangolin" panose="00000500000000000000" pitchFamily="2" charset="0"/>
            </a:endParaRPr>
          </a:p>
        </p:txBody>
      </p:sp>
      <p:sp>
        <p:nvSpPr>
          <p:cNvPr id="12" name="Textfeld 11">
            <a:extLst>
              <a:ext uri="{FF2B5EF4-FFF2-40B4-BE49-F238E27FC236}">
                <a16:creationId xmlns:a16="http://schemas.microsoft.com/office/drawing/2014/main" id="{DC92D0BD-A8C1-4465-A69C-8E46D27F16A3}"/>
              </a:ext>
            </a:extLst>
          </p:cNvPr>
          <p:cNvSpPr txBox="1"/>
          <p:nvPr/>
        </p:nvSpPr>
        <p:spPr>
          <a:xfrm>
            <a:off x="267818" y="632376"/>
            <a:ext cx="2008657" cy="400110"/>
          </a:xfrm>
          <a:prstGeom prst="rect">
            <a:avLst/>
          </a:prstGeom>
          <a:noFill/>
        </p:spPr>
        <p:txBody>
          <a:bodyPr wrap="square">
            <a:spAutoFit/>
          </a:bodyPr>
          <a:lstStyle/>
          <a:p>
            <a:pPr algn="ctr"/>
            <a:r>
              <a:rPr lang="fr-FR" sz="1000" dirty="0">
                <a:latin typeface="Pangolin" panose="00000500000000000000" pitchFamily="2" charset="0"/>
              </a:rPr>
              <a:t>Salut grand-père, puis-je te demander quelque chose ?</a:t>
            </a:r>
            <a:endParaRPr lang="de-AT" sz="1000" dirty="0">
              <a:solidFill>
                <a:schemeClr val="tx1"/>
              </a:solidFill>
              <a:latin typeface="Pangolin" panose="00000500000000000000" pitchFamily="2" charset="0"/>
            </a:endParaRPr>
          </a:p>
        </p:txBody>
      </p:sp>
      <p:sp>
        <p:nvSpPr>
          <p:cNvPr id="14" name="Textfeld 13">
            <a:extLst>
              <a:ext uri="{FF2B5EF4-FFF2-40B4-BE49-F238E27FC236}">
                <a16:creationId xmlns:a16="http://schemas.microsoft.com/office/drawing/2014/main" id="{824B6FC0-8E52-49E0-A42F-5819DA76490E}"/>
              </a:ext>
            </a:extLst>
          </p:cNvPr>
          <p:cNvSpPr txBox="1"/>
          <p:nvPr/>
        </p:nvSpPr>
        <p:spPr>
          <a:xfrm>
            <a:off x="1498599" y="1368699"/>
            <a:ext cx="650875" cy="246221"/>
          </a:xfrm>
          <a:prstGeom prst="rect">
            <a:avLst/>
          </a:prstGeom>
          <a:noFill/>
        </p:spPr>
        <p:txBody>
          <a:bodyPr wrap="square">
            <a:spAutoFit/>
          </a:bodyPr>
          <a:lstStyle/>
          <a:p>
            <a:pPr algn="ctr"/>
            <a:r>
              <a:rPr lang="de-DE" sz="1000">
                <a:latin typeface="Pangolin" panose="00000500000000000000" pitchFamily="2" charset="0"/>
              </a:rPr>
              <a:t>Bien sûr</a:t>
            </a:r>
            <a:endParaRPr lang="de-AT" sz="1000" dirty="0">
              <a:solidFill>
                <a:schemeClr val="tx1"/>
              </a:solidFill>
              <a:latin typeface="Pangolin" panose="00000500000000000000" pitchFamily="2" charset="0"/>
            </a:endParaRPr>
          </a:p>
        </p:txBody>
      </p:sp>
      <p:sp>
        <p:nvSpPr>
          <p:cNvPr id="13" name="Textfeld 12">
            <a:extLst>
              <a:ext uri="{FF2B5EF4-FFF2-40B4-BE49-F238E27FC236}">
                <a16:creationId xmlns:a16="http://schemas.microsoft.com/office/drawing/2014/main" id="{CCCEDD10-4885-4751-AC24-8FB3D31ED69E}"/>
              </a:ext>
            </a:extLst>
          </p:cNvPr>
          <p:cNvSpPr txBox="1"/>
          <p:nvPr/>
        </p:nvSpPr>
        <p:spPr>
          <a:xfrm>
            <a:off x="2451100" y="590449"/>
            <a:ext cx="1984375" cy="707886"/>
          </a:xfrm>
          <a:prstGeom prst="rect">
            <a:avLst/>
          </a:prstGeom>
          <a:noFill/>
        </p:spPr>
        <p:txBody>
          <a:bodyPr wrap="square">
            <a:spAutoFit/>
          </a:bodyPr>
          <a:lstStyle/>
          <a:p>
            <a:pPr algn="ctr"/>
            <a:r>
              <a:rPr lang="fr-FR" sz="1000" dirty="0">
                <a:latin typeface="Pangolin" panose="00000500000000000000" pitchFamily="2" charset="0"/>
              </a:rPr>
              <a:t>Comme devoir, je dois décrire un scénario en utilisant une notation mathématique. </a:t>
            </a:r>
            <a:br>
              <a:rPr lang="fr-FR" sz="1000" dirty="0">
                <a:latin typeface="Pangolin" panose="00000500000000000000" pitchFamily="2" charset="0"/>
              </a:rPr>
            </a:br>
            <a:r>
              <a:rPr lang="fr-FR" sz="1000" dirty="0">
                <a:latin typeface="Pangolin" panose="00000500000000000000" pitchFamily="2" charset="0"/>
              </a:rPr>
              <a:t>Mais je ne sais pas comment faire.</a:t>
            </a:r>
            <a:endParaRPr lang="de-AT" sz="1000" dirty="0">
              <a:solidFill>
                <a:schemeClr val="tx1"/>
              </a:solidFill>
              <a:latin typeface="Pangolin" panose="00000500000000000000" pitchFamily="2" charset="0"/>
            </a:endParaRPr>
          </a:p>
        </p:txBody>
      </p:sp>
      <p:sp>
        <p:nvSpPr>
          <p:cNvPr id="15" name="Textfeld 14">
            <a:extLst>
              <a:ext uri="{FF2B5EF4-FFF2-40B4-BE49-F238E27FC236}">
                <a16:creationId xmlns:a16="http://schemas.microsoft.com/office/drawing/2014/main" id="{1FC76032-6472-42A7-9F81-6EDD70FC8732}"/>
              </a:ext>
            </a:extLst>
          </p:cNvPr>
          <p:cNvSpPr txBox="1"/>
          <p:nvPr/>
        </p:nvSpPr>
        <p:spPr>
          <a:xfrm>
            <a:off x="3756024" y="1469584"/>
            <a:ext cx="666751" cy="246221"/>
          </a:xfrm>
          <a:prstGeom prst="rect">
            <a:avLst/>
          </a:prstGeom>
          <a:noFill/>
        </p:spPr>
        <p:txBody>
          <a:bodyPr wrap="square">
            <a:spAutoFit/>
          </a:bodyPr>
          <a:lstStyle/>
          <a:p>
            <a:pPr algn="ctr"/>
            <a:r>
              <a:rPr lang="de-DE" sz="1000">
                <a:latin typeface="Pangolin" panose="00000500000000000000" pitchFamily="2" charset="0"/>
              </a:rPr>
              <a:t>Um...</a:t>
            </a:r>
            <a:endParaRPr lang="de-AT" sz="1000" dirty="0">
              <a:solidFill>
                <a:schemeClr val="tx1"/>
              </a:solidFill>
              <a:latin typeface="Pangolin" panose="00000500000000000000" pitchFamily="2" charset="0"/>
            </a:endParaRPr>
          </a:p>
        </p:txBody>
      </p:sp>
      <p:sp>
        <p:nvSpPr>
          <p:cNvPr id="17" name="Textfeld 16">
            <a:extLst>
              <a:ext uri="{FF2B5EF4-FFF2-40B4-BE49-F238E27FC236}">
                <a16:creationId xmlns:a16="http://schemas.microsoft.com/office/drawing/2014/main" id="{06E55F0D-1374-442B-8C82-48FCEA4796A4}"/>
              </a:ext>
            </a:extLst>
          </p:cNvPr>
          <p:cNvSpPr txBox="1"/>
          <p:nvPr/>
        </p:nvSpPr>
        <p:spPr>
          <a:xfrm>
            <a:off x="4690035" y="563077"/>
            <a:ext cx="1837766" cy="707886"/>
          </a:xfrm>
          <a:prstGeom prst="rect">
            <a:avLst/>
          </a:prstGeom>
          <a:noFill/>
        </p:spPr>
        <p:txBody>
          <a:bodyPr wrap="square">
            <a:spAutoFit/>
          </a:bodyPr>
          <a:lstStyle/>
          <a:p>
            <a:pPr algn="ctr"/>
            <a:r>
              <a:rPr lang="fr-FR" sz="1000" dirty="0">
                <a:latin typeface="Pangolin" panose="00000500000000000000" pitchFamily="2" charset="0"/>
              </a:rPr>
              <a:t>Tu sais quoi ? Poursuivons cette discussion pendant que nous déjeunons. Je t’invite au restaurant en bas de la rue ?</a:t>
            </a:r>
            <a:endParaRPr lang="de-AT" sz="1000" dirty="0">
              <a:solidFill>
                <a:schemeClr val="tx1"/>
              </a:solidFill>
              <a:latin typeface="Pangolin" panose="00000500000000000000" pitchFamily="2" charset="0"/>
            </a:endParaRPr>
          </a:p>
        </p:txBody>
      </p:sp>
      <p:sp>
        <p:nvSpPr>
          <p:cNvPr id="19" name="Textfeld 18">
            <a:extLst>
              <a:ext uri="{FF2B5EF4-FFF2-40B4-BE49-F238E27FC236}">
                <a16:creationId xmlns:a16="http://schemas.microsoft.com/office/drawing/2014/main" id="{EAFCC845-7912-40D3-ABE8-DEC2E9DD0B0B}"/>
              </a:ext>
            </a:extLst>
          </p:cNvPr>
          <p:cNvSpPr txBox="1"/>
          <p:nvPr/>
        </p:nvSpPr>
        <p:spPr>
          <a:xfrm>
            <a:off x="415926" y="3889900"/>
            <a:ext cx="1463674" cy="553998"/>
          </a:xfrm>
          <a:prstGeom prst="rect">
            <a:avLst/>
          </a:prstGeom>
          <a:noFill/>
        </p:spPr>
        <p:txBody>
          <a:bodyPr wrap="square">
            <a:spAutoFit/>
          </a:bodyPr>
          <a:lstStyle/>
          <a:p>
            <a:pPr algn="ctr"/>
            <a:r>
              <a:rPr lang="fr-FR" sz="1000" dirty="0">
                <a:latin typeface="Pangolin" panose="00000500000000000000" pitchFamily="2" charset="0"/>
              </a:rPr>
              <a:t>Pourquoi allons-nous au restaurant pour parler de mes devoirs ?</a:t>
            </a:r>
            <a:endParaRPr lang="de-AT" sz="1000" dirty="0">
              <a:solidFill>
                <a:schemeClr val="tx1"/>
              </a:solidFill>
              <a:latin typeface="Pangolin" panose="00000500000000000000" pitchFamily="2" charset="0"/>
            </a:endParaRPr>
          </a:p>
        </p:txBody>
      </p:sp>
      <p:sp>
        <p:nvSpPr>
          <p:cNvPr id="26" name="Textfeld 25">
            <a:extLst>
              <a:ext uri="{FF2B5EF4-FFF2-40B4-BE49-F238E27FC236}">
                <a16:creationId xmlns:a16="http://schemas.microsoft.com/office/drawing/2014/main" id="{B6037A6F-86BA-497F-AF88-9A18F21E9A4B}"/>
              </a:ext>
            </a:extLst>
          </p:cNvPr>
          <p:cNvSpPr txBox="1"/>
          <p:nvPr/>
        </p:nvSpPr>
        <p:spPr>
          <a:xfrm>
            <a:off x="4546600" y="3682436"/>
            <a:ext cx="2152650" cy="400110"/>
          </a:xfrm>
          <a:prstGeom prst="rect">
            <a:avLst/>
          </a:prstGeom>
          <a:noFill/>
        </p:spPr>
        <p:txBody>
          <a:bodyPr wrap="square">
            <a:spAutoFit/>
          </a:bodyPr>
          <a:lstStyle/>
          <a:p>
            <a:pPr algn="ctr"/>
            <a:r>
              <a:rPr lang="fr-FR" sz="1000" dirty="0">
                <a:latin typeface="Pangolin" panose="00000500000000000000" pitchFamily="2" charset="0"/>
              </a:rPr>
              <a:t>Tu avais besoin d'un scénario. Je pense que ce sera un bon exemple.</a:t>
            </a:r>
            <a:endParaRPr lang="de-AT" sz="1000" dirty="0">
              <a:solidFill>
                <a:schemeClr val="tx1"/>
              </a:solidFill>
              <a:latin typeface="Pangolin" panose="00000500000000000000" pitchFamily="2" charset="0"/>
            </a:endParaRPr>
          </a:p>
        </p:txBody>
      </p:sp>
      <p:sp>
        <p:nvSpPr>
          <p:cNvPr id="27" name="Textfeld 26">
            <a:extLst>
              <a:ext uri="{FF2B5EF4-FFF2-40B4-BE49-F238E27FC236}">
                <a16:creationId xmlns:a16="http://schemas.microsoft.com/office/drawing/2014/main" id="{B7B59CE9-42CA-4364-836F-E0CA5AD66EC0}"/>
              </a:ext>
            </a:extLst>
          </p:cNvPr>
          <p:cNvSpPr txBox="1"/>
          <p:nvPr/>
        </p:nvSpPr>
        <p:spPr>
          <a:xfrm>
            <a:off x="459105" y="6865683"/>
            <a:ext cx="1186815" cy="400110"/>
          </a:xfrm>
          <a:prstGeom prst="rect">
            <a:avLst/>
          </a:prstGeom>
          <a:noFill/>
        </p:spPr>
        <p:txBody>
          <a:bodyPr wrap="square">
            <a:spAutoFit/>
          </a:bodyPr>
          <a:lstStyle/>
          <a:p>
            <a:pPr algn="ctr"/>
            <a:r>
              <a:rPr lang="fr-FR" sz="1000" dirty="0">
                <a:latin typeface="Pangolin" panose="00000500000000000000" pitchFamily="2" charset="0"/>
              </a:rPr>
              <a:t>Tu vois le serveur là-bas ?</a:t>
            </a:r>
            <a:endParaRPr lang="de-AT" sz="1000" dirty="0">
              <a:solidFill>
                <a:schemeClr val="tx1"/>
              </a:solidFill>
              <a:latin typeface="Pangolin" panose="00000500000000000000" pitchFamily="2" charset="0"/>
            </a:endParaRPr>
          </a:p>
        </p:txBody>
      </p:sp>
      <p:sp>
        <p:nvSpPr>
          <p:cNvPr id="29" name="Textfeld 28">
            <a:extLst>
              <a:ext uri="{FF2B5EF4-FFF2-40B4-BE49-F238E27FC236}">
                <a16:creationId xmlns:a16="http://schemas.microsoft.com/office/drawing/2014/main" id="{461F8110-EB40-4652-9204-0B7E3CE13507}"/>
              </a:ext>
            </a:extLst>
          </p:cNvPr>
          <p:cNvSpPr txBox="1"/>
          <p:nvPr/>
        </p:nvSpPr>
        <p:spPr>
          <a:xfrm>
            <a:off x="2397124" y="6771593"/>
            <a:ext cx="2051049" cy="553998"/>
          </a:xfrm>
          <a:prstGeom prst="rect">
            <a:avLst/>
          </a:prstGeom>
          <a:noFill/>
        </p:spPr>
        <p:txBody>
          <a:bodyPr wrap="square">
            <a:spAutoFit/>
          </a:bodyPr>
          <a:lstStyle/>
          <a:p>
            <a:pPr algn="ctr"/>
            <a:r>
              <a:rPr lang="fr-FR" sz="1000">
                <a:latin typeface="Pangolin" panose="00000500000000000000" pitchFamily="2" charset="0"/>
              </a:rPr>
              <a:t>Il se promène dans tout le restaurant en prenant les commandes des clients.</a:t>
            </a:r>
            <a:endParaRPr lang="de-AT" sz="1000" dirty="0">
              <a:solidFill>
                <a:schemeClr val="tx1"/>
              </a:solidFill>
              <a:latin typeface="Pangolin" panose="00000500000000000000" pitchFamily="2" charset="0"/>
            </a:endParaRPr>
          </a:p>
        </p:txBody>
      </p:sp>
      <p:sp>
        <p:nvSpPr>
          <p:cNvPr id="30" name="Textfeld 29">
            <a:extLst>
              <a:ext uri="{FF2B5EF4-FFF2-40B4-BE49-F238E27FC236}">
                <a16:creationId xmlns:a16="http://schemas.microsoft.com/office/drawing/2014/main" id="{1C881E28-81CC-43CA-B8EA-1F672F1D4615}"/>
              </a:ext>
            </a:extLst>
          </p:cNvPr>
          <p:cNvSpPr txBox="1"/>
          <p:nvPr/>
        </p:nvSpPr>
        <p:spPr>
          <a:xfrm>
            <a:off x="2441737" y="7590882"/>
            <a:ext cx="1212687" cy="400110"/>
          </a:xfrm>
          <a:prstGeom prst="rect">
            <a:avLst/>
          </a:prstGeom>
          <a:noFill/>
        </p:spPr>
        <p:txBody>
          <a:bodyPr wrap="square">
            <a:spAutoFit/>
          </a:bodyPr>
          <a:lstStyle/>
          <a:p>
            <a:pPr algn="ctr"/>
            <a:r>
              <a:rPr lang="pt-BR" sz="1000" dirty="0">
                <a:latin typeface="Pangolin" panose="00000500000000000000" pitchFamily="2" charset="0"/>
              </a:rPr>
              <a:t>Que voulez-vous aujourd’hui ?</a:t>
            </a:r>
            <a:endParaRPr lang="de-AT" sz="1000" dirty="0">
              <a:solidFill>
                <a:schemeClr val="tx1"/>
              </a:solidFill>
              <a:latin typeface="Pangolin" panose="00000500000000000000" pitchFamily="2" charset="0"/>
            </a:endParaRPr>
          </a:p>
        </p:txBody>
      </p:sp>
      <p:sp>
        <p:nvSpPr>
          <p:cNvPr id="31" name="Textfeld 30">
            <a:extLst>
              <a:ext uri="{FF2B5EF4-FFF2-40B4-BE49-F238E27FC236}">
                <a16:creationId xmlns:a16="http://schemas.microsoft.com/office/drawing/2014/main" id="{E051E2C7-DC20-4060-B695-6707A6508000}"/>
              </a:ext>
            </a:extLst>
          </p:cNvPr>
          <p:cNvSpPr txBox="1"/>
          <p:nvPr/>
        </p:nvSpPr>
        <p:spPr>
          <a:xfrm>
            <a:off x="4515012" y="6798452"/>
            <a:ext cx="2203288" cy="246221"/>
          </a:xfrm>
          <a:prstGeom prst="rect">
            <a:avLst/>
          </a:prstGeom>
          <a:noFill/>
        </p:spPr>
        <p:txBody>
          <a:bodyPr wrap="square">
            <a:spAutoFit/>
          </a:bodyPr>
          <a:lstStyle/>
          <a:p>
            <a:pPr algn="ctr"/>
            <a:r>
              <a:rPr lang="fr-FR" sz="1000">
                <a:latin typeface="Pangolin" panose="00000500000000000000" pitchFamily="2" charset="0"/>
              </a:rPr>
              <a:t>Pour moi, une salade, s’il vous plaît.</a:t>
            </a:r>
            <a:endParaRPr lang="de-AT" sz="1000" dirty="0">
              <a:solidFill>
                <a:schemeClr val="tx1"/>
              </a:solidFill>
              <a:latin typeface="Pangolin" panose="00000500000000000000" pitchFamily="2" charset="0"/>
            </a:endParaRPr>
          </a:p>
        </p:txBody>
      </p:sp>
      <p:sp>
        <p:nvSpPr>
          <p:cNvPr id="32" name="Textfeld 31">
            <a:extLst>
              <a:ext uri="{FF2B5EF4-FFF2-40B4-BE49-F238E27FC236}">
                <a16:creationId xmlns:a16="http://schemas.microsoft.com/office/drawing/2014/main" id="{B53E7053-BA1E-4399-9E83-539B44F36339}"/>
              </a:ext>
            </a:extLst>
          </p:cNvPr>
          <p:cNvSpPr txBox="1"/>
          <p:nvPr/>
        </p:nvSpPr>
        <p:spPr>
          <a:xfrm>
            <a:off x="4949089" y="7342559"/>
            <a:ext cx="1359635" cy="400110"/>
          </a:xfrm>
          <a:prstGeom prst="rect">
            <a:avLst/>
          </a:prstGeom>
          <a:noFill/>
        </p:spPr>
        <p:txBody>
          <a:bodyPr wrap="square">
            <a:spAutoFit/>
          </a:bodyPr>
          <a:lstStyle/>
          <a:p>
            <a:pPr algn="ctr"/>
            <a:r>
              <a:rPr lang="fr-FR" sz="1000" dirty="0">
                <a:latin typeface="Pangolin" panose="00000500000000000000" pitchFamily="2" charset="0"/>
              </a:rPr>
              <a:t>Du poisson et des pommes de terre !</a:t>
            </a:r>
            <a:endParaRPr lang="de-AT" sz="1000" dirty="0">
              <a:solidFill>
                <a:schemeClr val="tx1"/>
              </a:solidFill>
              <a:latin typeface="Pangolin" panose="00000500000000000000" pitchFamily="2" charset="0"/>
            </a:endParaRPr>
          </a:p>
        </p:txBody>
      </p:sp>
      <p:sp>
        <p:nvSpPr>
          <p:cNvPr id="33" name="Textfeld 32">
            <a:extLst>
              <a:ext uri="{FF2B5EF4-FFF2-40B4-BE49-F238E27FC236}">
                <a16:creationId xmlns:a16="http://schemas.microsoft.com/office/drawing/2014/main" id="{5ED9E0F0-71E0-4370-A870-8E0A52A50FAA}"/>
              </a:ext>
            </a:extLst>
          </p:cNvPr>
          <p:cNvSpPr txBox="1">
            <a:spLocks noGrp="1"/>
          </p:cNvSpPr>
          <p:nvPr>
            <p:ph type="title" idx="4294967295"/>
          </p:nvPr>
        </p:nvSpPr>
        <p:spPr>
          <a:xfrm>
            <a:off x="4939686" y="9158258"/>
            <a:ext cx="1181714" cy="400110"/>
          </a:xfrm>
          <a:prstGeom prst="rect">
            <a:avLst/>
          </a:prstGeom>
          <a:noFill/>
          <a:ln>
            <a:noFill/>
            <a:prstDash/>
          </a:ln>
          <a:effectLst/>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pPr lvl="0" algn="ctr" defTabSz="457200">
              <a:lnSpc>
                <a:spcPct val="100000"/>
              </a:lnSpc>
              <a:spcBef>
                <a:spcPts val="0"/>
              </a:spcBef>
              <a:defRPr/>
            </a:pPr>
            <a:r>
              <a:rPr lang="fr-FR" sz="1000">
                <a:latin typeface="Pangolin" panose="00000500000000000000" pitchFamily="2" charset="0"/>
                <a:ea typeface="+mn-ea"/>
                <a:cs typeface="+mn-cs"/>
              </a:rPr>
              <a:t>Je vais essayer le magret de canard.</a:t>
            </a:r>
            <a:endParaRPr kumimoji="0" lang="de-AT" sz="1000" b="0" i="0" u="none" strike="noStrike" kern="1200" cap="none" spc="0" normalizeH="0" baseline="0" noProof="0" dirty="0">
              <a:ln>
                <a:noFill/>
              </a:ln>
              <a:solidFill>
                <a:schemeClr val="tx1"/>
              </a:solidFill>
              <a:effectLst/>
              <a:uLnTx/>
              <a:uFillTx/>
              <a:latin typeface="Pangolin" panose="00000500000000000000" pitchFamily="2" charset="0"/>
              <a:ea typeface="+mn-ea"/>
              <a:cs typeface="+mn-cs"/>
            </a:endParaRPr>
          </a:p>
        </p:txBody>
      </p:sp>
    </p:spTree>
    <p:extLst>
      <p:ext uri="{BB962C8B-B14F-4D97-AF65-F5344CB8AC3E}">
        <p14:creationId xmlns:p14="http://schemas.microsoft.com/office/powerpoint/2010/main" val="1310685907"/>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bg>
      <p:bgPr>
        <a:blipFill dpi="0" rotWithShape="1">
          <a:blip r:embed="rId2">
            <a:lum/>
          </a:blip>
          <a:srcRect/>
          <a:stretch>
            <a:fillRect/>
          </a:stretch>
        </a:blipFill>
        <a:effectLst/>
      </p:bgPr>
    </p:bg>
    <p:spTree>
      <p:nvGrpSpPr>
        <p:cNvPr id="1" name=""/>
        <p:cNvGrpSpPr/>
        <p:nvPr/>
      </p:nvGrpSpPr>
      <p:grpSpPr>
        <a:xfrm>
          <a:off x="0" y="0"/>
          <a:ext cx="0" cy="0"/>
          <a:chOff x="0" y="0"/>
          <a:chExt cx="0" cy="0"/>
        </a:xfrm>
      </p:grpSpPr>
      <p:sp>
        <p:nvSpPr>
          <p:cNvPr id="32" name="Rectangle 31">
            <a:extLst>
              <a:ext uri="{FF2B5EF4-FFF2-40B4-BE49-F238E27FC236}">
                <a16:creationId xmlns:a16="http://schemas.microsoft.com/office/drawing/2014/main" id="{AC1F1A3A-B4DE-6FED-6882-1A9265F2BFA6}"/>
              </a:ext>
              <a:ext uri="{C183D7F6-B498-43B3-948B-1728B52AA6E4}">
                <adec:decorative xmlns:adec="http://schemas.microsoft.com/office/drawing/2017/decorative" val="1"/>
              </a:ext>
            </a:extLst>
          </p:cNvPr>
          <p:cNvSpPr/>
          <p:nvPr/>
        </p:nvSpPr>
        <p:spPr>
          <a:xfrm>
            <a:off x="240868" y="543107"/>
            <a:ext cx="2034784" cy="2931930"/>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pt-BR"/>
          </a:p>
        </p:txBody>
      </p:sp>
      <p:pic>
        <p:nvPicPr>
          <p:cNvPr id="40" name="Grafik 39">
            <a:extLst>
              <a:ext uri="{FF2B5EF4-FFF2-40B4-BE49-F238E27FC236}">
                <a16:creationId xmlns:a16="http://schemas.microsoft.com/office/drawing/2014/main" id="{DAFE9B8B-8ED1-8BC1-8CDB-FCA08A438B33}"/>
              </a:ext>
              <a:ext uri="{C183D7F6-B498-43B3-948B-1728B52AA6E4}">
                <adec:decorative xmlns:adec="http://schemas.microsoft.com/office/drawing/2017/decorative" val="1"/>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11968" y="7942"/>
            <a:ext cx="6858000" cy="9905385"/>
          </a:xfrm>
          <a:prstGeom prst="rect">
            <a:avLst/>
          </a:prstGeom>
        </p:spPr>
      </p:pic>
      <p:pic>
        <p:nvPicPr>
          <p:cNvPr id="31" name="Picture 30">
            <a:extLst>
              <a:ext uri="{FF2B5EF4-FFF2-40B4-BE49-F238E27FC236}">
                <a16:creationId xmlns:a16="http://schemas.microsoft.com/office/drawing/2014/main" id="{0668D524-FF59-86C7-F284-23FC5CE72C9B}"/>
              </a:ext>
              <a:ext uri="{C183D7F6-B498-43B3-948B-1728B52AA6E4}">
                <adec:decorative xmlns:adec="http://schemas.microsoft.com/office/drawing/2017/decorative" val="1"/>
              </a:ext>
            </a:extLst>
          </p:cNvPr>
          <p:cNvPicPr>
            <a:picLocks noChangeAspect="1"/>
          </p:cNvPicPr>
          <p:nvPr/>
        </p:nvPicPr>
        <p:blipFill>
          <a:blip r:embed="rId4">
            <a:extLst>
              <a:ext uri="{28A0092B-C50C-407E-A947-70E740481C1C}">
                <a14:useLocalDpi xmlns:a14="http://schemas.microsoft.com/office/drawing/2010/main" val="0"/>
              </a:ext>
            </a:extLst>
          </a:blip>
          <a:stretch>
            <a:fillRect/>
          </a:stretch>
        </p:blipFill>
        <p:spPr>
          <a:xfrm>
            <a:off x="167356" y="1225713"/>
            <a:ext cx="2127346" cy="2337318"/>
          </a:xfrm>
          <a:prstGeom prst="rect">
            <a:avLst/>
          </a:prstGeom>
        </p:spPr>
      </p:pic>
      <p:sp>
        <p:nvSpPr>
          <p:cNvPr id="8" name="Rechteck 7">
            <a:extLst>
              <a:ext uri="{FF2B5EF4-FFF2-40B4-BE49-F238E27FC236}">
                <a16:creationId xmlns:a16="http://schemas.microsoft.com/office/drawing/2014/main" id="{7A4221AB-8C7D-42B5-BB12-1928B4339DAD}"/>
              </a:ext>
              <a:ext uri="{C183D7F6-B498-43B3-948B-1728B52AA6E4}">
                <adec:decorative xmlns:adec="http://schemas.microsoft.com/office/drawing/2017/decorative" val="1"/>
              </a:ext>
            </a:extLst>
          </p:cNvPr>
          <p:cNvSpPr/>
          <p:nvPr/>
        </p:nvSpPr>
        <p:spPr>
          <a:xfrm>
            <a:off x="2267431" y="1749376"/>
            <a:ext cx="135032" cy="4822874"/>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de-AT"/>
          </a:p>
        </p:txBody>
      </p:sp>
      <p:sp>
        <p:nvSpPr>
          <p:cNvPr id="9" name="Rechteck 8">
            <a:extLst>
              <a:ext uri="{FF2B5EF4-FFF2-40B4-BE49-F238E27FC236}">
                <a16:creationId xmlns:a16="http://schemas.microsoft.com/office/drawing/2014/main" id="{DF124154-31C6-431C-896B-FB281F72C63C}"/>
              </a:ext>
              <a:ext uri="{C183D7F6-B498-43B3-948B-1728B52AA6E4}">
                <adec:decorative xmlns:adec="http://schemas.microsoft.com/office/drawing/2017/decorative" val="1"/>
              </a:ext>
            </a:extLst>
          </p:cNvPr>
          <p:cNvSpPr/>
          <p:nvPr/>
        </p:nvSpPr>
        <p:spPr>
          <a:xfrm rot="16200000">
            <a:off x="-4522028" y="4918564"/>
            <a:ext cx="9293154" cy="232637"/>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de-AT"/>
          </a:p>
        </p:txBody>
      </p:sp>
      <p:sp>
        <p:nvSpPr>
          <p:cNvPr id="7" name="Rechteck 6">
            <a:extLst>
              <a:ext uri="{FF2B5EF4-FFF2-40B4-BE49-F238E27FC236}">
                <a16:creationId xmlns:a16="http://schemas.microsoft.com/office/drawing/2014/main" id="{9DC15F78-FF3D-4713-9A0F-8F987CF88EDB}"/>
              </a:ext>
              <a:ext uri="{C183D7F6-B498-43B3-948B-1728B52AA6E4}">
                <adec:decorative xmlns:adec="http://schemas.microsoft.com/office/drawing/2017/decorative" val="1"/>
              </a:ext>
            </a:extLst>
          </p:cNvPr>
          <p:cNvSpPr/>
          <p:nvPr/>
        </p:nvSpPr>
        <p:spPr>
          <a:xfrm>
            <a:off x="4454525" y="989045"/>
            <a:ext cx="127000" cy="2345094"/>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de-AT"/>
          </a:p>
        </p:txBody>
      </p:sp>
      <p:sp>
        <p:nvSpPr>
          <p:cNvPr id="15" name="Rechteck 14">
            <a:extLst>
              <a:ext uri="{FF2B5EF4-FFF2-40B4-BE49-F238E27FC236}">
                <a16:creationId xmlns:a16="http://schemas.microsoft.com/office/drawing/2014/main" id="{46603D6A-0AD8-4A93-851A-352A345B7962}"/>
              </a:ext>
              <a:ext uri="{C183D7F6-B498-43B3-948B-1728B52AA6E4}">
                <adec:decorative xmlns:adec="http://schemas.microsoft.com/office/drawing/2017/decorative" val="1"/>
              </a:ext>
            </a:extLst>
          </p:cNvPr>
          <p:cNvSpPr/>
          <p:nvPr/>
        </p:nvSpPr>
        <p:spPr>
          <a:xfrm>
            <a:off x="225425" y="6730298"/>
            <a:ext cx="2051050" cy="2951163"/>
          </a:xfrm>
          <a:custGeom>
            <a:avLst/>
            <a:gdLst>
              <a:gd name="connsiteX0" fmla="*/ 0 w 2051050"/>
              <a:gd name="connsiteY0" fmla="*/ 0 h 2951163"/>
              <a:gd name="connsiteX1" fmla="*/ 622152 w 2051050"/>
              <a:gd name="connsiteY1" fmla="*/ 0 h 2951163"/>
              <a:gd name="connsiteX2" fmla="*/ 1264814 w 2051050"/>
              <a:gd name="connsiteY2" fmla="*/ 0 h 2951163"/>
              <a:gd name="connsiteX3" fmla="*/ 2051050 w 2051050"/>
              <a:gd name="connsiteY3" fmla="*/ 0 h 2951163"/>
              <a:gd name="connsiteX4" fmla="*/ 2051050 w 2051050"/>
              <a:gd name="connsiteY4" fmla="*/ 560721 h 2951163"/>
              <a:gd name="connsiteX5" fmla="*/ 2051050 w 2051050"/>
              <a:gd name="connsiteY5" fmla="*/ 1209977 h 2951163"/>
              <a:gd name="connsiteX6" fmla="*/ 2051050 w 2051050"/>
              <a:gd name="connsiteY6" fmla="*/ 1711675 h 2951163"/>
              <a:gd name="connsiteX7" fmla="*/ 2051050 w 2051050"/>
              <a:gd name="connsiteY7" fmla="*/ 2242884 h 2951163"/>
              <a:gd name="connsiteX8" fmla="*/ 2051050 w 2051050"/>
              <a:gd name="connsiteY8" fmla="*/ 2951163 h 2951163"/>
              <a:gd name="connsiteX9" fmla="*/ 1428898 w 2051050"/>
              <a:gd name="connsiteY9" fmla="*/ 2951163 h 2951163"/>
              <a:gd name="connsiteX10" fmla="*/ 786236 w 2051050"/>
              <a:gd name="connsiteY10" fmla="*/ 2951163 h 2951163"/>
              <a:gd name="connsiteX11" fmla="*/ 0 w 2051050"/>
              <a:gd name="connsiteY11" fmla="*/ 2951163 h 2951163"/>
              <a:gd name="connsiteX12" fmla="*/ 0 w 2051050"/>
              <a:gd name="connsiteY12" fmla="*/ 2449465 h 2951163"/>
              <a:gd name="connsiteX13" fmla="*/ 0 w 2051050"/>
              <a:gd name="connsiteY13" fmla="*/ 1829721 h 2951163"/>
              <a:gd name="connsiteX14" fmla="*/ 0 w 2051050"/>
              <a:gd name="connsiteY14" fmla="*/ 1239488 h 2951163"/>
              <a:gd name="connsiteX15" fmla="*/ 0 w 2051050"/>
              <a:gd name="connsiteY15" fmla="*/ 708279 h 2951163"/>
              <a:gd name="connsiteX16" fmla="*/ 0 w 2051050"/>
              <a:gd name="connsiteY16" fmla="*/ 0 h 295116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Lst>
            <a:rect l="l" t="t" r="r" b="b"/>
            <a:pathLst>
              <a:path w="2051050" h="2951163" extrusionOk="0">
                <a:moveTo>
                  <a:pt x="0" y="0"/>
                </a:moveTo>
                <a:cubicBezTo>
                  <a:pt x="306279" y="21950"/>
                  <a:pt x="339620" y="1228"/>
                  <a:pt x="622152" y="0"/>
                </a:cubicBezTo>
                <a:cubicBezTo>
                  <a:pt x="904684" y="-1228"/>
                  <a:pt x="1011457" y="20320"/>
                  <a:pt x="1264814" y="0"/>
                </a:cubicBezTo>
                <a:cubicBezTo>
                  <a:pt x="1518171" y="-20320"/>
                  <a:pt x="1857420" y="-30729"/>
                  <a:pt x="2051050" y="0"/>
                </a:cubicBezTo>
                <a:cubicBezTo>
                  <a:pt x="2063232" y="245709"/>
                  <a:pt x="2041507" y="343479"/>
                  <a:pt x="2051050" y="560721"/>
                </a:cubicBezTo>
                <a:cubicBezTo>
                  <a:pt x="2060593" y="777963"/>
                  <a:pt x="2080940" y="886218"/>
                  <a:pt x="2051050" y="1209977"/>
                </a:cubicBezTo>
                <a:cubicBezTo>
                  <a:pt x="2021160" y="1533736"/>
                  <a:pt x="2044051" y="1542940"/>
                  <a:pt x="2051050" y="1711675"/>
                </a:cubicBezTo>
                <a:cubicBezTo>
                  <a:pt x="2058049" y="1880410"/>
                  <a:pt x="2060947" y="2114975"/>
                  <a:pt x="2051050" y="2242884"/>
                </a:cubicBezTo>
                <a:cubicBezTo>
                  <a:pt x="2041153" y="2370793"/>
                  <a:pt x="2081957" y="2753717"/>
                  <a:pt x="2051050" y="2951163"/>
                </a:cubicBezTo>
                <a:cubicBezTo>
                  <a:pt x="1910115" y="2975025"/>
                  <a:pt x="1602720" y="2978995"/>
                  <a:pt x="1428898" y="2951163"/>
                </a:cubicBezTo>
                <a:cubicBezTo>
                  <a:pt x="1255076" y="2923331"/>
                  <a:pt x="924160" y="2933002"/>
                  <a:pt x="786236" y="2951163"/>
                </a:cubicBezTo>
                <a:cubicBezTo>
                  <a:pt x="648312" y="2969324"/>
                  <a:pt x="370261" y="2923618"/>
                  <a:pt x="0" y="2951163"/>
                </a:cubicBezTo>
                <a:cubicBezTo>
                  <a:pt x="14797" y="2840414"/>
                  <a:pt x="24747" y="2604392"/>
                  <a:pt x="0" y="2449465"/>
                </a:cubicBezTo>
                <a:cubicBezTo>
                  <a:pt x="-24747" y="2294538"/>
                  <a:pt x="12162" y="2112558"/>
                  <a:pt x="0" y="1829721"/>
                </a:cubicBezTo>
                <a:cubicBezTo>
                  <a:pt x="-12162" y="1546884"/>
                  <a:pt x="8429" y="1364361"/>
                  <a:pt x="0" y="1239488"/>
                </a:cubicBezTo>
                <a:cubicBezTo>
                  <a:pt x="-8429" y="1114615"/>
                  <a:pt x="7141" y="949936"/>
                  <a:pt x="0" y="708279"/>
                </a:cubicBezTo>
                <a:cubicBezTo>
                  <a:pt x="-7141" y="466622"/>
                  <a:pt x="-34761" y="237017"/>
                  <a:pt x="0" y="0"/>
                </a:cubicBezTo>
                <a:close/>
              </a:path>
            </a:pathLst>
          </a:custGeom>
          <a:noFill/>
          <a:ln w="25400">
            <a:solidFill>
              <a:schemeClr val="tx1">
                <a:lumMod val="95000"/>
                <a:lumOff val="5000"/>
              </a:schemeClr>
            </a:solidFill>
            <a:extLst>
              <a:ext uri="{C807C97D-BFC1-408E-A445-0C87EB9F89A2}">
                <ask:lineSketchStyleProps xmlns:ask="http://schemas.microsoft.com/office/drawing/2018/sketchyshapes" sd="1762638383">
                  <a:prstGeom prst="rect">
                    <a:avLst/>
                  </a:prstGeom>
                  <ask:type>
                    <ask:lineSketchFreehand/>
                  </ask:type>
                </ask:lineSketchStyleProps>
              </a:ext>
            </a:extLst>
          </a:ln>
        </p:spPr>
        <p:style>
          <a:lnRef idx="2">
            <a:schemeClr val="accent3">
              <a:shade val="50000"/>
            </a:schemeClr>
          </a:lnRef>
          <a:fillRef idx="1">
            <a:schemeClr val="accent3"/>
          </a:fillRef>
          <a:effectRef idx="0">
            <a:schemeClr val="accent3"/>
          </a:effectRef>
          <a:fontRef idx="minor">
            <a:schemeClr val="lt1"/>
          </a:fontRef>
        </p:style>
        <p:txBody>
          <a:bodyPr rtlCol="0" anchor="ctr"/>
          <a:lstStyle/>
          <a:p>
            <a:pPr algn="ctr"/>
            <a:endParaRPr lang="de-AT" dirty="0"/>
          </a:p>
        </p:txBody>
      </p:sp>
      <p:sp>
        <p:nvSpPr>
          <p:cNvPr id="16" name="Rechteck 15">
            <a:extLst>
              <a:ext uri="{FF2B5EF4-FFF2-40B4-BE49-F238E27FC236}">
                <a16:creationId xmlns:a16="http://schemas.microsoft.com/office/drawing/2014/main" id="{A500D747-9A2C-4EFE-9B77-BE94D402E91E}"/>
              </a:ext>
              <a:ext uri="{C183D7F6-B498-43B3-948B-1728B52AA6E4}">
                <adec:decorative xmlns:adec="http://schemas.microsoft.com/office/drawing/2017/decorative" val="1"/>
              </a:ext>
            </a:extLst>
          </p:cNvPr>
          <p:cNvSpPr/>
          <p:nvPr/>
        </p:nvSpPr>
        <p:spPr>
          <a:xfrm>
            <a:off x="2403475" y="6730298"/>
            <a:ext cx="2051050" cy="2951163"/>
          </a:xfrm>
          <a:custGeom>
            <a:avLst/>
            <a:gdLst>
              <a:gd name="connsiteX0" fmla="*/ 0 w 2051050"/>
              <a:gd name="connsiteY0" fmla="*/ 0 h 2951163"/>
              <a:gd name="connsiteX1" fmla="*/ 622152 w 2051050"/>
              <a:gd name="connsiteY1" fmla="*/ 0 h 2951163"/>
              <a:gd name="connsiteX2" fmla="*/ 1264814 w 2051050"/>
              <a:gd name="connsiteY2" fmla="*/ 0 h 2951163"/>
              <a:gd name="connsiteX3" fmla="*/ 2051050 w 2051050"/>
              <a:gd name="connsiteY3" fmla="*/ 0 h 2951163"/>
              <a:gd name="connsiteX4" fmla="*/ 2051050 w 2051050"/>
              <a:gd name="connsiteY4" fmla="*/ 560721 h 2951163"/>
              <a:gd name="connsiteX5" fmla="*/ 2051050 w 2051050"/>
              <a:gd name="connsiteY5" fmla="*/ 1209977 h 2951163"/>
              <a:gd name="connsiteX6" fmla="*/ 2051050 w 2051050"/>
              <a:gd name="connsiteY6" fmla="*/ 1711675 h 2951163"/>
              <a:gd name="connsiteX7" fmla="*/ 2051050 w 2051050"/>
              <a:gd name="connsiteY7" fmla="*/ 2242884 h 2951163"/>
              <a:gd name="connsiteX8" fmla="*/ 2051050 w 2051050"/>
              <a:gd name="connsiteY8" fmla="*/ 2951163 h 2951163"/>
              <a:gd name="connsiteX9" fmla="*/ 1428898 w 2051050"/>
              <a:gd name="connsiteY9" fmla="*/ 2951163 h 2951163"/>
              <a:gd name="connsiteX10" fmla="*/ 786236 w 2051050"/>
              <a:gd name="connsiteY10" fmla="*/ 2951163 h 2951163"/>
              <a:gd name="connsiteX11" fmla="*/ 0 w 2051050"/>
              <a:gd name="connsiteY11" fmla="*/ 2951163 h 2951163"/>
              <a:gd name="connsiteX12" fmla="*/ 0 w 2051050"/>
              <a:gd name="connsiteY12" fmla="*/ 2449465 h 2951163"/>
              <a:gd name="connsiteX13" fmla="*/ 0 w 2051050"/>
              <a:gd name="connsiteY13" fmla="*/ 1829721 h 2951163"/>
              <a:gd name="connsiteX14" fmla="*/ 0 w 2051050"/>
              <a:gd name="connsiteY14" fmla="*/ 1239488 h 2951163"/>
              <a:gd name="connsiteX15" fmla="*/ 0 w 2051050"/>
              <a:gd name="connsiteY15" fmla="*/ 708279 h 2951163"/>
              <a:gd name="connsiteX16" fmla="*/ 0 w 2051050"/>
              <a:gd name="connsiteY16" fmla="*/ 0 h 295116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Lst>
            <a:rect l="l" t="t" r="r" b="b"/>
            <a:pathLst>
              <a:path w="2051050" h="2951163" extrusionOk="0">
                <a:moveTo>
                  <a:pt x="0" y="0"/>
                </a:moveTo>
                <a:cubicBezTo>
                  <a:pt x="306279" y="21950"/>
                  <a:pt x="339620" y="1228"/>
                  <a:pt x="622152" y="0"/>
                </a:cubicBezTo>
                <a:cubicBezTo>
                  <a:pt x="904684" y="-1228"/>
                  <a:pt x="1011457" y="20320"/>
                  <a:pt x="1264814" y="0"/>
                </a:cubicBezTo>
                <a:cubicBezTo>
                  <a:pt x="1518171" y="-20320"/>
                  <a:pt x="1857420" y="-30729"/>
                  <a:pt x="2051050" y="0"/>
                </a:cubicBezTo>
                <a:cubicBezTo>
                  <a:pt x="2063232" y="245709"/>
                  <a:pt x="2041507" y="343479"/>
                  <a:pt x="2051050" y="560721"/>
                </a:cubicBezTo>
                <a:cubicBezTo>
                  <a:pt x="2060593" y="777963"/>
                  <a:pt x="2080940" y="886218"/>
                  <a:pt x="2051050" y="1209977"/>
                </a:cubicBezTo>
                <a:cubicBezTo>
                  <a:pt x="2021160" y="1533736"/>
                  <a:pt x="2044051" y="1542940"/>
                  <a:pt x="2051050" y="1711675"/>
                </a:cubicBezTo>
                <a:cubicBezTo>
                  <a:pt x="2058049" y="1880410"/>
                  <a:pt x="2060947" y="2114975"/>
                  <a:pt x="2051050" y="2242884"/>
                </a:cubicBezTo>
                <a:cubicBezTo>
                  <a:pt x="2041153" y="2370793"/>
                  <a:pt x="2081957" y="2753717"/>
                  <a:pt x="2051050" y="2951163"/>
                </a:cubicBezTo>
                <a:cubicBezTo>
                  <a:pt x="1910115" y="2975025"/>
                  <a:pt x="1602720" y="2978995"/>
                  <a:pt x="1428898" y="2951163"/>
                </a:cubicBezTo>
                <a:cubicBezTo>
                  <a:pt x="1255076" y="2923331"/>
                  <a:pt x="924160" y="2933002"/>
                  <a:pt x="786236" y="2951163"/>
                </a:cubicBezTo>
                <a:cubicBezTo>
                  <a:pt x="648312" y="2969324"/>
                  <a:pt x="370261" y="2923618"/>
                  <a:pt x="0" y="2951163"/>
                </a:cubicBezTo>
                <a:cubicBezTo>
                  <a:pt x="14797" y="2840414"/>
                  <a:pt x="24747" y="2604392"/>
                  <a:pt x="0" y="2449465"/>
                </a:cubicBezTo>
                <a:cubicBezTo>
                  <a:pt x="-24747" y="2294538"/>
                  <a:pt x="12162" y="2112558"/>
                  <a:pt x="0" y="1829721"/>
                </a:cubicBezTo>
                <a:cubicBezTo>
                  <a:pt x="-12162" y="1546884"/>
                  <a:pt x="8429" y="1364361"/>
                  <a:pt x="0" y="1239488"/>
                </a:cubicBezTo>
                <a:cubicBezTo>
                  <a:pt x="-8429" y="1114615"/>
                  <a:pt x="7141" y="949936"/>
                  <a:pt x="0" y="708279"/>
                </a:cubicBezTo>
                <a:cubicBezTo>
                  <a:pt x="-7141" y="466622"/>
                  <a:pt x="-34761" y="237017"/>
                  <a:pt x="0" y="0"/>
                </a:cubicBezTo>
                <a:close/>
              </a:path>
            </a:pathLst>
          </a:custGeom>
          <a:noFill/>
          <a:ln w="25400">
            <a:solidFill>
              <a:schemeClr val="tx1">
                <a:lumMod val="95000"/>
                <a:lumOff val="5000"/>
              </a:schemeClr>
            </a:solidFill>
            <a:extLst>
              <a:ext uri="{C807C97D-BFC1-408E-A445-0C87EB9F89A2}">
                <ask:lineSketchStyleProps xmlns:ask="http://schemas.microsoft.com/office/drawing/2018/sketchyshapes" sd="1762638383">
                  <a:prstGeom prst="rect">
                    <a:avLst/>
                  </a:prstGeom>
                  <ask:type>
                    <ask:lineSketchFreehand/>
                  </ask:type>
                </ask:lineSketchStyleProps>
              </a:ext>
            </a:extLst>
          </a:ln>
        </p:spPr>
        <p:style>
          <a:lnRef idx="2">
            <a:schemeClr val="accent3">
              <a:shade val="50000"/>
            </a:schemeClr>
          </a:lnRef>
          <a:fillRef idx="1">
            <a:schemeClr val="accent3"/>
          </a:fillRef>
          <a:effectRef idx="0">
            <a:schemeClr val="accent3"/>
          </a:effectRef>
          <a:fontRef idx="minor">
            <a:schemeClr val="lt1"/>
          </a:fontRef>
        </p:style>
        <p:txBody>
          <a:bodyPr rtlCol="0" anchor="ctr"/>
          <a:lstStyle/>
          <a:p>
            <a:pPr algn="ctr"/>
            <a:endParaRPr lang="de-AT" dirty="0"/>
          </a:p>
        </p:txBody>
      </p:sp>
      <p:sp>
        <p:nvSpPr>
          <p:cNvPr id="18" name="Rechteck 17">
            <a:extLst>
              <a:ext uri="{FF2B5EF4-FFF2-40B4-BE49-F238E27FC236}">
                <a16:creationId xmlns:a16="http://schemas.microsoft.com/office/drawing/2014/main" id="{F7E88752-A0B8-46A0-A037-EE21803CA1C7}"/>
              </a:ext>
              <a:ext uri="{C183D7F6-B498-43B3-948B-1728B52AA6E4}">
                <adec:decorative xmlns:adec="http://schemas.microsoft.com/office/drawing/2017/decorative" val="1"/>
              </a:ext>
            </a:extLst>
          </p:cNvPr>
          <p:cNvSpPr/>
          <p:nvPr/>
        </p:nvSpPr>
        <p:spPr>
          <a:xfrm>
            <a:off x="4581525" y="6718300"/>
            <a:ext cx="2051050" cy="2951163"/>
          </a:xfrm>
          <a:custGeom>
            <a:avLst/>
            <a:gdLst>
              <a:gd name="connsiteX0" fmla="*/ 0 w 2051050"/>
              <a:gd name="connsiteY0" fmla="*/ 0 h 2951163"/>
              <a:gd name="connsiteX1" fmla="*/ 622152 w 2051050"/>
              <a:gd name="connsiteY1" fmla="*/ 0 h 2951163"/>
              <a:gd name="connsiteX2" fmla="*/ 1264814 w 2051050"/>
              <a:gd name="connsiteY2" fmla="*/ 0 h 2951163"/>
              <a:gd name="connsiteX3" fmla="*/ 2051050 w 2051050"/>
              <a:gd name="connsiteY3" fmla="*/ 0 h 2951163"/>
              <a:gd name="connsiteX4" fmla="*/ 2051050 w 2051050"/>
              <a:gd name="connsiteY4" fmla="*/ 560721 h 2951163"/>
              <a:gd name="connsiteX5" fmla="*/ 2051050 w 2051050"/>
              <a:gd name="connsiteY5" fmla="*/ 1209977 h 2951163"/>
              <a:gd name="connsiteX6" fmla="*/ 2051050 w 2051050"/>
              <a:gd name="connsiteY6" fmla="*/ 1711675 h 2951163"/>
              <a:gd name="connsiteX7" fmla="*/ 2051050 w 2051050"/>
              <a:gd name="connsiteY7" fmla="*/ 2242884 h 2951163"/>
              <a:gd name="connsiteX8" fmla="*/ 2051050 w 2051050"/>
              <a:gd name="connsiteY8" fmla="*/ 2951163 h 2951163"/>
              <a:gd name="connsiteX9" fmla="*/ 1428898 w 2051050"/>
              <a:gd name="connsiteY9" fmla="*/ 2951163 h 2951163"/>
              <a:gd name="connsiteX10" fmla="*/ 786236 w 2051050"/>
              <a:gd name="connsiteY10" fmla="*/ 2951163 h 2951163"/>
              <a:gd name="connsiteX11" fmla="*/ 0 w 2051050"/>
              <a:gd name="connsiteY11" fmla="*/ 2951163 h 2951163"/>
              <a:gd name="connsiteX12" fmla="*/ 0 w 2051050"/>
              <a:gd name="connsiteY12" fmla="*/ 2449465 h 2951163"/>
              <a:gd name="connsiteX13" fmla="*/ 0 w 2051050"/>
              <a:gd name="connsiteY13" fmla="*/ 1829721 h 2951163"/>
              <a:gd name="connsiteX14" fmla="*/ 0 w 2051050"/>
              <a:gd name="connsiteY14" fmla="*/ 1239488 h 2951163"/>
              <a:gd name="connsiteX15" fmla="*/ 0 w 2051050"/>
              <a:gd name="connsiteY15" fmla="*/ 708279 h 2951163"/>
              <a:gd name="connsiteX16" fmla="*/ 0 w 2051050"/>
              <a:gd name="connsiteY16" fmla="*/ 0 h 295116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Lst>
            <a:rect l="l" t="t" r="r" b="b"/>
            <a:pathLst>
              <a:path w="2051050" h="2951163" extrusionOk="0">
                <a:moveTo>
                  <a:pt x="0" y="0"/>
                </a:moveTo>
                <a:cubicBezTo>
                  <a:pt x="306279" y="21950"/>
                  <a:pt x="339620" y="1228"/>
                  <a:pt x="622152" y="0"/>
                </a:cubicBezTo>
                <a:cubicBezTo>
                  <a:pt x="904684" y="-1228"/>
                  <a:pt x="1011457" y="20320"/>
                  <a:pt x="1264814" y="0"/>
                </a:cubicBezTo>
                <a:cubicBezTo>
                  <a:pt x="1518171" y="-20320"/>
                  <a:pt x="1857420" y="-30729"/>
                  <a:pt x="2051050" y="0"/>
                </a:cubicBezTo>
                <a:cubicBezTo>
                  <a:pt x="2063232" y="245709"/>
                  <a:pt x="2041507" y="343479"/>
                  <a:pt x="2051050" y="560721"/>
                </a:cubicBezTo>
                <a:cubicBezTo>
                  <a:pt x="2060593" y="777963"/>
                  <a:pt x="2080940" y="886218"/>
                  <a:pt x="2051050" y="1209977"/>
                </a:cubicBezTo>
                <a:cubicBezTo>
                  <a:pt x="2021160" y="1533736"/>
                  <a:pt x="2044051" y="1542940"/>
                  <a:pt x="2051050" y="1711675"/>
                </a:cubicBezTo>
                <a:cubicBezTo>
                  <a:pt x="2058049" y="1880410"/>
                  <a:pt x="2060947" y="2114975"/>
                  <a:pt x="2051050" y="2242884"/>
                </a:cubicBezTo>
                <a:cubicBezTo>
                  <a:pt x="2041153" y="2370793"/>
                  <a:pt x="2081957" y="2753717"/>
                  <a:pt x="2051050" y="2951163"/>
                </a:cubicBezTo>
                <a:cubicBezTo>
                  <a:pt x="1910115" y="2975025"/>
                  <a:pt x="1602720" y="2978995"/>
                  <a:pt x="1428898" y="2951163"/>
                </a:cubicBezTo>
                <a:cubicBezTo>
                  <a:pt x="1255076" y="2923331"/>
                  <a:pt x="924160" y="2933002"/>
                  <a:pt x="786236" y="2951163"/>
                </a:cubicBezTo>
                <a:cubicBezTo>
                  <a:pt x="648312" y="2969324"/>
                  <a:pt x="370261" y="2923618"/>
                  <a:pt x="0" y="2951163"/>
                </a:cubicBezTo>
                <a:cubicBezTo>
                  <a:pt x="14797" y="2840414"/>
                  <a:pt x="24747" y="2604392"/>
                  <a:pt x="0" y="2449465"/>
                </a:cubicBezTo>
                <a:cubicBezTo>
                  <a:pt x="-24747" y="2294538"/>
                  <a:pt x="12162" y="2112558"/>
                  <a:pt x="0" y="1829721"/>
                </a:cubicBezTo>
                <a:cubicBezTo>
                  <a:pt x="-12162" y="1546884"/>
                  <a:pt x="8429" y="1364361"/>
                  <a:pt x="0" y="1239488"/>
                </a:cubicBezTo>
                <a:cubicBezTo>
                  <a:pt x="-8429" y="1114615"/>
                  <a:pt x="7141" y="949936"/>
                  <a:pt x="0" y="708279"/>
                </a:cubicBezTo>
                <a:cubicBezTo>
                  <a:pt x="-7141" y="466622"/>
                  <a:pt x="-34761" y="237017"/>
                  <a:pt x="0" y="0"/>
                </a:cubicBezTo>
                <a:close/>
              </a:path>
            </a:pathLst>
          </a:custGeom>
          <a:noFill/>
          <a:ln w="25400">
            <a:solidFill>
              <a:schemeClr val="tx1">
                <a:lumMod val="95000"/>
                <a:lumOff val="5000"/>
              </a:schemeClr>
            </a:solidFill>
            <a:extLst>
              <a:ext uri="{C807C97D-BFC1-408E-A445-0C87EB9F89A2}">
                <ask:lineSketchStyleProps xmlns:ask="http://schemas.microsoft.com/office/drawing/2018/sketchyshapes" sd="1762638383">
                  <a:prstGeom prst="rect">
                    <a:avLst/>
                  </a:prstGeom>
                  <ask:type>
                    <ask:lineSketchFreehand/>
                  </ask:type>
                </ask:lineSketchStyleProps>
              </a:ext>
            </a:extLst>
          </a:ln>
        </p:spPr>
        <p:style>
          <a:lnRef idx="2">
            <a:schemeClr val="accent3">
              <a:shade val="50000"/>
            </a:schemeClr>
          </a:lnRef>
          <a:fillRef idx="1">
            <a:schemeClr val="accent3"/>
          </a:fillRef>
          <a:effectRef idx="0">
            <a:schemeClr val="accent3"/>
          </a:effectRef>
          <a:fontRef idx="minor">
            <a:schemeClr val="lt1"/>
          </a:fontRef>
        </p:style>
        <p:txBody>
          <a:bodyPr rtlCol="0" anchor="ctr"/>
          <a:lstStyle/>
          <a:p>
            <a:pPr algn="ctr"/>
            <a:endParaRPr lang="de-AT" dirty="0"/>
          </a:p>
        </p:txBody>
      </p:sp>
      <p:pic>
        <p:nvPicPr>
          <p:cNvPr id="38" name="Grafik 37">
            <a:extLst>
              <a:ext uri="{FF2B5EF4-FFF2-40B4-BE49-F238E27FC236}">
                <a16:creationId xmlns:a16="http://schemas.microsoft.com/office/drawing/2014/main" id="{9BCD2D83-0B43-4F67-83F0-73CFA1A54868}"/>
              </a:ext>
              <a:ext uri="{C183D7F6-B498-43B3-948B-1728B52AA6E4}">
                <adec:decorative xmlns:adec="http://schemas.microsoft.com/office/drawing/2017/decorative" val="1"/>
              </a:ext>
            </a:extLst>
          </p:cNvPr>
          <p:cNvPicPr>
            <a:picLocks noChangeAspect="1"/>
          </p:cNvPicPr>
          <p:nvPr/>
        </p:nvPicPr>
        <p:blipFill>
          <a:blip r:embed="rId5">
            <a:extLst>
              <a:ext uri="{28A0092B-C50C-407E-A947-70E740481C1C}">
                <a14:useLocalDpi xmlns:a14="http://schemas.microsoft.com/office/drawing/2010/main" val="0"/>
              </a:ext>
            </a:extLst>
          </a:blip>
          <a:stretch>
            <a:fillRect/>
          </a:stretch>
        </p:blipFill>
        <p:spPr>
          <a:xfrm>
            <a:off x="4644208" y="6799410"/>
            <a:ext cx="304801" cy="256033"/>
          </a:xfrm>
          <a:prstGeom prst="rect">
            <a:avLst/>
          </a:prstGeom>
        </p:spPr>
      </p:pic>
      <p:sp>
        <p:nvSpPr>
          <p:cNvPr id="41" name="Rechteck 40">
            <a:extLst>
              <a:ext uri="{FF2B5EF4-FFF2-40B4-BE49-F238E27FC236}">
                <a16:creationId xmlns:a16="http://schemas.microsoft.com/office/drawing/2014/main" id="{A48DA395-912E-6370-6530-8B2D438DD75F}"/>
              </a:ext>
              <a:ext uri="{C183D7F6-B498-43B3-948B-1728B52AA6E4}">
                <adec:decorative xmlns:adec="http://schemas.microsoft.com/office/drawing/2017/decorative" val="1"/>
              </a:ext>
            </a:extLst>
          </p:cNvPr>
          <p:cNvSpPr/>
          <p:nvPr/>
        </p:nvSpPr>
        <p:spPr>
          <a:xfrm rot="16200000">
            <a:off x="3274872" y="265564"/>
            <a:ext cx="146048" cy="6585817"/>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de-AT"/>
          </a:p>
        </p:txBody>
      </p:sp>
      <p:sp>
        <p:nvSpPr>
          <p:cNvPr id="4" name="Rechteck 3">
            <a:extLst>
              <a:ext uri="{FF2B5EF4-FFF2-40B4-BE49-F238E27FC236}">
                <a16:creationId xmlns:a16="http://schemas.microsoft.com/office/drawing/2014/main" id="{9031E1E4-C304-4F01-BA61-8E8366E283AA}"/>
              </a:ext>
              <a:ext uri="{C183D7F6-B498-43B3-948B-1728B52AA6E4}">
                <adec:decorative xmlns:adec="http://schemas.microsoft.com/office/drawing/2017/decorative" val="1"/>
              </a:ext>
            </a:extLst>
          </p:cNvPr>
          <p:cNvSpPr/>
          <p:nvPr/>
        </p:nvSpPr>
        <p:spPr>
          <a:xfrm>
            <a:off x="225425" y="523875"/>
            <a:ext cx="2051050" cy="2951163"/>
          </a:xfrm>
          <a:custGeom>
            <a:avLst/>
            <a:gdLst>
              <a:gd name="connsiteX0" fmla="*/ 0 w 2051050"/>
              <a:gd name="connsiteY0" fmla="*/ 0 h 2951163"/>
              <a:gd name="connsiteX1" fmla="*/ 622152 w 2051050"/>
              <a:gd name="connsiteY1" fmla="*/ 0 h 2951163"/>
              <a:gd name="connsiteX2" fmla="*/ 1264814 w 2051050"/>
              <a:gd name="connsiteY2" fmla="*/ 0 h 2951163"/>
              <a:gd name="connsiteX3" fmla="*/ 2051050 w 2051050"/>
              <a:gd name="connsiteY3" fmla="*/ 0 h 2951163"/>
              <a:gd name="connsiteX4" fmla="*/ 2051050 w 2051050"/>
              <a:gd name="connsiteY4" fmla="*/ 560721 h 2951163"/>
              <a:gd name="connsiteX5" fmla="*/ 2051050 w 2051050"/>
              <a:gd name="connsiteY5" fmla="*/ 1209977 h 2951163"/>
              <a:gd name="connsiteX6" fmla="*/ 2051050 w 2051050"/>
              <a:gd name="connsiteY6" fmla="*/ 1711675 h 2951163"/>
              <a:gd name="connsiteX7" fmla="*/ 2051050 w 2051050"/>
              <a:gd name="connsiteY7" fmla="*/ 2242884 h 2951163"/>
              <a:gd name="connsiteX8" fmla="*/ 2051050 w 2051050"/>
              <a:gd name="connsiteY8" fmla="*/ 2951163 h 2951163"/>
              <a:gd name="connsiteX9" fmla="*/ 1428898 w 2051050"/>
              <a:gd name="connsiteY9" fmla="*/ 2951163 h 2951163"/>
              <a:gd name="connsiteX10" fmla="*/ 786236 w 2051050"/>
              <a:gd name="connsiteY10" fmla="*/ 2951163 h 2951163"/>
              <a:gd name="connsiteX11" fmla="*/ 0 w 2051050"/>
              <a:gd name="connsiteY11" fmla="*/ 2951163 h 2951163"/>
              <a:gd name="connsiteX12" fmla="*/ 0 w 2051050"/>
              <a:gd name="connsiteY12" fmla="*/ 2449465 h 2951163"/>
              <a:gd name="connsiteX13" fmla="*/ 0 w 2051050"/>
              <a:gd name="connsiteY13" fmla="*/ 1829721 h 2951163"/>
              <a:gd name="connsiteX14" fmla="*/ 0 w 2051050"/>
              <a:gd name="connsiteY14" fmla="*/ 1239488 h 2951163"/>
              <a:gd name="connsiteX15" fmla="*/ 0 w 2051050"/>
              <a:gd name="connsiteY15" fmla="*/ 708279 h 2951163"/>
              <a:gd name="connsiteX16" fmla="*/ 0 w 2051050"/>
              <a:gd name="connsiteY16" fmla="*/ 0 h 295116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Lst>
            <a:rect l="l" t="t" r="r" b="b"/>
            <a:pathLst>
              <a:path w="2051050" h="2951163" extrusionOk="0">
                <a:moveTo>
                  <a:pt x="0" y="0"/>
                </a:moveTo>
                <a:cubicBezTo>
                  <a:pt x="306279" y="21950"/>
                  <a:pt x="339620" y="1228"/>
                  <a:pt x="622152" y="0"/>
                </a:cubicBezTo>
                <a:cubicBezTo>
                  <a:pt x="904684" y="-1228"/>
                  <a:pt x="1011457" y="20320"/>
                  <a:pt x="1264814" y="0"/>
                </a:cubicBezTo>
                <a:cubicBezTo>
                  <a:pt x="1518171" y="-20320"/>
                  <a:pt x="1857420" y="-30729"/>
                  <a:pt x="2051050" y="0"/>
                </a:cubicBezTo>
                <a:cubicBezTo>
                  <a:pt x="2063232" y="245709"/>
                  <a:pt x="2041507" y="343479"/>
                  <a:pt x="2051050" y="560721"/>
                </a:cubicBezTo>
                <a:cubicBezTo>
                  <a:pt x="2060593" y="777963"/>
                  <a:pt x="2080940" y="886218"/>
                  <a:pt x="2051050" y="1209977"/>
                </a:cubicBezTo>
                <a:cubicBezTo>
                  <a:pt x="2021160" y="1533736"/>
                  <a:pt x="2044051" y="1542940"/>
                  <a:pt x="2051050" y="1711675"/>
                </a:cubicBezTo>
                <a:cubicBezTo>
                  <a:pt x="2058049" y="1880410"/>
                  <a:pt x="2060947" y="2114975"/>
                  <a:pt x="2051050" y="2242884"/>
                </a:cubicBezTo>
                <a:cubicBezTo>
                  <a:pt x="2041153" y="2370793"/>
                  <a:pt x="2081957" y="2753717"/>
                  <a:pt x="2051050" y="2951163"/>
                </a:cubicBezTo>
                <a:cubicBezTo>
                  <a:pt x="1910115" y="2975025"/>
                  <a:pt x="1602720" y="2978995"/>
                  <a:pt x="1428898" y="2951163"/>
                </a:cubicBezTo>
                <a:cubicBezTo>
                  <a:pt x="1255076" y="2923331"/>
                  <a:pt x="924160" y="2933002"/>
                  <a:pt x="786236" y="2951163"/>
                </a:cubicBezTo>
                <a:cubicBezTo>
                  <a:pt x="648312" y="2969324"/>
                  <a:pt x="370261" y="2923618"/>
                  <a:pt x="0" y="2951163"/>
                </a:cubicBezTo>
                <a:cubicBezTo>
                  <a:pt x="14797" y="2840414"/>
                  <a:pt x="24747" y="2604392"/>
                  <a:pt x="0" y="2449465"/>
                </a:cubicBezTo>
                <a:cubicBezTo>
                  <a:pt x="-24747" y="2294538"/>
                  <a:pt x="12162" y="2112558"/>
                  <a:pt x="0" y="1829721"/>
                </a:cubicBezTo>
                <a:cubicBezTo>
                  <a:pt x="-12162" y="1546884"/>
                  <a:pt x="8429" y="1364361"/>
                  <a:pt x="0" y="1239488"/>
                </a:cubicBezTo>
                <a:cubicBezTo>
                  <a:pt x="-8429" y="1114615"/>
                  <a:pt x="7141" y="949936"/>
                  <a:pt x="0" y="708279"/>
                </a:cubicBezTo>
                <a:cubicBezTo>
                  <a:pt x="-7141" y="466622"/>
                  <a:pt x="-34761" y="237017"/>
                  <a:pt x="0" y="0"/>
                </a:cubicBezTo>
                <a:close/>
              </a:path>
            </a:pathLst>
          </a:custGeom>
          <a:noFill/>
          <a:ln w="25400">
            <a:solidFill>
              <a:schemeClr val="tx1">
                <a:lumMod val="95000"/>
                <a:lumOff val="5000"/>
              </a:schemeClr>
            </a:solidFill>
            <a:extLst>
              <a:ext uri="{C807C97D-BFC1-408E-A445-0C87EB9F89A2}">
                <ask:lineSketchStyleProps xmlns:ask="http://schemas.microsoft.com/office/drawing/2018/sketchyshapes" sd="1762638383">
                  <a:prstGeom prst="rect">
                    <a:avLst/>
                  </a:prstGeom>
                  <ask:type>
                    <ask:lineSketchFreehand/>
                  </ask:type>
                </ask:lineSketchStyleProps>
              </a:ext>
            </a:extLst>
          </a:ln>
        </p:spPr>
        <p:style>
          <a:lnRef idx="2">
            <a:schemeClr val="accent3">
              <a:shade val="50000"/>
            </a:schemeClr>
          </a:lnRef>
          <a:fillRef idx="1">
            <a:schemeClr val="accent3"/>
          </a:fillRef>
          <a:effectRef idx="0">
            <a:schemeClr val="accent3"/>
          </a:effectRef>
          <a:fontRef idx="minor">
            <a:schemeClr val="lt1"/>
          </a:fontRef>
        </p:style>
        <p:txBody>
          <a:bodyPr rtlCol="0" anchor="ctr"/>
          <a:lstStyle/>
          <a:p>
            <a:pPr algn="ctr"/>
            <a:endParaRPr lang="de-AT" dirty="0"/>
          </a:p>
        </p:txBody>
      </p:sp>
      <p:sp>
        <p:nvSpPr>
          <p:cNvPr id="5" name="Rechteck 4">
            <a:extLst>
              <a:ext uri="{FF2B5EF4-FFF2-40B4-BE49-F238E27FC236}">
                <a16:creationId xmlns:a16="http://schemas.microsoft.com/office/drawing/2014/main" id="{B67031F7-8C52-4BC4-B9C5-8E70100AC0F7}"/>
              </a:ext>
              <a:ext uri="{C183D7F6-B498-43B3-948B-1728B52AA6E4}">
                <adec:decorative xmlns:adec="http://schemas.microsoft.com/office/drawing/2017/decorative" val="1"/>
              </a:ext>
            </a:extLst>
          </p:cNvPr>
          <p:cNvSpPr/>
          <p:nvPr/>
        </p:nvSpPr>
        <p:spPr>
          <a:xfrm>
            <a:off x="2403475" y="523874"/>
            <a:ext cx="2051050" cy="2951163"/>
          </a:xfrm>
          <a:custGeom>
            <a:avLst/>
            <a:gdLst>
              <a:gd name="connsiteX0" fmla="*/ 0 w 2051050"/>
              <a:gd name="connsiteY0" fmla="*/ 0 h 2951163"/>
              <a:gd name="connsiteX1" fmla="*/ 622152 w 2051050"/>
              <a:gd name="connsiteY1" fmla="*/ 0 h 2951163"/>
              <a:gd name="connsiteX2" fmla="*/ 1264814 w 2051050"/>
              <a:gd name="connsiteY2" fmla="*/ 0 h 2951163"/>
              <a:gd name="connsiteX3" fmla="*/ 2051050 w 2051050"/>
              <a:gd name="connsiteY3" fmla="*/ 0 h 2951163"/>
              <a:gd name="connsiteX4" fmla="*/ 2051050 w 2051050"/>
              <a:gd name="connsiteY4" fmla="*/ 560721 h 2951163"/>
              <a:gd name="connsiteX5" fmla="*/ 2051050 w 2051050"/>
              <a:gd name="connsiteY5" fmla="*/ 1209977 h 2951163"/>
              <a:gd name="connsiteX6" fmla="*/ 2051050 w 2051050"/>
              <a:gd name="connsiteY6" fmla="*/ 1711675 h 2951163"/>
              <a:gd name="connsiteX7" fmla="*/ 2051050 w 2051050"/>
              <a:gd name="connsiteY7" fmla="*/ 2242884 h 2951163"/>
              <a:gd name="connsiteX8" fmla="*/ 2051050 w 2051050"/>
              <a:gd name="connsiteY8" fmla="*/ 2951163 h 2951163"/>
              <a:gd name="connsiteX9" fmla="*/ 1428898 w 2051050"/>
              <a:gd name="connsiteY9" fmla="*/ 2951163 h 2951163"/>
              <a:gd name="connsiteX10" fmla="*/ 786236 w 2051050"/>
              <a:gd name="connsiteY10" fmla="*/ 2951163 h 2951163"/>
              <a:gd name="connsiteX11" fmla="*/ 0 w 2051050"/>
              <a:gd name="connsiteY11" fmla="*/ 2951163 h 2951163"/>
              <a:gd name="connsiteX12" fmla="*/ 0 w 2051050"/>
              <a:gd name="connsiteY12" fmla="*/ 2449465 h 2951163"/>
              <a:gd name="connsiteX13" fmla="*/ 0 w 2051050"/>
              <a:gd name="connsiteY13" fmla="*/ 1829721 h 2951163"/>
              <a:gd name="connsiteX14" fmla="*/ 0 w 2051050"/>
              <a:gd name="connsiteY14" fmla="*/ 1239488 h 2951163"/>
              <a:gd name="connsiteX15" fmla="*/ 0 w 2051050"/>
              <a:gd name="connsiteY15" fmla="*/ 708279 h 2951163"/>
              <a:gd name="connsiteX16" fmla="*/ 0 w 2051050"/>
              <a:gd name="connsiteY16" fmla="*/ 0 h 295116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Lst>
            <a:rect l="l" t="t" r="r" b="b"/>
            <a:pathLst>
              <a:path w="2051050" h="2951163" extrusionOk="0">
                <a:moveTo>
                  <a:pt x="0" y="0"/>
                </a:moveTo>
                <a:cubicBezTo>
                  <a:pt x="306279" y="21950"/>
                  <a:pt x="339620" y="1228"/>
                  <a:pt x="622152" y="0"/>
                </a:cubicBezTo>
                <a:cubicBezTo>
                  <a:pt x="904684" y="-1228"/>
                  <a:pt x="1011457" y="20320"/>
                  <a:pt x="1264814" y="0"/>
                </a:cubicBezTo>
                <a:cubicBezTo>
                  <a:pt x="1518171" y="-20320"/>
                  <a:pt x="1857420" y="-30729"/>
                  <a:pt x="2051050" y="0"/>
                </a:cubicBezTo>
                <a:cubicBezTo>
                  <a:pt x="2063232" y="245709"/>
                  <a:pt x="2041507" y="343479"/>
                  <a:pt x="2051050" y="560721"/>
                </a:cubicBezTo>
                <a:cubicBezTo>
                  <a:pt x="2060593" y="777963"/>
                  <a:pt x="2080940" y="886218"/>
                  <a:pt x="2051050" y="1209977"/>
                </a:cubicBezTo>
                <a:cubicBezTo>
                  <a:pt x="2021160" y="1533736"/>
                  <a:pt x="2044051" y="1542940"/>
                  <a:pt x="2051050" y="1711675"/>
                </a:cubicBezTo>
                <a:cubicBezTo>
                  <a:pt x="2058049" y="1880410"/>
                  <a:pt x="2060947" y="2114975"/>
                  <a:pt x="2051050" y="2242884"/>
                </a:cubicBezTo>
                <a:cubicBezTo>
                  <a:pt x="2041153" y="2370793"/>
                  <a:pt x="2081957" y="2753717"/>
                  <a:pt x="2051050" y="2951163"/>
                </a:cubicBezTo>
                <a:cubicBezTo>
                  <a:pt x="1910115" y="2975025"/>
                  <a:pt x="1602720" y="2978995"/>
                  <a:pt x="1428898" y="2951163"/>
                </a:cubicBezTo>
                <a:cubicBezTo>
                  <a:pt x="1255076" y="2923331"/>
                  <a:pt x="924160" y="2933002"/>
                  <a:pt x="786236" y="2951163"/>
                </a:cubicBezTo>
                <a:cubicBezTo>
                  <a:pt x="648312" y="2969324"/>
                  <a:pt x="370261" y="2923618"/>
                  <a:pt x="0" y="2951163"/>
                </a:cubicBezTo>
                <a:cubicBezTo>
                  <a:pt x="14797" y="2840414"/>
                  <a:pt x="24747" y="2604392"/>
                  <a:pt x="0" y="2449465"/>
                </a:cubicBezTo>
                <a:cubicBezTo>
                  <a:pt x="-24747" y="2294538"/>
                  <a:pt x="12162" y="2112558"/>
                  <a:pt x="0" y="1829721"/>
                </a:cubicBezTo>
                <a:cubicBezTo>
                  <a:pt x="-12162" y="1546884"/>
                  <a:pt x="8429" y="1364361"/>
                  <a:pt x="0" y="1239488"/>
                </a:cubicBezTo>
                <a:cubicBezTo>
                  <a:pt x="-8429" y="1114615"/>
                  <a:pt x="7141" y="949936"/>
                  <a:pt x="0" y="708279"/>
                </a:cubicBezTo>
                <a:cubicBezTo>
                  <a:pt x="-7141" y="466622"/>
                  <a:pt x="-34761" y="237017"/>
                  <a:pt x="0" y="0"/>
                </a:cubicBezTo>
                <a:close/>
              </a:path>
            </a:pathLst>
          </a:custGeom>
          <a:noFill/>
          <a:ln w="25400">
            <a:solidFill>
              <a:schemeClr val="tx1">
                <a:lumMod val="95000"/>
                <a:lumOff val="5000"/>
              </a:schemeClr>
            </a:solidFill>
            <a:extLst>
              <a:ext uri="{C807C97D-BFC1-408E-A445-0C87EB9F89A2}">
                <ask:lineSketchStyleProps xmlns:ask="http://schemas.microsoft.com/office/drawing/2018/sketchyshapes" sd="1762638383">
                  <a:prstGeom prst="rect">
                    <a:avLst/>
                  </a:prstGeom>
                  <ask:type>
                    <ask:lineSketchFreehand/>
                  </ask:type>
                </ask:lineSketchStyleProps>
              </a:ext>
            </a:extLst>
          </a:ln>
        </p:spPr>
        <p:style>
          <a:lnRef idx="2">
            <a:schemeClr val="accent3">
              <a:shade val="50000"/>
            </a:schemeClr>
          </a:lnRef>
          <a:fillRef idx="1">
            <a:schemeClr val="accent3"/>
          </a:fillRef>
          <a:effectRef idx="0">
            <a:schemeClr val="accent3"/>
          </a:effectRef>
          <a:fontRef idx="minor">
            <a:schemeClr val="lt1"/>
          </a:fontRef>
        </p:style>
        <p:txBody>
          <a:bodyPr rtlCol="0" anchor="ctr"/>
          <a:lstStyle/>
          <a:p>
            <a:pPr algn="ctr"/>
            <a:endParaRPr lang="de-AT" dirty="0"/>
          </a:p>
        </p:txBody>
      </p:sp>
      <p:sp>
        <p:nvSpPr>
          <p:cNvPr id="6" name="Rechteck 5">
            <a:extLst>
              <a:ext uri="{FF2B5EF4-FFF2-40B4-BE49-F238E27FC236}">
                <a16:creationId xmlns:a16="http://schemas.microsoft.com/office/drawing/2014/main" id="{C09E96E0-270D-4E43-A18D-B50D9F3EC858}"/>
              </a:ext>
              <a:ext uri="{C183D7F6-B498-43B3-948B-1728B52AA6E4}">
                <adec:decorative xmlns:adec="http://schemas.microsoft.com/office/drawing/2017/decorative" val="1"/>
              </a:ext>
            </a:extLst>
          </p:cNvPr>
          <p:cNvSpPr/>
          <p:nvPr/>
        </p:nvSpPr>
        <p:spPr>
          <a:xfrm>
            <a:off x="4581525" y="525462"/>
            <a:ext cx="2051050" cy="2951163"/>
          </a:xfrm>
          <a:custGeom>
            <a:avLst/>
            <a:gdLst>
              <a:gd name="connsiteX0" fmla="*/ 0 w 2051050"/>
              <a:gd name="connsiteY0" fmla="*/ 0 h 2951163"/>
              <a:gd name="connsiteX1" fmla="*/ 622152 w 2051050"/>
              <a:gd name="connsiteY1" fmla="*/ 0 h 2951163"/>
              <a:gd name="connsiteX2" fmla="*/ 1264814 w 2051050"/>
              <a:gd name="connsiteY2" fmla="*/ 0 h 2951163"/>
              <a:gd name="connsiteX3" fmla="*/ 2051050 w 2051050"/>
              <a:gd name="connsiteY3" fmla="*/ 0 h 2951163"/>
              <a:gd name="connsiteX4" fmla="*/ 2051050 w 2051050"/>
              <a:gd name="connsiteY4" fmla="*/ 560721 h 2951163"/>
              <a:gd name="connsiteX5" fmla="*/ 2051050 w 2051050"/>
              <a:gd name="connsiteY5" fmla="*/ 1209977 h 2951163"/>
              <a:gd name="connsiteX6" fmla="*/ 2051050 w 2051050"/>
              <a:gd name="connsiteY6" fmla="*/ 1711675 h 2951163"/>
              <a:gd name="connsiteX7" fmla="*/ 2051050 w 2051050"/>
              <a:gd name="connsiteY7" fmla="*/ 2242884 h 2951163"/>
              <a:gd name="connsiteX8" fmla="*/ 2051050 w 2051050"/>
              <a:gd name="connsiteY8" fmla="*/ 2951163 h 2951163"/>
              <a:gd name="connsiteX9" fmla="*/ 1428898 w 2051050"/>
              <a:gd name="connsiteY9" fmla="*/ 2951163 h 2951163"/>
              <a:gd name="connsiteX10" fmla="*/ 786236 w 2051050"/>
              <a:gd name="connsiteY10" fmla="*/ 2951163 h 2951163"/>
              <a:gd name="connsiteX11" fmla="*/ 0 w 2051050"/>
              <a:gd name="connsiteY11" fmla="*/ 2951163 h 2951163"/>
              <a:gd name="connsiteX12" fmla="*/ 0 w 2051050"/>
              <a:gd name="connsiteY12" fmla="*/ 2449465 h 2951163"/>
              <a:gd name="connsiteX13" fmla="*/ 0 w 2051050"/>
              <a:gd name="connsiteY13" fmla="*/ 1829721 h 2951163"/>
              <a:gd name="connsiteX14" fmla="*/ 0 w 2051050"/>
              <a:gd name="connsiteY14" fmla="*/ 1239488 h 2951163"/>
              <a:gd name="connsiteX15" fmla="*/ 0 w 2051050"/>
              <a:gd name="connsiteY15" fmla="*/ 708279 h 2951163"/>
              <a:gd name="connsiteX16" fmla="*/ 0 w 2051050"/>
              <a:gd name="connsiteY16" fmla="*/ 0 h 295116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Lst>
            <a:rect l="l" t="t" r="r" b="b"/>
            <a:pathLst>
              <a:path w="2051050" h="2951163" extrusionOk="0">
                <a:moveTo>
                  <a:pt x="0" y="0"/>
                </a:moveTo>
                <a:cubicBezTo>
                  <a:pt x="306279" y="21950"/>
                  <a:pt x="339620" y="1228"/>
                  <a:pt x="622152" y="0"/>
                </a:cubicBezTo>
                <a:cubicBezTo>
                  <a:pt x="904684" y="-1228"/>
                  <a:pt x="1011457" y="20320"/>
                  <a:pt x="1264814" y="0"/>
                </a:cubicBezTo>
                <a:cubicBezTo>
                  <a:pt x="1518171" y="-20320"/>
                  <a:pt x="1857420" y="-30729"/>
                  <a:pt x="2051050" y="0"/>
                </a:cubicBezTo>
                <a:cubicBezTo>
                  <a:pt x="2063232" y="245709"/>
                  <a:pt x="2041507" y="343479"/>
                  <a:pt x="2051050" y="560721"/>
                </a:cubicBezTo>
                <a:cubicBezTo>
                  <a:pt x="2060593" y="777963"/>
                  <a:pt x="2080940" y="886218"/>
                  <a:pt x="2051050" y="1209977"/>
                </a:cubicBezTo>
                <a:cubicBezTo>
                  <a:pt x="2021160" y="1533736"/>
                  <a:pt x="2044051" y="1542940"/>
                  <a:pt x="2051050" y="1711675"/>
                </a:cubicBezTo>
                <a:cubicBezTo>
                  <a:pt x="2058049" y="1880410"/>
                  <a:pt x="2060947" y="2114975"/>
                  <a:pt x="2051050" y="2242884"/>
                </a:cubicBezTo>
                <a:cubicBezTo>
                  <a:pt x="2041153" y="2370793"/>
                  <a:pt x="2081957" y="2753717"/>
                  <a:pt x="2051050" y="2951163"/>
                </a:cubicBezTo>
                <a:cubicBezTo>
                  <a:pt x="1910115" y="2975025"/>
                  <a:pt x="1602720" y="2978995"/>
                  <a:pt x="1428898" y="2951163"/>
                </a:cubicBezTo>
                <a:cubicBezTo>
                  <a:pt x="1255076" y="2923331"/>
                  <a:pt x="924160" y="2933002"/>
                  <a:pt x="786236" y="2951163"/>
                </a:cubicBezTo>
                <a:cubicBezTo>
                  <a:pt x="648312" y="2969324"/>
                  <a:pt x="370261" y="2923618"/>
                  <a:pt x="0" y="2951163"/>
                </a:cubicBezTo>
                <a:cubicBezTo>
                  <a:pt x="14797" y="2840414"/>
                  <a:pt x="24747" y="2604392"/>
                  <a:pt x="0" y="2449465"/>
                </a:cubicBezTo>
                <a:cubicBezTo>
                  <a:pt x="-24747" y="2294538"/>
                  <a:pt x="12162" y="2112558"/>
                  <a:pt x="0" y="1829721"/>
                </a:cubicBezTo>
                <a:cubicBezTo>
                  <a:pt x="-12162" y="1546884"/>
                  <a:pt x="8429" y="1364361"/>
                  <a:pt x="0" y="1239488"/>
                </a:cubicBezTo>
                <a:cubicBezTo>
                  <a:pt x="-8429" y="1114615"/>
                  <a:pt x="7141" y="949936"/>
                  <a:pt x="0" y="708279"/>
                </a:cubicBezTo>
                <a:cubicBezTo>
                  <a:pt x="-7141" y="466622"/>
                  <a:pt x="-34761" y="237017"/>
                  <a:pt x="0" y="0"/>
                </a:cubicBezTo>
                <a:close/>
              </a:path>
            </a:pathLst>
          </a:custGeom>
          <a:noFill/>
          <a:ln w="25400">
            <a:solidFill>
              <a:schemeClr val="tx1">
                <a:lumMod val="95000"/>
                <a:lumOff val="5000"/>
              </a:schemeClr>
            </a:solidFill>
            <a:extLst>
              <a:ext uri="{C807C97D-BFC1-408E-A445-0C87EB9F89A2}">
                <ask:lineSketchStyleProps xmlns:ask="http://schemas.microsoft.com/office/drawing/2018/sketchyshapes" sd="1762638383">
                  <a:prstGeom prst="rect">
                    <a:avLst/>
                  </a:prstGeom>
                  <ask:type>
                    <ask:lineSketchFreehand/>
                  </ask:type>
                </ask:lineSketchStyleProps>
              </a:ext>
            </a:extLst>
          </a:ln>
        </p:spPr>
        <p:style>
          <a:lnRef idx="2">
            <a:schemeClr val="accent3">
              <a:shade val="50000"/>
            </a:schemeClr>
          </a:lnRef>
          <a:fillRef idx="1">
            <a:schemeClr val="accent3"/>
          </a:fillRef>
          <a:effectRef idx="0">
            <a:schemeClr val="accent3"/>
          </a:effectRef>
          <a:fontRef idx="minor">
            <a:schemeClr val="lt1"/>
          </a:fontRef>
        </p:style>
        <p:txBody>
          <a:bodyPr rtlCol="0" anchor="ctr"/>
          <a:lstStyle/>
          <a:p>
            <a:pPr algn="ctr"/>
            <a:endParaRPr lang="de-AT" dirty="0"/>
          </a:p>
        </p:txBody>
      </p:sp>
      <p:sp>
        <p:nvSpPr>
          <p:cNvPr id="12" name="Rechteck 11">
            <a:extLst>
              <a:ext uri="{FF2B5EF4-FFF2-40B4-BE49-F238E27FC236}">
                <a16:creationId xmlns:a16="http://schemas.microsoft.com/office/drawing/2014/main" id="{A0BC0C68-3404-4421-8423-F0146A1C1B87}"/>
              </a:ext>
              <a:ext uri="{C183D7F6-B498-43B3-948B-1728B52AA6E4}">
                <adec:decorative xmlns:adec="http://schemas.microsoft.com/office/drawing/2017/decorative" val="1"/>
              </a:ext>
            </a:extLst>
          </p:cNvPr>
          <p:cNvSpPr/>
          <p:nvPr/>
        </p:nvSpPr>
        <p:spPr>
          <a:xfrm>
            <a:off x="4589754" y="3621087"/>
            <a:ext cx="2051050" cy="2951163"/>
          </a:xfrm>
          <a:custGeom>
            <a:avLst/>
            <a:gdLst>
              <a:gd name="connsiteX0" fmla="*/ 0 w 2051050"/>
              <a:gd name="connsiteY0" fmla="*/ 0 h 2951163"/>
              <a:gd name="connsiteX1" fmla="*/ 622152 w 2051050"/>
              <a:gd name="connsiteY1" fmla="*/ 0 h 2951163"/>
              <a:gd name="connsiteX2" fmla="*/ 1264814 w 2051050"/>
              <a:gd name="connsiteY2" fmla="*/ 0 h 2951163"/>
              <a:gd name="connsiteX3" fmla="*/ 2051050 w 2051050"/>
              <a:gd name="connsiteY3" fmla="*/ 0 h 2951163"/>
              <a:gd name="connsiteX4" fmla="*/ 2051050 w 2051050"/>
              <a:gd name="connsiteY4" fmla="*/ 560721 h 2951163"/>
              <a:gd name="connsiteX5" fmla="*/ 2051050 w 2051050"/>
              <a:gd name="connsiteY5" fmla="*/ 1209977 h 2951163"/>
              <a:gd name="connsiteX6" fmla="*/ 2051050 w 2051050"/>
              <a:gd name="connsiteY6" fmla="*/ 1711675 h 2951163"/>
              <a:gd name="connsiteX7" fmla="*/ 2051050 w 2051050"/>
              <a:gd name="connsiteY7" fmla="*/ 2242884 h 2951163"/>
              <a:gd name="connsiteX8" fmla="*/ 2051050 w 2051050"/>
              <a:gd name="connsiteY8" fmla="*/ 2951163 h 2951163"/>
              <a:gd name="connsiteX9" fmla="*/ 1428898 w 2051050"/>
              <a:gd name="connsiteY9" fmla="*/ 2951163 h 2951163"/>
              <a:gd name="connsiteX10" fmla="*/ 786236 w 2051050"/>
              <a:gd name="connsiteY10" fmla="*/ 2951163 h 2951163"/>
              <a:gd name="connsiteX11" fmla="*/ 0 w 2051050"/>
              <a:gd name="connsiteY11" fmla="*/ 2951163 h 2951163"/>
              <a:gd name="connsiteX12" fmla="*/ 0 w 2051050"/>
              <a:gd name="connsiteY12" fmla="*/ 2449465 h 2951163"/>
              <a:gd name="connsiteX13" fmla="*/ 0 w 2051050"/>
              <a:gd name="connsiteY13" fmla="*/ 1829721 h 2951163"/>
              <a:gd name="connsiteX14" fmla="*/ 0 w 2051050"/>
              <a:gd name="connsiteY14" fmla="*/ 1239488 h 2951163"/>
              <a:gd name="connsiteX15" fmla="*/ 0 w 2051050"/>
              <a:gd name="connsiteY15" fmla="*/ 708279 h 2951163"/>
              <a:gd name="connsiteX16" fmla="*/ 0 w 2051050"/>
              <a:gd name="connsiteY16" fmla="*/ 0 h 295116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Lst>
            <a:rect l="l" t="t" r="r" b="b"/>
            <a:pathLst>
              <a:path w="2051050" h="2951163" extrusionOk="0">
                <a:moveTo>
                  <a:pt x="0" y="0"/>
                </a:moveTo>
                <a:cubicBezTo>
                  <a:pt x="306279" y="21950"/>
                  <a:pt x="339620" y="1228"/>
                  <a:pt x="622152" y="0"/>
                </a:cubicBezTo>
                <a:cubicBezTo>
                  <a:pt x="904684" y="-1228"/>
                  <a:pt x="1011457" y="20320"/>
                  <a:pt x="1264814" y="0"/>
                </a:cubicBezTo>
                <a:cubicBezTo>
                  <a:pt x="1518171" y="-20320"/>
                  <a:pt x="1857420" y="-30729"/>
                  <a:pt x="2051050" y="0"/>
                </a:cubicBezTo>
                <a:cubicBezTo>
                  <a:pt x="2063232" y="245709"/>
                  <a:pt x="2041507" y="343479"/>
                  <a:pt x="2051050" y="560721"/>
                </a:cubicBezTo>
                <a:cubicBezTo>
                  <a:pt x="2060593" y="777963"/>
                  <a:pt x="2080940" y="886218"/>
                  <a:pt x="2051050" y="1209977"/>
                </a:cubicBezTo>
                <a:cubicBezTo>
                  <a:pt x="2021160" y="1533736"/>
                  <a:pt x="2044051" y="1542940"/>
                  <a:pt x="2051050" y="1711675"/>
                </a:cubicBezTo>
                <a:cubicBezTo>
                  <a:pt x="2058049" y="1880410"/>
                  <a:pt x="2060947" y="2114975"/>
                  <a:pt x="2051050" y="2242884"/>
                </a:cubicBezTo>
                <a:cubicBezTo>
                  <a:pt x="2041153" y="2370793"/>
                  <a:pt x="2081957" y="2753717"/>
                  <a:pt x="2051050" y="2951163"/>
                </a:cubicBezTo>
                <a:cubicBezTo>
                  <a:pt x="1910115" y="2975025"/>
                  <a:pt x="1602720" y="2978995"/>
                  <a:pt x="1428898" y="2951163"/>
                </a:cubicBezTo>
                <a:cubicBezTo>
                  <a:pt x="1255076" y="2923331"/>
                  <a:pt x="924160" y="2933002"/>
                  <a:pt x="786236" y="2951163"/>
                </a:cubicBezTo>
                <a:cubicBezTo>
                  <a:pt x="648312" y="2969324"/>
                  <a:pt x="370261" y="2923618"/>
                  <a:pt x="0" y="2951163"/>
                </a:cubicBezTo>
                <a:cubicBezTo>
                  <a:pt x="14797" y="2840414"/>
                  <a:pt x="24747" y="2604392"/>
                  <a:pt x="0" y="2449465"/>
                </a:cubicBezTo>
                <a:cubicBezTo>
                  <a:pt x="-24747" y="2294538"/>
                  <a:pt x="12162" y="2112558"/>
                  <a:pt x="0" y="1829721"/>
                </a:cubicBezTo>
                <a:cubicBezTo>
                  <a:pt x="-12162" y="1546884"/>
                  <a:pt x="8429" y="1364361"/>
                  <a:pt x="0" y="1239488"/>
                </a:cubicBezTo>
                <a:cubicBezTo>
                  <a:pt x="-8429" y="1114615"/>
                  <a:pt x="7141" y="949936"/>
                  <a:pt x="0" y="708279"/>
                </a:cubicBezTo>
                <a:cubicBezTo>
                  <a:pt x="-7141" y="466622"/>
                  <a:pt x="-34761" y="237017"/>
                  <a:pt x="0" y="0"/>
                </a:cubicBezTo>
                <a:close/>
              </a:path>
            </a:pathLst>
          </a:custGeom>
          <a:noFill/>
          <a:ln w="25400">
            <a:solidFill>
              <a:schemeClr val="tx1">
                <a:lumMod val="95000"/>
                <a:lumOff val="5000"/>
              </a:schemeClr>
            </a:solidFill>
            <a:extLst>
              <a:ext uri="{C807C97D-BFC1-408E-A445-0C87EB9F89A2}">
                <ask:lineSketchStyleProps xmlns:ask="http://schemas.microsoft.com/office/drawing/2018/sketchyshapes" sd="1762638383">
                  <a:prstGeom prst="rect">
                    <a:avLst/>
                  </a:prstGeom>
                  <ask:type>
                    <ask:lineSketchFreehand/>
                  </ask:type>
                </ask:lineSketchStyleProps>
              </a:ext>
            </a:extLst>
          </a:ln>
        </p:spPr>
        <p:style>
          <a:lnRef idx="2">
            <a:schemeClr val="accent3">
              <a:shade val="50000"/>
            </a:schemeClr>
          </a:lnRef>
          <a:fillRef idx="1">
            <a:schemeClr val="accent3"/>
          </a:fillRef>
          <a:effectRef idx="0">
            <a:schemeClr val="accent3"/>
          </a:effectRef>
          <a:fontRef idx="minor">
            <a:schemeClr val="lt1"/>
          </a:fontRef>
        </p:style>
        <p:txBody>
          <a:bodyPr rtlCol="0" anchor="ctr"/>
          <a:lstStyle/>
          <a:p>
            <a:pPr algn="ctr"/>
            <a:endParaRPr lang="de-AT" dirty="0"/>
          </a:p>
        </p:txBody>
      </p:sp>
      <p:sp>
        <p:nvSpPr>
          <p:cNvPr id="11" name="Rechteck 10">
            <a:extLst>
              <a:ext uri="{FF2B5EF4-FFF2-40B4-BE49-F238E27FC236}">
                <a16:creationId xmlns:a16="http://schemas.microsoft.com/office/drawing/2014/main" id="{ADC818BB-AADD-4CB4-A352-33F361B909AC}"/>
              </a:ext>
              <a:ext uri="{C183D7F6-B498-43B3-948B-1728B52AA6E4}">
                <adec:decorative xmlns:adec="http://schemas.microsoft.com/office/drawing/2017/decorative" val="1"/>
              </a:ext>
            </a:extLst>
          </p:cNvPr>
          <p:cNvSpPr/>
          <p:nvPr/>
        </p:nvSpPr>
        <p:spPr>
          <a:xfrm>
            <a:off x="2384425" y="3621088"/>
            <a:ext cx="2051050" cy="2951163"/>
          </a:xfrm>
          <a:custGeom>
            <a:avLst/>
            <a:gdLst>
              <a:gd name="connsiteX0" fmla="*/ 0 w 2051050"/>
              <a:gd name="connsiteY0" fmla="*/ 0 h 2951163"/>
              <a:gd name="connsiteX1" fmla="*/ 622152 w 2051050"/>
              <a:gd name="connsiteY1" fmla="*/ 0 h 2951163"/>
              <a:gd name="connsiteX2" fmla="*/ 1264814 w 2051050"/>
              <a:gd name="connsiteY2" fmla="*/ 0 h 2951163"/>
              <a:gd name="connsiteX3" fmla="*/ 2051050 w 2051050"/>
              <a:gd name="connsiteY3" fmla="*/ 0 h 2951163"/>
              <a:gd name="connsiteX4" fmla="*/ 2051050 w 2051050"/>
              <a:gd name="connsiteY4" fmla="*/ 560721 h 2951163"/>
              <a:gd name="connsiteX5" fmla="*/ 2051050 w 2051050"/>
              <a:gd name="connsiteY5" fmla="*/ 1209977 h 2951163"/>
              <a:gd name="connsiteX6" fmla="*/ 2051050 w 2051050"/>
              <a:gd name="connsiteY6" fmla="*/ 1711675 h 2951163"/>
              <a:gd name="connsiteX7" fmla="*/ 2051050 w 2051050"/>
              <a:gd name="connsiteY7" fmla="*/ 2242884 h 2951163"/>
              <a:gd name="connsiteX8" fmla="*/ 2051050 w 2051050"/>
              <a:gd name="connsiteY8" fmla="*/ 2951163 h 2951163"/>
              <a:gd name="connsiteX9" fmla="*/ 1428898 w 2051050"/>
              <a:gd name="connsiteY9" fmla="*/ 2951163 h 2951163"/>
              <a:gd name="connsiteX10" fmla="*/ 786236 w 2051050"/>
              <a:gd name="connsiteY10" fmla="*/ 2951163 h 2951163"/>
              <a:gd name="connsiteX11" fmla="*/ 0 w 2051050"/>
              <a:gd name="connsiteY11" fmla="*/ 2951163 h 2951163"/>
              <a:gd name="connsiteX12" fmla="*/ 0 w 2051050"/>
              <a:gd name="connsiteY12" fmla="*/ 2449465 h 2951163"/>
              <a:gd name="connsiteX13" fmla="*/ 0 w 2051050"/>
              <a:gd name="connsiteY13" fmla="*/ 1829721 h 2951163"/>
              <a:gd name="connsiteX14" fmla="*/ 0 w 2051050"/>
              <a:gd name="connsiteY14" fmla="*/ 1239488 h 2951163"/>
              <a:gd name="connsiteX15" fmla="*/ 0 w 2051050"/>
              <a:gd name="connsiteY15" fmla="*/ 708279 h 2951163"/>
              <a:gd name="connsiteX16" fmla="*/ 0 w 2051050"/>
              <a:gd name="connsiteY16" fmla="*/ 0 h 295116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Lst>
            <a:rect l="l" t="t" r="r" b="b"/>
            <a:pathLst>
              <a:path w="2051050" h="2951163" extrusionOk="0">
                <a:moveTo>
                  <a:pt x="0" y="0"/>
                </a:moveTo>
                <a:cubicBezTo>
                  <a:pt x="306279" y="21950"/>
                  <a:pt x="339620" y="1228"/>
                  <a:pt x="622152" y="0"/>
                </a:cubicBezTo>
                <a:cubicBezTo>
                  <a:pt x="904684" y="-1228"/>
                  <a:pt x="1011457" y="20320"/>
                  <a:pt x="1264814" y="0"/>
                </a:cubicBezTo>
                <a:cubicBezTo>
                  <a:pt x="1518171" y="-20320"/>
                  <a:pt x="1857420" y="-30729"/>
                  <a:pt x="2051050" y="0"/>
                </a:cubicBezTo>
                <a:cubicBezTo>
                  <a:pt x="2063232" y="245709"/>
                  <a:pt x="2041507" y="343479"/>
                  <a:pt x="2051050" y="560721"/>
                </a:cubicBezTo>
                <a:cubicBezTo>
                  <a:pt x="2060593" y="777963"/>
                  <a:pt x="2080940" y="886218"/>
                  <a:pt x="2051050" y="1209977"/>
                </a:cubicBezTo>
                <a:cubicBezTo>
                  <a:pt x="2021160" y="1533736"/>
                  <a:pt x="2044051" y="1542940"/>
                  <a:pt x="2051050" y="1711675"/>
                </a:cubicBezTo>
                <a:cubicBezTo>
                  <a:pt x="2058049" y="1880410"/>
                  <a:pt x="2060947" y="2114975"/>
                  <a:pt x="2051050" y="2242884"/>
                </a:cubicBezTo>
                <a:cubicBezTo>
                  <a:pt x="2041153" y="2370793"/>
                  <a:pt x="2081957" y="2753717"/>
                  <a:pt x="2051050" y="2951163"/>
                </a:cubicBezTo>
                <a:cubicBezTo>
                  <a:pt x="1910115" y="2975025"/>
                  <a:pt x="1602720" y="2978995"/>
                  <a:pt x="1428898" y="2951163"/>
                </a:cubicBezTo>
                <a:cubicBezTo>
                  <a:pt x="1255076" y="2923331"/>
                  <a:pt x="924160" y="2933002"/>
                  <a:pt x="786236" y="2951163"/>
                </a:cubicBezTo>
                <a:cubicBezTo>
                  <a:pt x="648312" y="2969324"/>
                  <a:pt x="370261" y="2923618"/>
                  <a:pt x="0" y="2951163"/>
                </a:cubicBezTo>
                <a:cubicBezTo>
                  <a:pt x="14797" y="2840414"/>
                  <a:pt x="24747" y="2604392"/>
                  <a:pt x="0" y="2449465"/>
                </a:cubicBezTo>
                <a:cubicBezTo>
                  <a:pt x="-24747" y="2294538"/>
                  <a:pt x="12162" y="2112558"/>
                  <a:pt x="0" y="1829721"/>
                </a:cubicBezTo>
                <a:cubicBezTo>
                  <a:pt x="-12162" y="1546884"/>
                  <a:pt x="8429" y="1364361"/>
                  <a:pt x="0" y="1239488"/>
                </a:cubicBezTo>
                <a:cubicBezTo>
                  <a:pt x="-8429" y="1114615"/>
                  <a:pt x="7141" y="949936"/>
                  <a:pt x="0" y="708279"/>
                </a:cubicBezTo>
                <a:cubicBezTo>
                  <a:pt x="-7141" y="466622"/>
                  <a:pt x="-34761" y="237017"/>
                  <a:pt x="0" y="0"/>
                </a:cubicBezTo>
                <a:close/>
              </a:path>
            </a:pathLst>
          </a:custGeom>
          <a:noFill/>
          <a:ln w="25400">
            <a:solidFill>
              <a:schemeClr val="tx1">
                <a:lumMod val="95000"/>
                <a:lumOff val="5000"/>
              </a:schemeClr>
            </a:solidFill>
            <a:extLst>
              <a:ext uri="{C807C97D-BFC1-408E-A445-0C87EB9F89A2}">
                <ask:lineSketchStyleProps xmlns:ask="http://schemas.microsoft.com/office/drawing/2018/sketchyshapes" sd="1762638383">
                  <a:prstGeom prst="rect">
                    <a:avLst/>
                  </a:prstGeom>
                  <ask:type>
                    <ask:lineSketchFreehand/>
                  </ask:type>
                </ask:lineSketchStyleProps>
              </a:ext>
            </a:extLst>
          </a:ln>
        </p:spPr>
        <p:style>
          <a:lnRef idx="2">
            <a:schemeClr val="accent3">
              <a:shade val="50000"/>
            </a:schemeClr>
          </a:lnRef>
          <a:fillRef idx="1">
            <a:schemeClr val="accent3"/>
          </a:fillRef>
          <a:effectRef idx="0">
            <a:schemeClr val="accent3"/>
          </a:effectRef>
          <a:fontRef idx="minor">
            <a:schemeClr val="lt1"/>
          </a:fontRef>
        </p:style>
        <p:txBody>
          <a:bodyPr rtlCol="0" anchor="ctr"/>
          <a:lstStyle/>
          <a:p>
            <a:pPr algn="ctr"/>
            <a:endParaRPr lang="de-AT" dirty="0"/>
          </a:p>
        </p:txBody>
      </p:sp>
      <p:sp>
        <p:nvSpPr>
          <p:cNvPr id="10" name="Rechteck 9">
            <a:extLst>
              <a:ext uri="{FF2B5EF4-FFF2-40B4-BE49-F238E27FC236}">
                <a16:creationId xmlns:a16="http://schemas.microsoft.com/office/drawing/2014/main" id="{908C70B1-C6BC-4320-89DD-D636EA3B83EE}"/>
              </a:ext>
              <a:ext uri="{C183D7F6-B498-43B3-948B-1728B52AA6E4}">
                <adec:decorative xmlns:adec="http://schemas.microsoft.com/office/drawing/2017/decorative" val="1"/>
              </a:ext>
            </a:extLst>
          </p:cNvPr>
          <p:cNvSpPr/>
          <p:nvPr/>
        </p:nvSpPr>
        <p:spPr>
          <a:xfrm>
            <a:off x="225425" y="3622675"/>
            <a:ext cx="2051050" cy="2951163"/>
          </a:xfrm>
          <a:custGeom>
            <a:avLst/>
            <a:gdLst>
              <a:gd name="connsiteX0" fmla="*/ 0 w 2051050"/>
              <a:gd name="connsiteY0" fmla="*/ 0 h 2951163"/>
              <a:gd name="connsiteX1" fmla="*/ 622152 w 2051050"/>
              <a:gd name="connsiteY1" fmla="*/ 0 h 2951163"/>
              <a:gd name="connsiteX2" fmla="*/ 1264814 w 2051050"/>
              <a:gd name="connsiteY2" fmla="*/ 0 h 2951163"/>
              <a:gd name="connsiteX3" fmla="*/ 2051050 w 2051050"/>
              <a:gd name="connsiteY3" fmla="*/ 0 h 2951163"/>
              <a:gd name="connsiteX4" fmla="*/ 2051050 w 2051050"/>
              <a:gd name="connsiteY4" fmla="*/ 560721 h 2951163"/>
              <a:gd name="connsiteX5" fmla="*/ 2051050 w 2051050"/>
              <a:gd name="connsiteY5" fmla="*/ 1209977 h 2951163"/>
              <a:gd name="connsiteX6" fmla="*/ 2051050 w 2051050"/>
              <a:gd name="connsiteY6" fmla="*/ 1711675 h 2951163"/>
              <a:gd name="connsiteX7" fmla="*/ 2051050 w 2051050"/>
              <a:gd name="connsiteY7" fmla="*/ 2242884 h 2951163"/>
              <a:gd name="connsiteX8" fmla="*/ 2051050 w 2051050"/>
              <a:gd name="connsiteY8" fmla="*/ 2951163 h 2951163"/>
              <a:gd name="connsiteX9" fmla="*/ 1428898 w 2051050"/>
              <a:gd name="connsiteY9" fmla="*/ 2951163 h 2951163"/>
              <a:gd name="connsiteX10" fmla="*/ 786236 w 2051050"/>
              <a:gd name="connsiteY10" fmla="*/ 2951163 h 2951163"/>
              <a:gd name="connsiteX11" fmla="*/ 0 w 2051050"/>
              <a:gd name="connsiteY11" fmla="*/ 2951163 h 2951163"/>
              <a:gd name="connsiteX12" fmla="*/ 0 w 2051050"/>
              <a:gd name="connsiteY12" fmla="*/ 2449465 h 2951163"/>
              <a:gd name="connsiteX13" fmla="*/ 0 w 2051050"/>
              <a:gd name="connsiteY13" fmla="*/ 1829721 h 2951163"/>
              <a:gd name="connsiteX14" fmla="*/ 0 w 2051050"/>
              <a:gd name="connsiteY14" fmla="*/ 1239488 h 2951163"/>
              <a:gd name="connsiteX15" fmla="*/ 0 w 2051050"/>
              <a:gd name="connsiteY15" fmla="*/ 708279 h 2951163"/>
              <a:gd name="connsiteX16" fmla="*/ 0 w 2051050"/>
              <a:gd name="connsiteY16" fmla="*/ 0 h 295116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Lst>
            <a:rect l="l" t="t" r="r" b="b"/>
            <a:pathLst>
              <a:path w="2051050" h="2951163" extrusionOk="0">
                <a:moveTo>
                  <a:pt x="0" y="0"/>
                </a:moveTo>
                <a:cubicBezTo>
                  <a:pt x="306279" y="21950"/>
                  <a:pt x="339620" y="1228"/>
                  <a:pt x="622152" y="0"/>
                </a:cubicBezTo>
                <a:cubicBezTo>
                  <a:pt x="904684" y="-1228"/>
                  <a:pt x="1011457" y="20320"/>
                  <a:pt x="1264814" y="0"/>
                </a:cubicBezTo>
                <a:cubicBezTo>
                  <a:pt x="1518171" y="-20320"/>
                  <a:pt x="1857420" y="-30729"/>
                  <a:pt x="2051050" y="0"/>
                </a:cubicBezTo>
                <a:cubicBezTo>
                  <a:pt x="2063232" y="245709"/>
                  <a:pt x="2041507" y="343479"/>
                  <a:pt x="2051050" y="560721"/>
                </a:cubicBezTo>
                <a:cubicBezTo>
                  <a:pt x="2060593" y="777963"/>
                  <a:pt x="2080940" y="886218"/>
                  <a:pt x="2051050" y="1209977"/>
                </a:cubicBezTo>
                <a:cubicBezTo>
                  <a:pt x="2021160" y="1533736"/>
                  <a:pt x="2044051" y="1542940"/>
                  <a:pt x="2051050" y="1711675"/>
                </a:cubicBezTo>
                <a:cubicBezTo>
                  <a:pt x="2058049" y="1880410"/>
                  <a:pt x="2060947" y="2114975"/>
                  <a:pt x="2051050" y="2242884"/>
                </a:cubicBezTo>
                <a:cubicBezTo>
                  <a:pt x="2041153" y="2370793"/>
                  <a:pt x="2081957" y="2753717"/>
                  <a:pt x="2051050" y="2951163"/>
                </a:cubicBezTo>
                <a:cubicBezTo>
                  <a:pt x="1910115" y="2975025"/>
                  <a:pt x="1602720" y="2978995"/>
                  <a:pt x="1428898" y="2951163"/>
                </a:cubicBezTo>
                <a:cubicBezTo>
                  <a:pt x="1255076" y="2923331"/>
                  <a:pt x="924160" y="2933002"/>
                  <a:pt x="786236" y="2951163"/>
                </a:cubicBezTo>
                <a:cubicBezTo>
                  <a:pt x="648312" y="2969324"/>
                  <a:pt x="370261" y="2923618"/>
                  <a:pt x="0" y="2951163"/>
                </a:cubicBezTo>
                <a:cubicBezTo>
                  <a:pt x="14797" y="2840414"/>
                  <a:pt x="24747" y="2604392"/>
                  <a:pt x="0" y="2449465"/>
                </a:cubicBezTo>
                <a:cubicBezTo>
                  <a:pt x="-24747" y="2294538"/>
                  <a:pt x="12162" y="2112558"/>
                  <a:pt x="0" y="1829721"/>
                </a:cubicBezTo>
                <a:cubicBezTo>
                  <a:pt x="-12162" y="1546884"/>
                  <a:pt x="8429" y="1364361"/>
                  <a:pt x="0" y="1239488"/>
                </a:cubicBezTo>
                <a:cubicBezTo>
                  <a:pt x="-8429" y="1114615"/>
                  <a:pt x="7141" y="949936"/>
                  <a:pt x="0" y="708279"/>
                </a:cubicBezTo>
                <a:cubicBezTo>
                  <a:pt x="-7141" y="466622"/>
                  <a:pt x="-34761" y="237017"/>
                  <a:pt x="0" y="0"/>
                </a:cubicBezTo>
                <a:close/>
              </a:path>
            </a:pathLst>
          </a:custGeom>
          <a:noFill/>
          <a:ln w="25400">
            <a:solidFill>
              <a:schemeClr val="tx1">
                <a:lumMod val="95000"/>
                <a:lumOff val="5000"/>
              </a:schemeClr>
            </a:solidFill>
            <a:extLst>
              <a:ext uri="{C807C97D-BFC1-408E-A445-0C87EB9F89A2}">
                <ask:lineSketchStyleProps xmlns:ask="http://schemas.microsoft.com/office/drawing/2018/sketchyshapes" sd="1762638383">
                  <a:prstGeom prst="rect">
                    <a:avLst/>
                  </a:prstGeom>
                  <ask:type>
                    <ask:lineSketchFreehand/>
                  </ask:type>
                </ask:lineSketchStyleProps>
              </a:ext>
            </a:extLst>
          </a:ln>
        </p:spPr>
        <p:style>
          <a:lnRef idx="2">
            <a:schemeClr val="accent3">
              <a:shade val="50000"/>
            </a:schemeClr>
          </a:lnRef>
          <a:fillRef idx="1">
            <a:schemeClr val="accent3"/>
          </a:fillRef>
          <a:effectRef idx="0">
            <a:schemeClr val="accent3"/>
          </a:effectRef>
          <a:fontRef idx="minor">
            <a:schemeClr val="lt1"/>
          </a:fontRef>
        </p:style>
        <p:txBody>
          <a:bodyPr rtlCol="0" anchor="ctr"/>
          <a:lstStyle/>
          <a:p>
            <a:pPr algn="ctr"/>
            <a:endParaRPr lang="de-AT" dirty="0"/>
          </a:p>
        </p:txBody>
      </p:sp>
      <p:sp>
        <p:nvSpPr>
          <p:cNvPr id="44" name="Rectangle 43">
            <a:extLst>
              <a:ext uri="{FF2B5EF4-FFF2-40B4-BE49-F238E27FC236}">
                <a16:creationId xmlns:a16="http://schemas.microsoft.com/office/drawing/2014/main" id="{85F12697-79D9-92A4-9F88-9DF36B33C007}"/>
              </a:ext>
              <a:ext uri="{C183D7F6-B498-43B3-948B-1728B52AA6E4}">
                <adec:decorative xmlns:adec="http://schemas.microsoft.com/office/drawing/2017/decorative" val="1"/>
              </a:ext>
            </a:extLst>
          </p:cNvPr>
          <p:cNvSpPr/>
          <p:nvPr/>
        </p:nvSpPr>
        <p:spPr>
          <a:xfrm>
            <a:off x="1767968" y="6044742"/>
            <a:ext cx="523086" cy="579808"/>
          </a:xfrm>
          <a:prstGeom prst="rect">
            <a:avLst/>
          </a:prstGeom>
          <a:solidFill>
            <a:schemeClr val="bg1"/>
          </a:solidFill>
          <a:ln w="3810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pt-BR"/>
          </a:p>
        </p:txBody>
      </p:sp>
      <p:sp>
        <p:nvSpPr>
          <p:cNvPr id="45" name="Rectangle 44">
            <a:extLst>
              <a:ext uri="{FF2B5EF4-FFF2-40B4-BE49-F238E27FC236}">
                <a16:creationId xmlns:a16="http://schemas.microsoft.com/office/drawing/2014/main" id="{22A03A3E-E51F-3A4B-85AE-D97610A1A352}"/>
              </a:ext>
              <a:ext uri="{C183D7F6-B498-43B3-948B-1728B52AA6E4}">
                <adec:decorative xmlns:adec="http://schemas.microsoft.com/office/drawing/2017/decorative" val="1"/>
              </a:ext>
            </a:extLst>
          </p:cNvPr>
          <p:cNvSpPr/>
          <p:nvPr/>
        </p:nvSpPr>
        <p:spPr>
          <a:xfrm>
            <a:off x="3994939" y="6044742"/>
            <a:ext cx="523086" cy="579808"/>
          </a:xfrm>
          <a:prstGeom prst="rect">
            <a:avLst/>
          </a:prstGeom>
          <a:solidFill>
            <a:schemeClr val="bg1"/>
          </a:solidFill>
          <a:ln w="3810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pt-BR"/>
          </a:p>
        </p:txBody>
      </p:sp>
      <p:sp>
        <p:nvSpPr>
          <p:cNvPr id="46" name="Rectangle 45">
            <a:extLst>
              <a:ext uri="{FF2B5EF4-FFF2-40B4-BE49-F238E27FC236}">
                <a16:creationId xmlns:a16="http://schemas.microsoft.com/office/drawing/2014/main" id="{14340EFC-F193-4759-D8FA-8B02906006E5}"/>
              </a:ext>
              <a:ext uri="{C183D7F6-B498-43B3-948B-1728B52AA6E4}">
                <adec:decorative xmlns:adec="http://schemas.microsoft.com/office/drawing/2017/decorative" val="1"/>
              </a:ext>
            </a:extLst>
          </p:cNvPr>
          <p:cNvSpPr/>
          <p:nvPr/>
        </p:nvSpPr>
        <p:spPr>
          <a:xfrm>
            <a:off x="6189447" y="6044742"/>
            <a:ext cx="523086" cy="579808"/>
          </a:xfrm>
          <a:prstGeom prst="rect">
            <a:avLst/>
          </a:prstGeom>
          <a:solidFill>
            <a:schemeClr val="bg1"/>
          </a:solidFill>
          <a:ln w="3810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pt-BR"/>
          </a:p>
        </p:txBody>
      </p:sp>
      <p:sp>
        <p:nvSpPr>
          <p:cNvPr id="47" name="TextBox 46">
            <a:extLst>
              <a:ext uri="{FF2B5EF4-FFF2-40B4-BE49-F238E27FC236}">
                <a16:creationId xmlns:a16="http://schemas.microsoft.com/office/drawing/2014/main" id="{53BD6F36-09EF-37CC-9AB2-B515F3016E30}"/>
              </a:ext>
              <a:ext uri="{C183D7F6-B498-43B3-948B-1728B52AA6E4}">
                <adec:decorative xmlns:adec="http://schemas.microsoft.com/office/drawing/2017/decorative" val="1"/>
              </a:ext>
            </a:extLst>
          </p:cNvPr>
          <p:cNvSpPr txBox="1"/>
          <p:nvPr/>
        </p:nvSpPr>
        <p:spPr>
          <a:xfrm>
            <a:off x="1753308" y="6030498"/>
            <a:ext cx="518091" cy="562975"/>
          </a:xfrm>
          <a:prstGeom prst="rect">
            <a:avLst/>
          </a:prstGeom>
          <a:noFill/>
        </p:spPr>
        <p:txBody>
          <a:bodyPr wrap="none" rtlCol="0">
            <a:spAutoFit/>
          </a:bodyPr>
          <a:lstStyle/>
          <a:p>
            <a:pPr>
              <a:lnSpc>
                <a:spcPct val="150000"/>
              </a:lnSpc>
            </a:pPr>
            <a:r>
              <a:rPr lang="de-DE" sz="700" b="1" dirty="0" err="1">
                <a:latin typeface="Kristen ITC" panose="03050502040202030202" pitchFamily="66" charset="0"/>
              </a:rPr>
              <a:t>Salade</a:t>
            </a:r>
            <a:br>
              <a:rPr lang="de-DE" sz="700" b="1" dirty="0">
                <a:latin typeface="Kristen ITC" panose="03050502040202030202" pitchFamily="66" charset="0"/>
              </a:rPr>
            </a:br>
            <a:r>
              <a:rPr lang="de-DE" sz="700" b="1" dirty="0">
                <a:latin typeface="Kristen ITC" panose="03050502040202030202" pitchFamily="66" charset="0"/>
              </a:rPr>
              <a:t>Poisson</a:t>
            </a:r>
          </a:p>
          <a:p>
            <a:pPr>
              <a:lnSpc>
                <a:spcPct val="150000"/>
              </a:lnSpc>
            </a:pPr>
            <a:r>
              <a:rPr lang="de-DE" sz="700" b="1" dirty="0">
                <a:latin typeface="Kristen ITC" panose="03050502040202030202" pitchFamily="66" charset="0"/>
              </a:rPr>
              <a:t>Canard</a:t>
            </a:r>
            <a:endParaRPr lang="pt-BR" sz="700" b="1" dirty="0">
              <a:latin typeface="Kristen ITC" panose="03050502040202030202" pitchFamily="66" charset="0"/>
            </a:endParaRPr>
          </a:p>
        </p:txBody>
      </p:sp>
      <p:sp>
        <p:nvSpPr>
          <p:cNvPr id="48" name="TextBox 47">
            <a:extLst>
              <a:ext uri="{FF2B5EF4-FFF2-40B4-BE49-F238E27FC236}">
                <a16:creationId xmlns:a16="http://schemas.microsoft.com/office/drawing/2014/main" id="{B083CA16-CEC5-7CD4-AE9F-A5F8CA71A1D1}"/>
              </a:ext>
              <a:ext uri="{C183D7F6-B498-43B3-948B-1728B52AA6E4}">
                <adec:decorative xmlns:adec="http://schemas.microsoft.com/office/drawing/2017/decorative" val="1"/>
              </a:ext>
            </a:extLst>
          </p:cNvPr>
          <p:cNvSpPr txBox="1"/>
          <p:nvPr/>
        </p:nvSpPr>
        <p:spPr>
          <a:xfrm>
            <a:off x="3975796" y="6053447"/>
            <a:ext cx="518091" cy="562975"/>
          </a:xfrm>
          <a:prstGeom prst="rect">
            <a:avLst/>
          </a:prstGeom>
          <a:noFill/>
        </p:spPr>
        <p:txBody>
          <a:bodyPr wrap="none" rtlCol="0">
            <a:spAutoFit/>
          </a:bodyPr>
          <a:lstStyle/>
          <a:p>
            <a:pPr>
              <a:lnSpc>
                <a:spcPct val="150000"/>
              </a:lnSpc>
            </a:pPr>
            <a:r>
              <a:rPr lang="de-DE" sz="700" b="1" dirty="0" err="1">
                <a:latin typeface="Kristen ITC" panose="03050502040202030202" pitchFamily="66" charset="0"/>
              </a:rPr>
              <a:t>Salade</a:t>
            </a:r>
            <a:br>
              <a:rPr lang="de-DE" sz="700" b="1" dirty="0">
                <a:latin typeface="Kristen ITC" panose="03050502040202030202" pitchFamily="66" charset="0"/>
              </a:rPr>
            </a:br>
            <a:r>
              <a:rPr lang="de-DE" sz="700" b="1" dirty="0">
                <a:latin typeface="Kristen ITC" panose="03050502040202030202" pitchFamily="66" charset="0"/>
              </a:rPr>
              <a:t>Poisson</a:t>
            </a:r>
          </a:p>
          <a:p>
            <a:pPr>
              <a:lnSpc>
                <a:spcPct val="150000"/>
              </a:lnSpc>
            </a:pPr>
            <a:r>
              <a:rPr lang="de-DE" sz="700" b="1" dirty="0">
                <a:latin typeface="Kristen ITC" panose="03050502040202030202" pitchFamily="66" charset="0"/>
              </a:rPr>
              <a:t>Canard</a:t>
            </a:r>
            <a:endParaRPr lang="pt-BR" sz="700" b="1" dirty="0">
              <a:latin typeface="Kristen ITC" panose="03050502040202030202" pitchFamily="66" charset="0"/>
            </a:endParaRPr>
          </a:p>
        </p:txBody>
      </p:sp>
      <p:sp>
        <p:nvSpPr>
          <p:cNvPr id="49" name="TextBox 48">
            <a:extLst>
              <a:ext uri="{FF2B5EF4-FFF2-40B4-BE49-F238E27FC236}">
                <a16:creationId xmlns:a16="http://schemas.microsoft.com/office/drawing/2014/main" id="{0BFC94F2-016B-8953-0BD6-DB5E7AC7CE72}"/>
              </a:ext>
              <a:ext uri="{C183D7F6-B498-43B3-948B-1728B52AA6E4}">
                <adec:decorative xmlns:adec="http://schemas.microsoft.com/office/drawing/2017/decorative" val="1"/>
              </a:ext>
            </a:extLst>
          </p:cNvPr>
          <p:cNvSpPr txBox="1"/>
          <p:nvPr/>
        </p:nvSpPr>
        <p:spPr>
          <a:xfrm>
            <a:off x="6175330" y="6041058"/>
            <a:ext cx="518091" cy="562975"/>
          </a:xfrm>
          <a:prstGeom prst="rect">
            <a:avLst/>
          </a:prstGeom>
          <a:noFill/>
        </p:spPr>
        <p:txBody>
          <a:bodyPr wrap="none" rtlCol="0">
            <a:spAutoFit/>
          </a:bodyPr>
          <a:lstStyle/>
          <a:p>
            <a:pPr>
              <a:lnSpc>
                <a:spcPct val="150000"/>
              </a:lnSpc>
            </a:pPr>
            <a:r>
              <a:rPr lang="de-DE" sz="700" b="1" dirty="0" err="1">
                <a:latin typeface="Kristen ITC" panose="03050502040202030202" pitchFamily="66" charset="0"/>
              </a:rPr>
              <a:t>Salade</a:t>
            </a:r>
            <a:br>
              <a:rPr lang="de-DE" sz="700" b="1" dirty="0">
                <a:latin typeface="Kristen ITC" panose="03050502040202030202" pitchFamily="66" charset="0"/>
              </a:rPr>
            </a:br>
            <a:r>
              <a:rPr lang="de-DE" sz="700" b="1" dirty="0">
                <a:latin typeface="Kristen ITC" panose="03050502040202030202" pitchFamily="66" charset="0"/>
              </a:rPr>
              <a:t>Poisson</a:t>
            </a:r>
          </a:p>
          <a:p>
            <a:pPr>
              <a:lnSpc>
                <a:spcPct val="150000"/>
              </a:lnSpc>
            </a:pPr>
            <a:r>
              <a:rPr lang="de-DE" sz="700" b="1" dirty="0">
                <a:latin typeface="Kristen ITC" panose="03050502040202030202" pitchFamily="66" charset="0"/>
              </a:rPr>
              <a:t>Canard</a:t>
            </a:r>
            <a:endParaRPr lang="pt-BR" sz="700" b="1" dirty="0">
              <a:latin typeface="Kristen ITC" panose="03050502040202030202" pitchFamily="66" charset="0"/>
            </a:endParaRPr>
          </a:p>
        </p:txBody>
      </p:sp>
      <p:pic>
        <p:nvPicPr>
          <p:cNvPr id="51" name="Picture 50">
            <a:extLst>
              <a:ext uri="{FF2B5EF4-FFF2-40B4-BE49-F238E27FC236}">
                <a16:creationId xmlns:a16="http://schemas.microsoft.com/office/drawing/2014/main" id="{02F5B549-73EA-6361-2EE7-3F18DC980162}"/>
              </a:ext>
              <a:ext uri="{C183D7F6-B498-43B3-948B-1728B52AA6E4}">
                <adec:decorative xmlns:adec="http://schemas.microsoft.com/office/drawing/2017/decorative" val="1"/>
              </a:ext>
            </a:extLst>
          </p:cNvPr>
          <p:cNvPicPr>
            <a:picLocks noChangeAspect="1"/>
          </p:cNvPicPr>
          <p:nvPr/>
        </p:nvPicPr>
        <p:blipFill>
          <a:blip r:embed="rId6">
            <a:extLst>
              <a:ext uri="{28A0092B-C50C-407E-A947-70E740481C1C}">
                <a14:useLocalDpi xmlns:a14="http://schemas.microsoft.com/office/drawing/2010/main" val="0"/>
              </a:ext>
            </a:extLst>
          </a:blip>
          <a:stretch>
            <a:fillRect/>
          </a:stretch>
        </p:blipFill>
        <p:spPr>
          <a:xfrm>
            <a:off x="1832395" y="6112165"/>
            <a:ext cx="349817" cy="107370"/>
          </a:xfrm>
          <a:prstGeom prst="rect">
            <a:avLst/>
          </a:prstGeom>
        </p:spPr>
      </p:pic>
      <p:pic>
        <p:nvPicPr>
          <p:cNvPr id="52" name="Picture 51">
            <a:extLst>
              <a:ext uri="{FF2B5EF4-FFF2-40B4-BE49-F238E27FC236}">
                <a16:creationId xmlns:a16="http://schemas.microsoft.com/office/drawing/2014/main" id="{81AFE3C1-34FC-ADB3-3E53-AAA258A2474F}"/>
              </a:ext>
              <a:ext uri="{C183D7F6-B498-43B3-948B-1728B52AA6E4}">
                <adec:decorative xmlns:adec="http://schemas.microsoft.com/office/drawing/2017/decorative" val="1"/>
              </a:ext>
            </a:extLst>
          </p:cNvPr>
          <p:cNvPicPr>
            <a:picLocks noChangeAspect="1"/>
          </p:cNvPicPr>
          <p:nvPr/>
        </p:nvPicPr>
        <p:blipFill>
          <a:blip r:embed="rId6">
            <a:extLst>
              <a:ext uri="{28A0092B-C50C-407E-A947-70E740481C1C}">
                <a14:useLocalDpi xmlns:a14="http://schemas.microsoft.com/office/drawing/2010/main" val="0"/>
              </a:ext>
            </a:extLst>
          </a:blip>
          <a:stretch>
            <a:fillRect/>
          </a:stretch>
        </p:blipFill>
        <p:spPr>
          <a:xfrm>
            <a:off x="4061625" y="6112165"/>
            <a:ext cx="349817" cy="107370"/>
          </a:xfrm>
          <a:prstGeom prst="rect">
            <a:avLst/>
          </a:prstGeom>
        </p:spPr>
      </p:pic>
      <p:pic>
        <p:nvPicPr>
          <p:cNvPr id="53" name="Picture 52">
            <a:extLst>
              <a:ext uri="{FF2B5EF4-FFF2-40B4-BE49-F238E27FC236}">
                <a16:creationId xmlns:a16="http://schemas.microsoft.com/office/drawing/2014/main" id="{1086DB64-E8FD-20F0-897C-DAD19A8B6505}"/>
              </a:ext>
              <a:ext uri="{C183D7F6-B498-43B3-948B-1728B52AA6E4}">
                <adec:decorative xmlns:adec="http://schemas.microsoft.com/office/drawing/2017/decorative" val="1"/>
              </a:ext>
            </a:extLst>
          </p:cNvPr>
          <p:cNvPicPr>
            <a:picLocks noChangeAspect="1"/>
          </p:cNvPicPr>
          <p:nvPr/>
        </p:nvPicPr>
        <p:blipFill>
          <a:blip r:embed="rId6">
            <a:extLst>
              <a:ext uri="{28A0092B-C50C-407E-A947-70E740481C1C}">
                <a14:useLocalDpi xmlns:a14="http://schemas.microsoft.com/office/drawing/2010/main" val="0"/>
              </a:ext>
            </a:extLst>
          </a:blip>
          <a:stretch>
            <a:fillRect/>
          </a:stretch>
        </p:blipFill>
        <p:spPr>
          <a:xfrm>
            <a:off x="4042321" y="6277965"/>
            <a:ext cx="349817" cy="107370"/>
          </a:xfrm>
          <a:prstGeom prst="rect">
            <a:avLst/>
          </a:prstGeom>
        </p:spPr>
      </p:pic>
      <p:pic>
        <p:nvPicPr>
          <p:cNvPr id="54" name="Picture 53">
            <a:extLst>
              <a:ext uri="{FF2B5EF4-FFF2-40B4-BE49-F238E27FC236}">
                <a16:creationId xmlns:a16="http://schemas.microsoft.com/office/drawing/2014/main" id="{3CB70089-3B3A-8C32-9988-0600E6372B82}"/>
              </a:ext>
              <a:ext uri="{C183D7F6-B498-43B3-948B-1728B52AA6E4}">
                <adec:decorative xmlns:adec="http://schemas.microsoft.com/office/drawing/2017/decorative" val="1"/>
              </a:ext>
            </a:extLst>
          </p:cNvPr>
          <p:cNvPicPr>
            <a:picLocks noChangeAspect="1"/>
          </p:cNvPicPr>
          <p:nvPr/>
        </p:nvPicPr>
        <p:blipFill>
          <a:blip r:embed="rId6">
            <a:extLst>
              <a:ext uri="{28A0092B-C50C-407E-A947-70E740481C1C}">
                <a14:useLocalDpi xmlns:a14="http://schemas.microsoft.com/office/drawing/2010/main" val="0"/>
              </a:ext>
            </a:extLst>
          </a:blip>
          <a:stretch>
            <a:fillRect/>
          </a:stretch>
        </p:blipFill>
        <p:spPr>
          <a:xfrm>
            <a:off x="6258599" y="6129104"/>
            <a:ext cx="349817" cy="107370"/>
          </a:xfrm>
          <a:prstGeom prst="rect">
            <a:avLst/>
          </a:prstGeom>
        </p:spPr>
      </p:pic>
      <p:pic>
        <p:nvPicPr>
          <p:cNvPr id="55" name="Picture 54">
            <a:extLst>
              <a:ext uri="{FF2B5EF4-FFF2-40B4-BE49-F238E27FC236}">
                <a16:creationId xmlns:a16="http://schemas.microsoft.com/office/drawing/2014/main" id="{6DA0DC90-C522-678A-48B1-F4873CE31D50}"/>
              </a:ext>
              <a:ext uri="{C183D7F6-B498-43B3-948B-1728B52AA6E4}">
                <adec:decorative xmlns:adec="http://schemas.microsoft.com/office/drawing/2017/decorative" val="1"/>
              </a:ext>
            </a:extLst>
          </p:cNvPr>
          <p:cNvPicPr>
            <a:picLocks noChangeAspect="1"/>
          </p:cNvPicPr>
          <p:nvPr/>
        </p:nvPicPr>
        <p:blipFill>
          <a:blip r:embed="rId6">
            <a:extLst>
              <a:ext uri="{28A0092B-C50C-407E-A947-70E740481C1C}">
                <a14:useLocalDpi xmlns:a14="http://schemas.microsoft.com/office/drawing/2010/main" val="0"/>
              </a:ext>
            </a:extLst>
          </a:blip>
          <a:stretch>
            <a:fillRect/>
          </a:stretch>
        </p:blipFill>
        <p:spPr>
          <a:xfrm>
            <a:off x="6239295" y="6294904"/>
            <a:ext cx="349817" cy="107370"/>
          </a:xfrm>
          <a:prstGeom prst="rect">
            <a:avLst/>
          </a:prstGeom>
        </p:spPr>
      </p:pic>
      <p:pic>
        <p:nvPicPr>
          <p:cNvPr id="56" name="Picture 55">
            <a:extLst>
              <a:ext uri="{FF2B5EF4-FFF2-40B4-BE49-F238E27FC236}">
                <a16:creationId xmlns:a16="http://schemas.microsoft.com/office/drawing/2014/main" id="{930A927E-2351-3301-0338-E6B18B5D1A6D}"/>
              </a:ext>
              <a:ext uri="{C183D7F6-B498-43B3-948B-1728B52AA6E4}">
                <adec:decorative xmlns:adec="http://schemas.microsoft.com/office/drawing/2017/decorative" val="1"/>
              </a:ext>
            </a:extLst>
          </p:cNvPr>
          <p:cNvPicPr>
            <a:picLocks noChangeAspect="1"/>
          </p:cNvPicPr>
          <p:nvPr/>
        </p:nvPicPr>
        <p:blipFill>
          <a:blip r:embed="rId6">
            <a:extLst>
              <a:ext uri="{28A0092B-C50C-407E-A947-70E740481C1C}">
                <a14:useLocalDpi xmlns:a14="http://schemas.microsoft.com/office/drawing/2010/main" val="0"/>
              </a:ext>
            </a:extLst>
          </a:blip>
          <a:stretch>
            <a:fillRect/>
          </a:stretch>
        </p:blipFill>
        <p:spPr>
          <a:xfrm>
            <a:off x="6249057" y="6452667"/>
            <a:ext cx="349817" cy="107370"/>
          </a:xfrm>
          <a:prstGeom prst="rect">
            <a:avLst/>
          </a:prstGeom>
        </p:spPr>
      </p:pic>
      <p:sp>
        <p:nvSpPr>
          <p:cNvPr id="2" name="Textfeld 49">
            <a:extLst>
              <a:ext uri="{FF2B5EF4-FFF2-40B4-BE49-F238E27FC236}">
                <a16:creationId xmlns:a16="http://schemas.microsoft.com/office/drawing/2014/main" id="{5C375986-88DB-DC33-6102-BCFFFD35BEDE}"/>
              </a:ext>
            </a:extLst>
          </p:cNvPr>
          <p:cNvSpPr txBox="1"/>
          <p:nvPr/>
        </p:nvSpPr>
        <p:spPr>
          <a:xfrm>
            <a:off x="114552" y="221488"/>
            <a:ext cx="2055144" cy="246221"/>
          </a:xfrm>
          <a:prstGeom prst="rect">
            <a:avLst/>
          </a:prstGeom>
          <a:noFill/>
        </p:spPr>
        <p:txBody>
          <a:bodyPr wrap="square" rtlCol="0">
            <a:spAutoFit/>
          </a:bodyPr>
          <a:lstStyle/>
          <a:p>
            <a:r>
              <a:rPr lang="de-AT" sz="1000" dirty="0" err="1">
                <a:latin typeface="Pangolin" panose="00000500000000000000"/>
              </a:rPr>
              <a:t>Pensée</a:t>
            </a:r>
            <a:r>
              <a:rPr lang="de-AT" sz="1000" dirty="0">
                <a:latin typeface="Pangolin" panose="00000500000000000000"/>
              </a:rPr>
              <a:t> </a:t>
            </a:r>
            <a:r>
              <a:rPr lang="de-AT" sz="1000" dirty="0" err="1">
                <a:latin typeface="Pangolin" panose="00000500000000000000"/>
              </a:rPr>
              <a:t>Mathématique</a:t>
            </a:r>
            <a:endParaRPr lang="de-DE" sz="1000" dirty="0">
              <a:latin typeface="Pangolin" panose="00000500000000000000" pitchFamily="2" charset="0"/>
            </a:endParaRPr>
          </a:p>
        </p:txBody>
      </p:sp>
      <p:sp>
        <p:nvSpPr>
          <p:cNvPr id="17" name="Textfeld 16">
            <a:extLst>
              <a:ext uri="{FF2B5EF4-FFF2-40B4-BE49-F238E27FC236}">
                <a16:creationId xmlns:a16="http://schemas.microsoft.com/office/drawing/2014/main" id="{EAB2CE85-EDAA-40CE-91A0-7CF9037A8673}"/>
              </a:ext>
            </a:extLst>
          </p:cNvPr>
          <p:cNvSpPr txBox="1"/>
          <p:nvPr/>
        </p:nvSpPr>
        <p:spPr>
          <a:xfrm>
            <a:off x="432888" y="592110"/>
            <a:ext cx="1622375" cy="400110"/>
          </a:xfrm>
          <a:prstGeom prst="rect">
            <a:avLst/>
          </a:prstGeom>
          <a:noFill/>
        </p:spPr>
        <p:txBody>
          <a:bodyPr wrap="square">
            <a:spAutoFit/>
          </a:bodyPr>
          <a:lstStyle/>
          <a:p>
            <a:pPr algn="ctr"/>
            <a:r>
              <a:rPr lang="fr-FR" sz="1000">
                <a:latin typeface="Pangolin" panose="00000500000000000000" pitchFamily="2" charset="0"/>
              </a:rPr>
              <a:t>Le serveur prend la commande à table...</a:t>
            </a:r>
            <a:endParaRPr lang="de-AT" sz="1000" dirty="0">
              <a:solidFill>
                <a:schemeClr val="tx1"/>
              </a:solidFill>
              <a:latin typeface="Pangolin" panose="00000500000000000000" pitchFamily="2" charset="0"/>
            </a:endParaRPr>
          </a:p>
        </p:txBody>
      </p:sp>
      <p:sp>
        <p:nvSpPr>
          <p:cNvPr id="39" name="TextBox 38">
            <a:extLst>
              <a:ext uri="{FF2B5EF4-FFF2-40B4-BE49-F238E27FC236}">
                <a16:creationId xmlns:a16="http://schemas.microsoft.com/office/drawing/2014/main" id="{25D5D8FD-2D51-49AF-715E-6936F3C12A04}"/>
              </a:ext>
            </a:extLst>
          </p:cNvPr>
          <p:cNvSpPr txBox="1"/>
          <p:nvPr/>
        </p:nvSpPr>
        <p:spPr>
          <a:xfrm rot="20417420">
            <a:off x="741412" y="1710074"/>
            <a:ext cx="1104790" cy="923330"/>
          </a:xfrm>
          <a:prstGeom prst="rect">
            <a:avLst/>
          </a:prstGeom>
          <a:noFill/>
        </p:spPr>
        <p:txBody>
          <a:bodyPr wrap="none" rtlCol="0">
            <a:spAutoFit/>
          </a:bodyPr>
          <a:lstStyle/>
          <a:p>
            <a:r>
              <a:rPr lang="de-DE" dirty="0" err="1">
                <a:latin typeface="Segoe Script" panose="030B0504020000000003" pitchFamily="66" charset="0"/>
              </a:rPr>
              <a:t>Salade</a:t>
            </a:r>
            <a:br>
              <a:rPr lang="de-DE" dirty="0">
                <a:latin typeface="Segoe Script" panose="030B0504020000000003" pitchFamily="66" charset="0"/>
              </a:rPr>
            </a:br>
            <a:r>
              <a:rPr lang="de-DE" dirty="0">
                <a:latin typeface="Segoe Script" panose="030B0504020000000003" pitchFamily="66" charset="0"/>
              </a:rPr>
              <a:t>Poisson</a:t>
            </a:r>
          </a:p>
          <a:p>
            <a:r>
              <a:rPr lang="de-DE" dirty="0">
                <a:latin typeface="Segoe Script" panose="030B0504020000000003" pitchFamily="66" charset="0"/>
              </a:rPr>
              <a:t>Canard</a:t>
            </a:r>
            <a:endParaRPr lang="pt-BR" dirty="0">
              <a:latin typeface="Segoe Script" panose="030B0504020000000003" pitchFamily="66" charset="0"/>
            </a:endParaRPr>
          </a:p>
        </p:txBody>
      </p:sp>
      <p:sp>
        <p:nvSpPr>
          <p:cNvPr id="19" name="Textfeld 18">
            <a:extLst>
              <a:ext uri="{FF2B5EF4-FFF2-40B4-BE49-F238E27FC236}">
                <a16:creationId xmlns:a16="http://schemas.microsoft.com/office/drawing/2014/main" id="{77766320-C323-4F05-B79B-21F5B1A5F7A2}"/>
              </a:ext>
            </a:extLst>
          </p:cNvPr>
          <p:cNvSpPr txBox="1"/>
          <p:nvPr/>
        </p:nvSpPr>
        <p:spPr>
          <a:xfrm>
            <a:off x="2666184" y="621429"/>
            <a:ext cx="1430924" cy="400110"/>
          </a:xfrm>
          <a:prstGeom prst="rect">
            <a:avLst/>
          </a:prstGeom>
          <a:noFill/>
        </p:spPr>
        <p:txBody>
          <a:bodyPr wrap="square">
            <a:spAutoFit/>
          </a:bodyPr>
          <a:lstStyle/>
          <a:p>
            <a:pPr algn="ctr"/>
            <a:r>
              <a:rPr lang="fr-FR" sz="1000">
                <a:latin typeface="Pangolin" panose="00000500000000000000" pitchFamily="2" charset="0"/>
              </a:rPr>
              <a:t>... Et il continue à travailler, jusqu’à...</a:t>
            </a:r>
            <a:endParaRPr lang="de-AT" sz="1000" dirty="0">
              <a:solidFill>
                <a:schemeClr val="tx1"/>
              </a:solidFill>
              <a:latin typeface="Pangolin" panose="00000500000000000000" pitchFamily="2" charset="0"/>
            </a:endParaRPr>
          </a:p>
        </p:txBody>
      </p:sp>
      <p:sp>
        <p:nvSpPr>
          <p:cNvPr id="20" name="Textfeld 19">
            <a:extLst>
              <a:ext uri="{FF2B5EF4-FFF2-40B4-BE49-F238E27FC236}">
                <a16:creationId xmlns:a16="http://schemas.microsoft.com/office/drawing/2014/main" id="{B24C216A-D5C5-4BB2-8DD4-89F87B09606C}"/>
              </a:ext>
            </a:extLst>
          </p:cNvPr>
          <p:cNvSpPr txBox="1"/>
          <p:nvPr/>
        </p:nvSpPr>
        <p:spPr>
          <a:xfrm>
            <a:off x="4788987" y="600764"/>
            <a:ext cx="1636126" cy="400110"/>
          </a:xfrm>
          <a:prstGeom prst="rect">
            <a:avLst/>
          </a:prstGeom>
          <a:noFill/>
        </p:spPr>
        <p:txBody>
          <a:bodyPr wrap="square">
            <a:spAutoFit/>
          </a:bodyPr>
          <a:lstStyle/>
          <a:p>
            <a:pPr algn="ctr"/>
            <a:r>
              <a:rPr lang="fr-FR" sz="1000" dirty="0">
                <a:latin typeface="Pangolin" panose="00000500000000000000" pitchFamily="2" charset="0"/>
              </a:rPr>
              <a:t>Commande prête pour la table 8 !</a:t>
            </a:r>
            <a:endParaRPr lang="de-AT" sz="1000" dirty="0">
              <a:solidFill>
                <a:schemeClr val="tx1"/>
              </a:solidFill>
              <a:latin typeface="Pangolin" panose="00000500000000000000" pitchFamily="2" charset="0"/>
            </a:endParaRPr>
          </a:p>
        </p:txBody>
      </p:sp>
      <p:sp>
        <p:nvSpPr>
          <p:cNvPr id="21" name="Textfeld 20">
            <a:extLst>
              <a:ext uri="{FF2B5EF4-FFF2-40B4-BE49-F238E27FC236}">
                <a16:creationId xmlns:a16="http://schemas.microsoft.com/office/drawing/2014/main" id="{710136DB-CD31-4F92-AD93-4D8E7954D92B}"/>
              </a:ext>
            </a:extLst>
          </p:cNvPr>
          <p:cNvSpPr txBox="1"/>
          <p:nvPr/>
        </p:nvSpPr>
        <p:spPr>
          <a:xfrm>
            <a:off x="5713458" y="1314216"/>
            <a:ext cx="869133" cy="246221"/>
          </a:xfrm>
          <a:prstGeom prst="rect">
            <a:avLst/>
          </a:prstGeom>
          <a:noFill/>
        </p:spPr>
        <p:txBody>
          <a:bodyPr wrap="square">
            <a:spAutoFit/>
          </a:bodyPr>
          <a:lstStyle/>
          <a:p>
            <a:pPr algn="ctr"/>
            <a:r>
              <a:rPr lang="de-DE" sz="1000" dirty="0">
                <a:latin typeface="Pangolin" panose="00000500000000000000" pitchFamily="2" charset="0"/>
              </a:rPr>
              <a:t>Je </a:t>
            </a:r>
            <a:r>
              <a:rPr lang="de-DE" sz="1000" dirty="0" err="1">
                <a:latin typeface="Pangolin" panose="00000500000000000000" pitchFamily="2" charset="0"/>
              </a:rPr>
              <a:t>suis</a:t>
            </a:r>
            <a:r>
              <a:rPr lang="de-DE" sz="1000" dirty="0">
                <a:latin typeface="Pangolin" panose="00000500000000000000" pitchFamily="2" charset="0"/>
              </a:rPr>
              <a:t> </a:t>
            </a:r>
            <a:r>
              <a:rPr lang="de-DE" sz="1000" dirty="0" err="1">
                <a:latin typeface="Pangolin" panose="00000500000000000000" pitchFamily="2" charset="0"/>
              </a:rPr>
              <a:t>là</a:t>
            </a:r>
            <a:r>
              <a:rPr lang="de-DE" sz="1000" dirty="0">
                <a:latin typeface="Pangolin" panose="00000500000000000000" pitchFamily="2" charset="0"/>
              </a:rPr>
              <a:t> !</a:t>
            </a:r>
            <a:endParaRPr lang="de-AT" sz="1000" dirty="0">
              <a:solidFill>
                <a:schemeClr val="tx1"/>
              </a:solidFill>
              <a:latin typeface="Pangolin" panose="00000500000000000000" pitchFamily="2" charset="0"/>
            </a:endParaRPr>
          </a:p>
        </p:txBody>
      </p:sp>
      <p:sp>
        <p:nvSpPr>
          <p:cNvPr id="22" name="Textfeld 21">
            <a:extLst>
              <a:ext uri="{FF2B5EF4-FFF2-40B4-BE49-F238E27FC236}">
                <a16:creationId xmlns:a16="http://schemas.microsoft.com/office/drawing/2014/main" id="{D256D796-B065-41B3-9424-D9E087929BDC}"/>
              </a:ext>
            </a:extLst>
          </p:cNvPr>
          <p:cNvSpPr txBox="1"/>
          <p:nvPr/>
        </p:nvSpPr>
        <p:spPr>
          <a:xfrm>
            <a:off x="244474" y="3642592"/>
            <a:ext cx="2029474" cy="553998"/>
          </a:xfrm>
          <a:prstGeom prst="rect">
            <a:avLst/>
          </a:prstGeom>
          <a:noFill/>
        </p:spPr>
        <p:txBody>
          <a:bodyPr wrap="square">
            <a:spAutoFit/>
          </a:bodyPr>
          <a:lstStyle/>
          <a:p>
            <a:pPr algn="ctr"/>
            <a:r>
              <a:rPr lang="fr-FR" sz="1000">
                <a:latin typeface="Pangolin" panose="00000500000000000000" pitchFamily="2" charset="0"/>
              </a:rPr>
              <a:t>Maintenant, le serveur doit servir chaque client. Habituellement, il demandera qui obtient quoi.</a:t>
            </a:r>
            <a:endParaRPr lang="de-AT" sz="1000" dirty="0">
              <a:solidFill>
                <a:schemeClr val="tx1"/>
              </a:solidFill>
              <a:latin typeface="Pangolin" panose="00000500000000000000" pitchFamily="2" charset="0"/>
            </a:endParaRPr>
          </a:p>
        </p:txBody>
      </p:sp>
      <p:sp>
        <p:nvSpPr>
          <p:cNvPr id="23" name="Textfeld 22">
            <a:extLst>
              <a:ext uri="{FF2B5EF4-FFF2-40B4-BE49-F238E27FC236}">
                <a16:creationId xmlns:a16="http://schemas.microsoft.com/office/drawing/2014/main" id="{6F2AA65D-82EC-4378-AA41-79361034D199}"/>
              </a:ext>
            </a:extLst>
          </p:cNvPr>
          <p:cNvSpPr txBox="1"/>
          <p:nvPr/>
        </p:nvSpPr>
        <p:spPr>
          <a:xfrm>
            <a:off x="359863" y="4342459"/>
            <a:ext cx="1280465" cy="246221"/>
          </a:xfrm>
          <a:prstGeom prst="rect">
            <a:avLst/>
          </a:prstGeom>
          <a:noFill/>
        </p:spPr>
        <p:txBody>
          <a:bodyPr wrap="square">
            <a:spAutoFit/>
          </a:bodyPr>
          <a:lstStyle/>
          <a:p>
            <a:pPr algn="ctr"/>
            <a:r>
              <a:rPr lang="de-DE" sz="1000">
                <a:latin typeface="Pangolin" panose="00000500000000000000" pitchFamily="2" charset="0"/>
              </a:rPr>
              <a:t>Salade?</a:t>
            </a:r>
            <a:endParaRPr lang="de-AT" sz="1000" dirty="0">
              <a:solidFill>
                <a:schemeClr val="tx1"/>
              </a:solidFill>
              <a:latin typeface="Pangolin" panose="00000500000000000000" pitchFamily="2" charset="0"/>
            </a:endParaRPr>
          </a:p>
        </p:txBody>
      </p:sp>
      <p:sp>
        <p:nvSpPr>
          <p:cNvPr id="24" name="Textfeld 23">
            <a:extLst>
              <a:ext uri="{FF2B5EF4-FFF2-40B4-BE49-F238E27FC236}">
                <a16:creationId xmlns:a16="http://schemas.microsoft.com/office/drawing/2014/main" id="{4AC4F8E2-F1E5-42CA-93A7-FB36A1F72476}"/>
              </a:ext>
            </a:extLst>
          </p:cNvPr>
          <p:cNvSpPr txBox="1"/>
          <p:nvPr/>
        </p:nvSpPr>
        <p:spPr>
          <a:xfrm>
            <a:off x="387203" y="4800482"/>
            <a:ext cx="480767" cy="246221"/>
          </a:xfrm>
          <a:prstGeom prst="rect">
            <a:avLst/>
          </a:prstGeom>
          <a:noFill/>
        </p:spPr>
        <p:txBody>
          <a:bodyPr wrap="square">
            <a:spAutoFit/>
          </a:bodyPr>
          <a:lstStyle/>
          <a:p>
            <a:pPr algn="ctr"/>
            <a:r>
              <a:rPr lang="de-DE" sz="1000" dirty="0">
                <a:latin typeface="Pangolin" panose="00000500000000000000" pitchFamily="2" charset="0"/>
              </a:rPr>
              <a:t>Moi !</a:t>
            </a:r>
            <a:endParaRPr lang="de-AT" sz="1000" dirty="0">
              <a:solidFill>
                <a:schemeClr val="tx1"/>
              </a:solidFill>
              <a:latin typeface="Pangolin" panose="00000500000000000000" pitchFamily="2" charset="0"/>
            </a:endParaRPr>
          </a:p>
        </p:txBody>
      </p:sp>
      <p:sp>
        <p:nvSpPr>
          <p:cNvPr id="25" name="Textfeld 24">
            <a:extLst>
              <a:ext uri="{FF2B5EF4-FFF2-40B4-BE49-F238E27FC236}">
                <a16:creationId xmlns:a16="http://schemas.microsoft.com/office/drawing/2014/main" id="{C2E880B1-4D80-4221-B780-CFBE6FE470F0}"/>
              </a:ext>
            </a:extLst>
          </p:cNvPr>
          <p:cNvSpPr txBox="1"/>
          <p:nvPr/>
        </p:nvSpPr>
        <p:spPr>
          <a:xfrm>
            <a:off x="2369846" y="3640138"/>
            <a:ext cx="1280465" cy="246221"/>
          </a:xfrm>
          <a:prstGeom prst="rect">
            <a:avLst/>
          </a:prstGeom>
          <a:noFill/>
        </p:spPr>
        <p:txBody>
          <a:bodyPr wrap="square">
            <a:spAutoFit/>
          </a:bodyPr>
          <a:lstStyle/>
          <a:p>
            <a:pPr algn="ctr"/>
            <a:r>
              <a:rPr lang="de-DE" sz="1000">
                <a:latin typeface="Pangolin" panose="00000500000000000000" pitchFamily="2" charset="0"/>
              </a:rPr>
              <a:t>À vous, madame.</a:t>
            </a:r>
            <a:endParaRPr lang="de-AT" sz="1000" dirty="0">
              <a:solidFill>
                <a:schemeClr val="tx1"/>
              </a:solidFill>
              <a:latin typeface="Pangolin" panose="00000500000000000000" pitchFamily="2" charset="0"/>
            </a:endParaRPr>
          </a:p>
        </p:txBody>
      </p:sp>
      <p:sp>
        <p:nvSpPr>
          <p:cNvPr id="26" name="Textfeld 25">
            <a:extLst>
              <a:ext uri="{FF2B5EF4-FFF2-40B4-BE49-F238E27FC236}">
                <a16:creationId xmlns:a16="http://schemas.microsoft.com/office/drawing/2014/main" id="{AF3FA7B9-77CE-4CBD-8983-01F6D461E8F9}"/>
              </a:ext>
            </a:extLst>
          </p:cNvPr>
          <p:cNvSpPr txBox="1"/>
          <p:nvPr/>
        </p:nvSpPr>
        <p:spPr>
          <a:xfrm>
            <a:off x="2730918" y="4042423"/>
            <a:ext cx="1033694" cy="400110"/>
          </a:xfrm>
          <a:prstGeom prst="rect">
            <a:avLst/>
          </a:prstGeom>
          <a:noFill/>
        </p:spPr>
        <p:txBody>
          <a:bodyPr wrap="square">
            <a:spAutoFit/>
          </a:bodyPr>
          <a:lstStyle/>
          <a:p>
            <a:pPr algn="ctr"/>
            <a:r>
              <a:rPr lang="fr-FR" sz="1000" dirty="0">
                <a:latin typeface="Pangolin" panose="00000500000000000000" pitchFamily="2" charset="0"/>
              </a:rPr>
              <a:t>Pour qui le poisson ?</a:t>
            </a:r>
            <a:endParaRPr lang="de-AT" sz="1000" dirty="0">
              <a:solidFill>
                <a:schemeClr val="tx1"/>
              </a:solidFill>
              <a:latin typeface="Pangolin" panose="00000500000000000000" pitchFamily="2" charset="0"/>
            </a:endParaRPr>
          </a:p>
        </p:txBody>
      </p:sp>
      <p:sp>
        <p:nvSpPr>
          <p:cNvPr id="27" name="Textfeld 26">
            <a:extLst>
              <a:ext uri="{FF2B5EF4-FFF2-40B4-BE49-F238E27FC236}">
                <a16:creationId xmlns:a16="http://schemas.microsoft.com/office/drawing/2014/main" id="{02A36435-50C5-4438-965F-C7FE55ECC0FE}"/>
              </a:ext>
            </a:extLst>
          </p:cNvPr>
          <p:cNvSpPr txBox="1"/>
          <p:nvPr/>
        </p:nvSpPr>
        <p:spPr>
          <a:xfrm>
            <a:off x="3440968" y="4714414"/>
            <a:ext cx="874128" cy="246221"/>
          </a:xfrm>
          <a:prstGeom prst="rect">
            <a:avLst/>
          </a:prstGeom>
          <a:noFill/>
        </p:spPr>
        <p:txBody>
          <a:bodyPr wrap="square">
            <a:spAutoFit/>
          </a:bodyPr>
          <a:lstStyle/>
          <a:p>
            <a:pPr algn="ctr"/>
            <a:r>
              <a:rPr lang="de-DE" sz="1000" dirty="0">
                <a:latin typeface="Pangolin" panose="00000500000000000000" pitchFamily="2" charset="0"/>
              </a:rPr>
              <a:t>C’est à </a:t>
            </a:r>
            <a:r>
              <a:rPr lang="de-DE" sz="1000" dirty="0" err="1">
                <a:latin typeface="Pangolin" panose="00000500000000000000" pitchFamily="2" charset="0"/>
              </a:rPr>
              <a:t>moi</a:t>
            </a:r>
            <a:r>
              <a:rPr lang="de-DE" sz="1000" dirty="0">
                <a:latin typeface="Pangolin" panose="00000500000000000000" pitchFamily="2" charset="0"/>
              </a:rPr>
              <a:t> !</a:t>
            </a:r>
            <a:endParaRPr lang="de-AT" sz="1000" dirty="0">
              <a:solidFill>
                <a:schemeClr val="tx1"/>
              </a:solidFill>
              <a:latin typeface="Pangolin" panose="00000500000000000000" pitchFamily="2" charset="0"/>
            </a:endParaRPr>
          </a:p>
        </p:txBody>
      </p:sp>
      <p:sp>
        <p:nvSpPr>
          <p:cNvPr id="28" name="Textfeld 27">
            <a:extLst>
              <a:ext uri="{FF2B5EF4-FFF2-40B4-BE49-F238E27FC236}">
                <a16:creationId xmlns:a16="http://schemas.microsoft.com/office/drawing/2014/main" id="{06DF58F9-B396-413E-B575-4DB8B8D74ACB}"/>
              </a:ext>
            </a:extLst>
          </p:cNvPr>
          <p:cNvSpPr txBox="1"/>
          <p:nvPr/>
        </p:nvSpPr>
        <p:spPr>
          <a:xfrm>
            <a:off x="4615633" y="3645767"/>
            <a:ext cx="1988367" cy="553998"/>
          </a:xfrm>
          <a:prstGeom prst="rect">
            <a:avLst/>
          </a:prstGeom>
          <a:noFill/>
        </p:spPr>
        <p:txBody>
          <a:bodyPr wrap="square">
            <a:spAutoFit/>
          </a:bodyPr>
          <a:lstStyle/>
          <a:p>
            <a:pPr algn="ctr"/>
            <a:r>
              <a:rPr lang="fr-FR" sz="1000" dirty="0">
                <a:latin typeface="Pangolin" panose="00000500000000000000" pitchFamily="2" charset="0"/>
              </a:rPr>
              <a:t>Pour le dernier repas, il n’a pas besoin de demander, car il ne reste qu’un plat et un client.</a:t>
            </a:r>
            <a:endParaRPr lang="de-AT" sz="1000" dirty="0">
              <a:solidFill>
                <a:schemeClr val="tx1"/>
              </a:solidFill>
              <a:latin typeface="Pangolin" panose="00000500000000000000" pitchFamily="2" charset="0"/>
            </a:endParaRPr>
          </a:p>
        </p:txBody>
      </p:sp>
      <p:sp>
        <p:nvSpPr>
          <p:cNvPr id="29" name="Textfeld 28">
            <a:extLst>
              <a:ext uri="{FF2B5EF4-FFF2-40B4-BE49-F238E27FC236}">
                <a16:creationId xmlns:a16="http://schemas.microsoft.com/office/drawing/2014/main" id="{C4E15962-42BB-4800-B61A-1F5083B52D73}"/>
              </a:ext>
            </a:extLst>
          </p:cNvPr>
          <p:cNvSpPr txBox="1"/>
          <p:nvPr/>
        </p:nvSpPr>
        <p:spPr>
          <a:xfrm>
            <a:off x="4794249" y="4370093"/>
            <a:ext cx="1339851" cy="400110"/>
          </a:xfrm>
          <a:prstGeom prst="rect">
            <a:avLst/>
          </a:prstGeom>
          <a:noFill/>
        </p:spPr>
        <p:txBody>
          <a:bodyPr wrap="square">
            <a:spAutoFit/>
          </a:bodyPr>
          <a:lstStyle/>
          <a:p>
            <a:pPr algn="ctr"/>
            <a:r>
              <a:rPr lang="fr-FR" sz="1000">
                <a:latin typeface="Pangolin" panose="00000500000000000000" pitchFamily="2" charset="0"/>
              </a:rPr>
              <a:t>Et le magret de canard pour vous.</a:t>
            </a:r>
            <a:endParaRPr lang="de-AT" sz="1000" dirty="0">
              <a:solidFill>
                <a:schemeClr val="tx1"/>
              </a:solidFill>
              <a:latin typeface="Pangolin" panose="00000500000000000000" pitchFamily="2" charset="0"/>
            </a:endParaRPr>
          </a:p>
        </p:txBody>
      </p:sp>
      <p:sp>
        <p:nvSpPr>
          <p:cNvPr id="30" name="Textfeld 29">
            <a:extLst>
              <a:ext uri="{FF2B5EF4-FFF2-40B4-BE49-F238E27FC236}">
                <a16:creationId xmlns:a16="http://schemas.microsoft.com/office/drawing/2014/main" id="{E9DD36E4-26CB-4C0B-8B3C-4552D5FF2FE9}"/>
              </a:ext>
            </a:extLst>
          </p:cNvPr>
          <p:cNvSpPr txBox="1"/>
          <p:nvPr/>
        </p:nvSpPr>
        <p:spPr>
          <a:xfrm>
            <a:off x="5900808" y="4948051"/>
            <a:ext cx="754575" cy="246221"/>
          </a:xfrm>
          <a:prstGeom prst="rect">
            <a:avLst/>
          </a:prstGeom>
          <a:noFill/>
        </p:spPr>
        <p:txBody>
          <a:bodyPr wrap="square">
            <a:spAutoFit/>
          </a:bodyPr>
          <a:lstStyle/>
          <a:p>
            <a:pPr algn="ctr"/>
            <a:r>
              <a:rPr lang="de-DE" sz="1000" dirty="0">
                <a:latin typeface="Pangolin" panose="00000500000000000000" pitchFamily="2" charset="0"/>
              </a:rPr>
              <a:t>Bien !</a:t>
            </a:r>
            <a:endParaRPr lang="de-AT" sz="1000" dirty="0">
              <a:solidFill>
                <a:schemeClr val="tx1"/>
              </a:solidFill>
              <a:latin typeface="Pangolin" panose="00000500000000000000" pitchFamily="2" charset="0"/>
            </a:endParaRPr>
          </a:p>
        </p:txBody>
      </p:sp>
      <p:sp>
        <p:nvSpPr>
          <p:cNvPr id="33" name="Sprechblase: rechteckig mit abgerundeten Ecken 32" descr="Agora, poderíamos usar esse cenário de levar a refeição certa para o cliente certo e tentar encontrar uma abordagem matemática para esse &quot;problema&quot;.">
            <a:extLst>
              <a:ext uri="{FF2B5EF4-FFF2-40B4-BE49-F238E27FC236}">
                <a16:creationId xmlns:a16="http://schemas.microsoft.com/office/drawing/2014/main" id="{0C233EFC-D749-4B5C-9BBA-CAF6FB26532D}"/>
              </a:ext>
            </a:extLst>
          </p:cNvPr>
          <p:cNvSpPr/>
          <p:nvPr/>
        </p:nvSpPr>
        <p:spPr>
          <a:xfrm>
            <a:off x="283662" y="6837130"/>
            <a:ext cx="1926619" cy="1076892"/>
          </a:xfrm>
          <a:custGeom>
            <a:avLst/>
            <a:gdLst>
              <a:gd name="connsiteX0" fmla="*/ 0 w 1926619"/>
              <a:gd name="connsiteY0" fmla="*/ 179486 h 1076892"/>
              <a:gd name="connsiteX1" fmla="*/ 179486 w 1926619"/>
              <a:gd name="connsiteY1" fmla="*/ 0 h 1076892"/>
              <a:gd name="connsiteX2" fmla="*/ 321103 w 1926619"/>
              <a:gd name="connsiteY2" fmla="*/ 0 h 1076892"/>
              <a:gd name="connsiteX3" fmla="*/ 321103 w 1926619"/>
              <a:gd name="connsiteY3" fmla="*/ 0 h 1076892"/>
              <a:gd name="connsiteX4" fmla="*/ 802758 w 1926619"/>
              <a:gd name="connsiteY4" fmla="*/ 0 h 1076892"/>
              <a:gd name="connsiteX5" fmla="*/ 1293833 w 1926619"/>
              <a:gd name="connsiteY5" fmla="*/ 0 h 1076892"/>
              <a:gd name="connsiteX6" fmla="*/ 1747133 w 1926619"/>
              <a:gd name="connsiteY6" fmla="*/ 0 h 1076892"/>
              <a:gd name="connsiteX7" fmla="*/ 1926619 w 1926619"/>
              <a:gd name="connsiteY7" fmla="*/ 179486 h 1076892"/>
              <a:gd name="connsiteX8" fmla="*/ 1926619 w 1926619"/>
              <a:gd name="connsiteY8" fmla="*/ 628187 h 1076892"/>
              <a:gd name="connsiteX9" fmla="*/ 1926619 w 1926619"/>
              <a:gd name="connsiteY9" fmla="*/ 628187 h 1076892"/>
              <a:gd name="connsiteX10" fmla="*/ 1926619 w 1926619"/>
              <a:gd name="connsiteY10" fmla="*/ 897410 h 1076892"/>
              <a:gd name="connsiteX11" fmla="*/ 1926619 w 1926619"/>
              <a:gd name="connsiteY11" fmla="*/ 897406 h 1076892"/>
              <a:gd name="connsiteX12" fmla="*/ 1747133 w 1926619"/>
              <a:gd name="connsiteY12" fmla="*/ 1076892 h 1076892"/>
              <a:gd name="connsiteX13" fmla="*/ 1274946 w 1926619"/>
              <a:gd name="connsiteY13" fmla="*/ 1076892 h 1076892"/>
              <a:gd name="connsiteX14" fmla="*/ 802758 w 1926619"/>
              <a:gd name="connsiteY14" fmla="*/ 1076892 h 1076892"/>
              <a:gd name="connsiteX15" fmla="*/ 359738 w 1926619"/>
              <a:gd name="connsiteY15" fmla="*/ 1382514 h 1076892"/>
              <a:gd name="connsiteX16" fmla="*/ 321103 w 1926619"/>
              <a:gd name="connsiteY16" fmla="*/ 1076892 h 1076892"/>
              <a:gd name="connsiteX17" fmla="*/ 179486 w 1926619"/>
              <a:gd name="connsiteY17" fmla="*/ 1076892 h 1076892"/>
              <a:gd name="connsiteX18" fmla="*/ 0 w 1926619"/>
              <a:gd name="connsiteY18" fmla="*/ 897406 h 1076892"/>
              <a:gd name="connsiteX19" fmla="*/ 0 w 1926619"/>
              <a:gd name="connsiteY19" fmla="*/ 897410 h 1076892"/>
              <a:gd name="connsiteX20" fmla="*/ 0 w 1926619"/>
              <a:gd name="connsiteY20" fmla="*/ 628187 h 1076892"/>
              <a:gd name="connsiteX21" fmla="*/ 0 w 1926619"/>
              <a:gd name="connsiteY21" fmla="*/ 628187 h 1076892"/>
              <a:gd name="connsiteX22" fmla="*/ 0 w 1926619"/>
              <a:gd name="connsiteY22" fmla="*/ 179486 h 107689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Lst>
            <a:rect l="l" t="t" r="r" b="b"/>
            <a:pathLst>
              <a:path w="1926619" h="1076892" fill="none" extrusionOk="0">
                <a:moveTo>
                  <a:pt x="0" y="179486"/>
                </a:moveTo>
                <a:cubicBezTo>
                  <a:pt x="4138" y="82022"/>
                  <a:pt x="80657" y="2683"/>
                  <a:pt x="179486" y="0"/>
                </a:cubicBezTo>
                <a:cubicBezTo>
                  <a:pt x="216759" y="3743"/>
                  <a:pt x="267761" y="-1330"/>
                  <a:pt x="321103" y="0"/>
                </a:cubicBezTo>
                <a:lnTo>
                  <a:pt x="321103" y="0"/>
                </a:lnTo>
                <a:cubicBezTo>
                  <a:pt x="555654" y="-7295"/>
                  <a:pt x="597098" y="-9029"/>
                  <a:pt x="802758" y="0"/>
                </a:cubicBezTo>
                <a:cubicBezTo>
                  <a:pt x="1019010" y="-9034"/>
                  <a:pt x="1166617" y="-5375"/>
                  <a:pt x="1293833" y="0"/>
                </a:cubicBezTo>
                <a:cubicBezTo>
                  <a:pt x="1421050" y="5375"/>
                  <a:pt x="1614963" y="-16004"/>
                  <a:pt x="1747133" y="0"/>
                </a:cubicBezTo>
                <a:cubicBezTo>
                  <a:pt x="1850609" y="-8984"/>
                  <a:pt x="1921441" y="103901"/>
                  <a:pt x="1926619" y="179486"/>
                </a:cubicBezTo>
                <a:cubicBezTo>
                  <a:pt x="1946131" y="323491"/>
                  <a:pt x="1935309" y="430123"/>
                  <a:pt x="1926619" y="628187"/>
                </a:cubicBezTo>
                <a:lnTo>
                  <a:pt x="1926619" y="628187"/>
                </a:lnTo>
                <a:cubicBezTo>
                  <a:pt x="1926227" y="707898"/>
                  <a:pt x="1913564" y="789470"/>
                  <a:pt x="1926619" y="897410"/>
                </a:cubicBezTo>
                <a:lnTo>
                  <a:pt x="1926619" y="897406"/>
                </a:lnTo>
                <a:cubicBezTo>
                  <a:pt x="1929089" y="1016238"/>
                  <a:pt x="1844123" y="1083274"/>
                  <a:pt x="1747133" y="1076892"/>
                </a:cubicBezTo>
                <a:cubicBezTo>
                  <a:pt x="1602696" y="1087658"/>
                  <a:pt x="1433444" y="1054002"/>
                  <a:pt x="1274946" y="1076892"/>
                </a:cubicBezTo>
                <a:cubicBezTo>
                  <a:pt x="1116448" y="1099782"/>
                  <a:pt x="946063" y="1086604"/>
                  <a:pt x="802758" y="1076892"/>
                </a:cubicBezTo>
                <a:cubicBezTo>
                  <a:pt x="591963" y="1242714"/>
                  <a:pt x="444050" y="1292788"/>
                  <a:pt x="359738" y="1382514"/>
                </a:cubicBezTo>
                <a:cubicBezTo>
                  <a:pt x="341188" y="1261173"/>
                  <a:pt x="333060" y="1202061"/>
                  <a:pt x="321103" y="1076892"/>
                </a:cubicBezTo>
                <a:cubicBezTo>
                  <a:pt x="269198" y="1083066"/>
                  <a:pt x="245918" y="1080277"/>
                  <a:pt x="179486" y="1076892"/>
                </a:cubicBezTo>
                <a:cubicBezTo>
                  <a:pt x="82781" y="1081608"/>
                  <a:pt x="6070" y="1015728"/>
                  <a:pt x="0" y="897406"/>
                </a:cubicBezTo>
                <a:lnTo>
                  <a:pt x="0" y="897410"/>
                </a:lnTo>
                <a:cubicBezTo>
                  <a:pt x="-8778" y="814640"/>
                  <a:pt x="-11372" y="697292"/>
                  <a:pt x="0" y="628187"/>
                </a:cubicBezTo>
                <a:lnTo>
                  <a:pt x="0" y="628187"/>
                </a:lnTo>
                <a:cubicBezTo>
                  <a:pt x="15261" y="461476"/>
                  <a:pt x="-18525" y="364872"/>
                  <a:pt x="0" y="179486"/>
                </a:cubicBezTo>
                <a:close/>
              </a:path>
              <a:path w="1926619" h="1076892" stroke="0" extrusionOk="0">
                <a:moveTo>
                  <a:pt x="0" y="179486"/>
                </a:moveTo>
                <a:cubicBezTo>
                  <a:pt x="-3025" y="78317"/>
                  <a:pt x="82793" y="-797"/>
                  <a:pt x="179486" y="0"/>
                </a:cubicBezTo>
                <a:cubicBezTo>
                  <a:pt x="209954" y="2862"/>
                  <a:pt x="288094" y="5038"/>
                  <a:pt x="321103" y="0"/>
                </a:cubicBezTo>
                <a:lnTo>
                  <a:pt x="321103" y="0"/>
                </a:lnTo>
                <a:cubicBezTo>
                  <a:pt x="549088" y="-428"/>
                  <a:pt x="579531" y="5127"/>
                  <a:pt x="802758" y="0"/>
                </a:cubicBezTo>
                <a:cubicBezTo>
                  <a:pt x="963553" y="16251"/>
                  <a:pt x="1049322" y="7338"/>
                  <a:pt x="1293833" y="0"/>
                </a:cubicBezTo>
                <a:cubicBezTo>
                  <a:pt x="1538345" y="-7338"/>
                  <a:pt x="1560945" y="4188"/>
                  <a:pt x="1747133" y="0"/>
                </a:cubicBezTo>
                <a:cubicBezTo>
                  <a:pt x="1856944" y="6149"/>
                  <a:pt x="1925237" y="82114"/>
                  <a:pt x="1926619" y="179486"/>
                </a:cubicBezTo>
                <a:cubicBezTo>
                  <a:pt x="1913786" y="376464"/>
                  <a:pt x="1914462" y="435492"/>
                  <a:pt x="1926619" y="628187"/>
                </a:cubicBezTo>
                <a:lnTo>
                  <a:pt x="1926619" y="628187"/>
                </a:lnTo>
                <a:cubicBezTo>
                  <a:pt x="1932917" y="761825"/>
                  <a:pt x="1913564" y="828910"/>
                  <a:pt x="1926619" y="897410"/>
                </a:cubicBezTo>
                <a:lnTo>
                  <a:pt x="1926619" y="897406"/>
                </a:lnTo>
                <a:cubicBezTo>
                  <a:pt x="1912699" y="988593"/>
                  <a:pt x="1855301" y="1072034"/>
                  <a:pt x="1747133" y="1076892"/>
                </a:cubicBezTo>
                <a:cubicBezTo>
                  <a:pt x="1556806" y="1088428"/>
                  <a:pt x="1408325" y="1061888"/>
                  <a:pt x="1265502" y="1076892"/>
                </a:cubicBezTo>
                <a:cubicBezTo>
                  <a:pt x="1122679" y="1091896"/>
                  <a:pt x="970735" y="1068698"/>
                  <a:pt x="802758" y="1076892"/>
                </a:cubicBezTo>
                <a:cubicBezTo>
                  <a:pt x="682913" y="1184775"/>
                  <a:pt x="508486" y="1258259"/>
                  <a:pt x="359738" y="1382514"/>
                </a:cubicBezTo>
                <a:cubicBezTo>
                  <a:pt x="341992" y="1274499"/>
                  <a:pt x="336748" y="1186887"/>
                  <a:pt x="321103" y="1076892"/>
                </a:cubicBezTo>
                <a:cubicBezTo>
                  <a:pt x="261458" y="1071863"/>
                  <a:pt x="209512" y="1075383"/>
                  <a:pt x="179486" y="1076892"/>
                </a:cubicBezTo>
                <a:cubicBezTo>
                  <a:pt x="85493" y="1067301"/>
                  <a:pt x="5291" y="996210"/>
                  <a:pt x="0" y="897406"/>
                </a:cubicBezTo>
                <a:lnTo>
                  <a:pt x="0" y="897410"/>
                </a:lnTo>
                <a:cubicBezTo>
                  <a:pt x="6724" y="775155"/>
                  <a:pt x="-7924" y="740552"/>
                  <a:pt x="0" y="628187"/>
                </a:cubicBezTo>
                <a:lnTo>
                  <a:pt x="0" y="628187"/>
                </a:lnTo>
                <a:cubicBezTo>
                  <a:pt x="-19033" y="493300"/>
                  <a:pt x="-1594" y="400584"/>
                  <a:pt x="0" y="179486"/>
                </a:cubicBezTo>
                <a:close/>
              </a:path>
            </a:pathLst>
          </a:custGeom>
          <a:solidFill>
            <a:schemeClr val="bg1"/>
          </a:solidFill>
          <a:ln w="25400">
            <a:solidFill>
              <a:schemeClr val="tx1"/>
            </a:solidFill>
            <a:extLst>
              <a:ext uri="{C807C97D-BFC1-408E-A445-0C87EB9F89A2}">
                <ask:lineSketchStyleProps xmlns:ask="http://schemas.microsoft.com/office/drawing/2018/sketchyshapes" sd="2808817758">
                  <a:prstGeom prst="wedgeRoundRectCallout">
                    <a:avLst>
                      <a:gd name="adj1" fmla="val -31328"/>
                      <a:gd name="adj2" fmla="val 78380"/>
                      <a:gd name="adj3" fmla="val 16667"/>
                    </a:avLst>
                  </a:prstGeom>
                  <ask:type>
                    <ask:lineSketchFreehand/>
                  </ask:type>
                </ask:lineSketchStyleProps>
              </a:ext>
            </a:extLst>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fr-FR" sz="1000" dirty="0">
                <a:solidFill>
                  <a:schemeClr val="tx1"/>
                </a:solidFill>
                <a:latin typeface="Pangolin" panose="00000500000000000000" pitchFamily="2" charset="0"/>
              </a:rPr>
              <a:t>Maintenant, nous pourrions utiliser ce scénario consistant à </a:t>
            </a:r>
            <a:r>
              <a:rPr lang="fr-FR" sz="1000" b="1" dirty="0">
                <a:solidFill>
                  <a:schemeClr val="tx1"/>
                </a:solidFill>
                <a:latin typeface="Pangolin" panose="00000500000000000000" pitchFamily="2" charset="0"/>
              </a:rPr>
              <a:t>fournir le bon repas au bon client </a:t>
            </a:r>
            <a:r>
              <a:rPr lang="fr-FR" sz="1000" dirty="0">
                <a:solidFill>
                  <a:schemeClr val="tx1"/>
                </a:solidFill>
                <a:latin typeface="Pangolin" panose="00000500000000000000" pitchFamily="2" charset="0"/>
              </a:rPr>
              <a:t>et essayer de trouver une approche mathématique à ce «« problème »».</a:t>
            </a:r>
            <a:endParaRPr lang="de-AT" sz="1000" dirty="0">
              <a:solidFill>
                <a:schemeClr val="tx1"/>
              </a:solidFill>
              <a:latin typeface="Pangolin" panose="00000500000000000000" pitchFamily="2" charset="0"/>
            </a:endParaRPr>
          </a:p>
        </p:txBody>
      </p:sp>
      <p:sp>
        <p:nvSpPr>
          <p:cNvPr id="34" name="Textfeld 33">
            <a:extLst>
              <a:ext uri="{FF2B5EF4-FFF2-40B4-BE49-F238E27FC236}">
                <a16:creationId xmlns:a16="http://schemas.microsoft.com/office/drawing/2014/main" id="{7D31D6E0-FA84-4BF7-8596-48C1293642A5}"/>
              </a:ext>
            </a:extLst>
          </p:cNvPr>
          <p:cNvSpPr txBox="1"/>
          <p:nvPr/>
        </p:nvSpPr>
        <p:spPr>
          <a:xfrm>
            <a:off x="2656100" y="6837130"/>
            <a:ext cx="1547329" cy="400110"/>
          </a:xfrm>
          <a:prstGeom prst="rect">
            <a:avLst/>
          </a:prstGeom>
          <a:noFill/>
        </p:spPr>
        <p:txBody>
          <a:bodyPr wrap="square">
            <a:spAutoFit/>
          </a:bodyPr>
          <a:lstStyle/>
          <a:p>
            <a:pPr algn="ctr"/>
            <a:r>
              <a:rPr lang="fr-FR" sz="1000">
                <a:latin typeface="Pangolin" panose="00000500000000000000" pitchFamily="2" charset="0"/>
              </a:rPr>
              <a:t>Nous avons trois clients et trois repas.</a:t>
            </a:r>
            <a:endParaRPr lang="de-AT" sz="1000" dirty="0">
              <a:solidFill>
                <a:schemeClr val="tx1"/>
              </a:solidFill>
              <a:latin typeface="Pangolin" panose="00000500000000000000" pitchFamily="2" charset="0"/>
            </a:endParaRPr>
          </a:p>
        </p:txBody>
      </p:sp>
      <p:sp>
        <p:nvSpPr>
          <p:cNvPr id="35" name="Textfeld 34">
            <a:extLst>
              <a:ext uri="{FF2B5EF4-FFF2-40B4-BE49-F238E27FC236}">
                <a16:creationId xmlns:a16="http://schemas.microsoft.com/office/drawing/2014/main" id="{38F21897-5AAA-47E6-8150-1D0699452F70}"/>
              </a:ext>
            </a:extLst>
          </p:cNvPr>
          <p:cNvSpPr txBox="1"/>
          <p:nvPr/>
        </p:nvSpPr>
        <p:spPr>
          <a:xfrm>
            <a:off x="2426241" y="9103566"/>
            <a:ext cx="2001066" cy="400110"/>
          </a:xfrm>
          <a:prstGeom prst="rect">
            <a:avLst/>
          </a:prstGeom>
          <a:noFill/>
        </p:spPr>
        <p:txBody>
          <a:bodyPr wrap="square">
            <a:spAutoFit/>
          </a:bodyPr>
          <a:lstStyle/>
          <a:p>
            <a:pPr algn="ctr"/>
            <a:r>
              <a:rPr lang="fr-FR" sz="1000">
                <a:latin typeface="Pangolin" panose="00000500000000000000" pitchFamily="2" charset="0"/>
              </a:rPr>
              <a:t>Cela signifie qu’il y a neuf combinaisons possibles.</a:t>
            </a:r>
            <a:endParaRPr lang="de-AT" sz="1000" dirty="0">
              <a:solidFill>
                <a:schemeClr val="tx1"/>
              </a:solidFill>
              <a:latin typeface="Pangolin" panose="00000500000000000000" pitchFamily="2" charset="0"/>
            </a:endParaRPr>
          </a:p>
        </p:txBody>
      </p:sp>
      <p:sp>
        <p:nvSpPr>
          <p:cNvPr id="36" name="Textfeld 35">
            <a:extLst>
              <a:ext uri="{FF2B5EF4-FFF2-40B4-BE49-F238E27FC236}">
                <a16:creationId xmlns:a16="http://schemas.microsoft.com/office/drawing/2014/main" id="{F56F6933-ED78-47EC-B1D9-1CF1175B117F}"/>
              </a:ext>
            </a:extLst>
          </p:cNvPr>
          <p:cNvSpPr txBox="1"/>
          <p:nvPr/>
        </p:nvSpPr>
        <p:spPr>
          <a:xfrm>
            <a:off x="4503446" y="6865705"/>
            <a:ext cx="2151937" cy="400110"/>
          </a:xfrm>
          <a:prstGeom prst="rect">
            <a:avLst/>
          </a:prstGeom>
          <a:noFill/>
        </p:spPr>
        <p:txBody>
          <a:bodyPr wrap="square">
            <a:spAutoFit/>
          </a:bodyPr>
          <a:lstStyle/>
          <a:p>
            <a:pPr algn="ctr"/>
            <a:r>
              <a:rPr lang="fr-FR" sz="1000" dirty="0">
                <a:latin typeface="Pangolin" panose="00000500000000000000" pitchFamily="2" charset="0"/>
              </a:rPr>
              <a:t>          Que se passe-t-il une fois qu’une correspondance est trouvée ?</a:t>
            </a:r>
            <a:endParaRPr lang="de-AT" sz="1000" dirty="0">
              <a:solidFill>
                <a:schemeClr val="tx1"/>
              </a:solidFill>
              <a:latin typeface="Pangolin" panose="00000500000000000000" pitchFamily="2" charset="0"/>
            </a:endParaRPr>
          </a:p>
        </p:txBody>
      </p:sp>
      <p:sp>
        <p:nvSpPr>
          <p:cNvPr id="37" name="Textfeld 36">
            <a:extLst>
              <a:ext uri="{FF2B5EF4-FFF2-40B4-BE49-F238E27FC236}">
                <a16:creationId xmlns:a16="http://schemas.microsoft.com/office/drawing/2014/main" id="{415077F1-516D-4AF8-9BF6-7E7CFD18D556}"/>
              </a:ext>
            </a:extLst>
          </p:cNvPr>
          <p:cNvSpPr txBox="1">
            <a:spLocks noGrp="1"/>
          </p:cNvSpPr>
          <p:nvPr>
            <p:ph type="title" idx="4294967295"/>
          </p:nvPr>
        </p:nvSpPr>
        <p:spPr>
          <a:xfrm>
            <a:off x="4520677" y="9167066"/>
            <a:ext cx="2172744" cy="246221"/>
          </a:xfrm>
          <a:prstGeom prst="rect">
            <a:avLst/>
          </a:prstGeom>
          <a:noFill/>
          <a:ln>
            <a:noFill/>
            <a:prstDash/>
          </a:ln>
          <a:effectLst/>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pPr lvl="0" algn="ctr" defTabSz="457200">
              <a:lnSpc>
                <a:spcPct val="100000"/>
              </a:lnSpc>
              <a:spcBef>
                <a:spcPts val="0"/>
              </a:spcBef>
              <a:defRPr/>
            </a:pPr>
            <a:r>
              <a:rPr lang="de-DE" sz="1000" dirty="0" err="1">
                <a:latin typeface="Pangolin" panose="00000500000000000000" pitchFamily="2" charset="0"/>
                <a:ea typeface="+mn-ea"/>
                <a:cs typeface="+mn-cs"/>
              </a:rPr>
              <a:t>Combien</a:t>
            </a:r>
            <a:r>
              <a:rPr lang="de-DE" sz="1000" dirty="0">
                <a:latin typeface="Pangolin" panose="00000500000000000000" pitchFamily="2" charset="0"/>
                <a:ea typeface="+mn-ea"/>
                <a:cs typeface="+mn-cs"/>
              </a:rPr>
              <a:t> de </a:t>
            </a:r>
            <a:r>
              <a:rPr lang="de-DE" sz="1000" dirty="0" err="1">
                <a:latin typeface="Pangolin" panose="00000500000000000000" pitchFamily="2" charset="0"/>
                <a:ea typeface="+mn-ea"/>
                <a:cs typeface="+mn-cs"/>
              </a:rPr>
              <a:t>possibilités</a:t>
            </a:r>
            <a:r>
              <a:rPr lang="de-DE" sz="1000" dirty="0">
                <a:latin typeface="Pangolin" panose="00000500000000000000" pitchFamily="2" charset="0"/>
                <a:ea typeface="+mn-ea"/>
                <a:cs typeface="+mn-cs"/>
              </a:rPr>
              <a:t> reste-t-</a:t>
            </a:r>
            <a:r>
              <a:rPr lang="de-DE" sz="1000" dirty="0" err="1">
                <a:latin typeface="Pangolin" panose="00000500000000000000" pitchFamily="2" charset="0"/>
                <a:ea typeface="+mn-ea"/>
                <a:cs typeface="+mn-cs"/>
              </a:rPr>
              <a:t>il</a:t>
            </a:r>
            <a:r>
              <a:rPr lang="de-DE" sz="1000" dirty="0">
                <a:latin typeface="Pangolin" panose="00000500000000000000" pitchFamily="2" charset="0"/>
                <a:ea typeface="+mn-ea"/>
                <a:cs typeface="+mn-cs"/>
              </a:rPr>
              <a:t> ?</a:t>
            </a:r>
            <a:endParaRPr kumimoji="0" lang="de-AT" sz="1000" b="0" i="0" u="none" strike="noStrike" kern="1200" cap="none" spc="0" normalizeH="0" baseline="0" noProof="0" dirty="0">
              <a:ln>
                <a:noFill/>
              </a:ln>
              <a:solidFill>
                <a:schemeClr val="tx1"/>
              </a:solidFill>
              <a:effectLst/>
              <a:uLnTx/>
              <a:uFillTx/>
              <a:latin typeface="Pangolin" panose="00000500000000000000" pitchFamily="2" charset="0"/>
              <a:ea typeface="+mn-ea"/>
              <a:cs typeface="+mn-cs"/>
            </a:endParaRPr>
          </a:p>
        </p:txBody>
      </p:sp>
    </p:spTree>
    <p:extLst>
      <p:ext uri="{BB962C8B-B14F-4D97-AF65-F5344CB8AC3E}">
        <p14:creationId xmlns:p14="http://schemas.microsoft.com/office/powerpoint/2010/main" val="4091270383"/>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bg>
      <p:bgPr>
        <a:blipFill dpi="0" rotWithShape="1">
          <a:blip r:embed="rId2">
            <a:lum/>
          </a:blip>
          <a:srcRect/>
          <a:stretch>
            <a:fillRect/>
          </a:stretch>
        </a:blipFill>
        <a:effectLst/>
      </p:bgPr>
    </p:bg>
    <p:spTree>
      <p:nvGrpSpPr>
        <p:cNvPr id="1" name=""/>
        <p:cNvGrpSpPr/>
        <p:nvPr/>
      </p:nvGrpSpPr>
      <p:grpSpPr>
        <a:xfrm>
          <a:off x="0" y="0"/>
          <a:ext cx="0" cy="0"/>
          <a:chOff x="0" y="0"/>
          <a:chExt cx="0" cy="0"/>
        </a:xfrm>
      </p:grpSpPr>
      <p:pic>
        <p:nvPicPr>
          <p:cNvPr id="3" name="Grafik 2">
            <a:extLst>
              <a:ext uri="{FF2B5EF4-FFF2-40B4-BE49-F238E27FC236}">
                <a16:creationId xmlns:a16="http://schemas.microsoft.com/office/drawing/2014/main" id="{B42942D1-D67B-4EE3-B583-46158F493CC8}"/>
              </a:ext>
              <a:ext uri="{C183D7F6-B498-43B3-948B-1728B52AA6E4}">
                <adec:decorative xmlns:adec="http://schemas.microsoft.com/office/drawing/2017/decorative" val="1"/>
              </a:ext>
            </a:extLst>
          </p:cNvPr>
          <p:cNvPicPr>
            <a:picLocks noChangeAspect="1"/>
          </p:cNvPicPr>
          <p:nvPr/>
        </p:nvPicPr>
        <p:blipFill>
          <a:blip r:embed="rId3">
            <a:extLst>
              <a:ext uri="{28A0092B-C50C-407E-A947-70E740481C1C}">
                <a14:useLocalDpi xmlns:a14="http://schemas.microsoft.com/office/drawing/2010/main" val="0"/>
              </a:ext>
            </a:extLst>
          </a:blip>
          <a:srcRect/>
          <a:stretch/>
        </p:blipFill>
        <p:spPr>
          <a:xfrm>
            <a:off x="0" y="26511"/>
            <a:ext cx="6857999" cy="9905385"/>
          </a:xfrm>
          <a:prstGeom prst="rect">
            <a:avLst/>
          </a:prstGeom>
        </p:spPr>
      </p:pic>
      <p:sp>
        <p:nvSpPr>
          <p:cNvPr id="4" name="Rechteck 3">
            <a:extLst>
              <a:ext uri="{FF2B5EF4-FFF2-40B4-BE49-F238E27FC236}">
                <a16:creationId xmlns:a16="http://schemas.microsoft.com/office/drawing/2014/main" id="{1266CEAC-8C35-4A0B-B3A8-BEA84DC4F645}"/>
              </a:ext>
              <a:ext uri="{C183D7F6-B498-43B3-948B-1728B52AA6E4}">
                <adec:decorative xmlns:adec="http://schemas.microsoft.com/office/drawing/2017/decorative" val="1"/>
              </a:ext>
            </a:extLst>
          </p:cNvPr>
          <p:cNvSpPr/>
          <p:nvPr/>
        </p:nvSpPr>
        <p:spPr>
          <a:xfrm>
            <a:off x="225425" y="523875"/>
            <a:ext cx="2051050" cy="2951163"/>
          </a:xfrm>
          <a:custGeom>
            <a:avLst/>
            <a:gdLst>
              <a:gd name="connsiteX0" fmla="*/ 0 w 2051050"/>
              <a:gd name="connsiteY0" fmla="*/ 0 h 2951163"/>
              <a:gd name="connsiteX1" fmla="*/ 622152 w 2051050"/>
              <a:gd name="connsiteY1" fmla="*/ 0 h 2951163"/>
              <a:gd name="connsiteX2" fmla="*/ 1264814 w 2051050"/>
              <a:gd name="connsiteY2" fmla="*/ 0 h 2951163"/>
              <a:gd name="connsiteX3" fmla="*/ 2051050 w 2051050"/>
              <a:gd name="connsiteY3" fmla="*/ 0 h 2951163"/>
              <a:gd name="connsiteX4" fmla="*/ 2051050 w 2051050"/>
              <a:gd name="connsiteY4" fmla="*/ 560721 h 2951163"/>
              <a:gd name="connsiteX5" fmla="*/ 2051050 w 2051050"/>
              <a:gd name="connsiteY5" fmla="*/ 1209977 h 2951163"/>
              <a:gd name="connsiteX6" fmla="*/ 2051050 w 2051050"/>
              <a:gd name="connsiteY6" fmla="*/ 1711675 h 2951163"/>
              <a:gd name="connsiteX7" fmla="*/ 2051050 w 2051050"/>
              <a:gd name="connsiteY7" fmla="*/ 2242884 h 2951163"/>
              <a:gd name="connsiteX8" fmla="*/ 2051050 w 2051050"/>
              <a:gd name="connsiteY8" fmla="*/ 2951163 h 2951163"/>
              <a:gd name="connsiteX9" fmla="*/ 1428898 w 2051050"/>
              <a:gd name="connsiteY9" fmla="*/ 2951163 h 2951163"/>
              <a:gd name="connsiteX10" fmla="*/ 786236 w 2051050"/>
              <a:gd name="connsiteY10" fmla="*/ 2951163 h 2951163"/>
              <a:gd name="connsiteX11" fmla="*/ 0 w 2051050"/>
              <a:gd name="connsiteY11" fmla="*/ 2951163 h 2951163"/>
              <a:gd name="connsiteX12" fmla="*/ 0 w 2051050"/>
              <a:gd name="connsiteY12" fmla="*/ 2449465 h 2951163"/>
              <a:gd name="connsiteX13" fmla="*/ 0 w 2051050"/>
              <a:gd name="connsiteY13" fmla="*/ 1829721 h 2951163"/>
              <a:gd name="connsiteX14" fmla="*/ 0 w 2051050"/>
              <a:gd name="connsiteY14" fmla="*/ 1239488 h 2951163"/>
              <a:gd name="connsiteX15" fmla="*/ 0 w 2051050"/>
              <a:gd name="connsiteY15" fmla="*/ 708279 h 2951163"/>
              <a:gd name="connsiteX16" fmla="*/ 0 w 2051050"/>
              <a:gd name="connsiteY16" fmla="*/ 0 h 295116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Lst>
            <a:rect l="l" t="t" r="r" b="b"/>
            <a:pathLst>
              <a:path w="2051050" h="2951163" extrusionOk="0">
                <a:moveTo>
                  <a:pt x="0" y="0"/>
                </a:moveTo>
                <a:cubicBezTo>
                  <a:pt x="306279" y="21950"/>
                  <a:pt x="339620" y="1228"/>
                  <a:pt x="622152" y="0"/>
                </a:cubicBezTo>
                <a:cubicBezTo>
                  <a:pt x="904684" y="-1228"/>
                  <a:pt x="1011457" y="20320"/>
                  <a:pt x="1264814" y="0"/>
                </a:cubicBezTo>
                <a:cubicBezTo>
                  <a:pt x="1518171" y="-20320"/>
                  <a:pt x="1857420" y="-30729"/>
                  <a:pt x="2051050" y="0"/>
                </a:cubicBezTo>
                <a:cubicBezTo>
                  <a:pt x="2063232" y="245709"/>
                  <a:pt x="2041507" y="343479"/>
                  <a:pt x="2051050" y="560721"/>
                </a:cubicBezTo>
                <a:cubicBezTo>
                  <a:pt x="2060593" y="777963"/>
                  <a:pt x="2080940" y="886218"/>
                  <a:pt x="2051050" y="1209977"/>
                </a:cubicBezTo>
                <a:cubicBezTo>
                  <a:pt x="2021160" y="1533736"/>
                  <a:pt x="2044051" y="1542940"/>
                  <a:pt x="2051050" y="1711675"/>
                </a:cubicBezTo>
                <a:cubicBezTo>
                  <a:pt x="2058049" y="1880410"/>
                  <a:pt x="2060947" y="2114975"/>
                  <a:pt x="2051050" y="2242884"/>
                </a:cubicBezTo>
                <a:cubicBezTo>
                  <a:pt x="2041153" y="2370793"/>
                  <a:pt x="2081957" y="2753717"/>
                  <a:pt x="2051050" y="2951163"/>
                </a:cubicBezTo>
                <a:cubicBezTo>
                  <a:pt x="1910115" y="2975025"/>
                  <a:pt x="1602720" y="2978995"/>
                  <a:pt x="1428898" y="2951163"/>
                </a:cubicBezTo>
                <a:cubicBezTo>
                  <a:pt x="1255076" y="2923331"/>
                  <a:pt x="924160" y="2933002"/>
                  <a:pt x="786236" y="2951163"/>
                </a:cubicBezTo>
                <a:cubicBezTo>
                  <a:pt x="648312" y="2969324"/>
                  <a:pt x="370261" y="2923618"/>
                  <a:pt x="0" y="2951163"/>
                </a:cubicBezTo>
                <a:cubicBezTo>
                  <a:pt x="14797" y="2840414"/>
                  <a:pt x="24747" y="2604392"/>
                  <a:pt x="0" y="2449465"/>
                </a:cubicBezTo>
                <a:cubicBezTo>
                  <a:pt x="-24747" y="2294538"/>
                  <a:pt x="12162" y="2112558"/>
                  <a:pt x="0" y="1829721"/>
                </a:cubicBezTo>
                <a:cubicBezTo>
                  <a:pt x="-12162" y="1546884"/>
                  <a:pt x="8429" y="1364361"/>
                  <a:pt x="0" y="1239488"/>
                </a:cubicBezTo>
                <a:cubicBezTo>
                  <a:pt x="-8429" y="1114615"/>
                  <a:pt x="7141" y="949936"/>
                  <a:pt x="0" y="708279"/>
                </a:cubicBezTo>
                <a:cubicBezTo>
                  <a:pt x="-7141" y="466622"/>
                  <a:pt x="-34761" y="237017"/>
                  <a:pt x="0" y="0"/>
                </a:cubicBezTo>
                <a:close/>
              </a:path>
            </a:pathLst>
          </a:custGeom>
          <a:noFill/>
          <a:ln w="25400">
            <a:solidFill>
              <a:schemeClr val="tx1">
                <a:lumMod val="95000"/>
                <a:lumOff val="5000"/>
              </a:schemeClr>
            </a:solidFill>
            <a:extLst>
              <a:ext uri="{C807C97D-BFC1-408E-A445-0C87EB9F89A2}">
                <ask:lineSketchStyleProps xmlns:ask="http://schemas.microsoft.com/office/drawing/2018/sketchyshapes" sd="1762638383">
                  <a:prstGeom prst="rect">
                    <a:avLst/>
                  </a:prstGeom>
                  <ask:type>
                    <ask:lineSketchFreehand/>
                  </ask:type>
                </ask:lineSketchStyleProps>
              </a:ext>
            </a:extLst>
          </a:ln>
        </p:spPr>
        <p:style>
          <a:lnRef idx="2">
            <a:schemeClr val="accent3">
              <a:shade val="50000"/>
            </a:schemeClr>
          </a:lnRef>
          <a:fillRef idx="1">
            <a:schemeClr val="accent3"/>
          </a:fillRef>
          <a:effectRef idx="0">
            <a:schemeClr val="accent3"/>
          </a:effectRef>
          <a:fontRef idx="minor">
            <a:schemeClr val="lt1"/>
          </a:fontRef>
        </p:style>
        <p:txBody>
          <a:bodyPr rtlCol="0" anchor="ctr"/>
          <a:lstStyle/>
          <a:p>
            <a:pPr algn="ctr"/>
            <a:endParaRPr lang="de-AT" dirty="0"/>
          </a:p>
        </p:txBody>
      </p:sp>
      <p:sp>
        <p:nvSpPr>
          <p:cNvPr id="6" name="Rechteck 5">
            <a:extLst>
              <a:ext uri="{FF2B5EF4-FFF2-40B4-BE49-F238E27FC236}">
                <a16:creationId xmlns:a16="http://schemas.microsoft.com/office/drawing/2014/main" id="{59077381-D4D2-445B-832C-258968B888BE}"/>
              </a:ext>
              <a:ext uri="{C183D7F6-B498-43B3-948B-1728B52AA6E4}">
                <adec:decorative xmlns:adec="http://schemas.microsoft.com/office/drawing/2017/decorative" val="1"/>
              </a:ext>
            </a:extLst>
          </p:cNvPr>
          <p:cNvSpPr/>
          <p:nvPr/>
        </p:nvSpPr>
        <p:spPr>
          <a:xfrm>
            <a:off x="4581525" y="525462"/>
            <a:ext cx="2051050" cy="2951163"/>
          </a:xfrm>
          <a:custGeom>
            <a:avLst/>
            <a:gdLst>
              <a:gd name="connsiteX0" fmla="*/ 0 w 2051050"/>
              <a:gd name="connsiteY0" fmla="*/ 0 h 2951163"/>
              <a:gd name="connsiteX1" fmla="*/ 622152 w 2051050"/>
              <a:gd name="connsiteY1" fmla="*/ 0 h 2951163"/>
              <a:gd name="connsiteX2" fmla="*/ 1264814 w 2051050"/>
              <a:gd name="connsiteY2" fmla="*/ 0 h 2951163"/>
              <a:gd name="connsiteX3" fmla="*/ 2051050 w 2051050"/>
              <a:gd name="connsiteY3" fmla="*/ 0 h 2951163"/>
              <a:gd name="connsiteX4" fmla="*/ 2051050 w 2051050"/>
              <a:gd name="connsiteY4" fmla="*/ 560721 h 2951163"/>
              <a:gd name="connsiteX5" fmla="*/ 2051050 w 2051050"/>
              <a:gd name="connsiteY5" fmla="*/ 1209977 h 2951163"/>
              <a:gd name="connsiteX6" fmla="*/ 2051050 w 2051050"/>
              <a:gd name="connsiteY6" fmla="*/ 1711675 h 2951163"/>
              <a:gd name="connsiteX7" fmla="*/ 2051050 w 2051050"/>
              <a:gd name="connsiteY7" fmla="*/ 2242884 h 2951163"/>
              <a:gd name="connsiteX8" fmla="*/ 2051050 w 2051050"/>
              <a:gd name="connsiteY8" fmla="*/ 2951163 h 2951163"/>
              <a:gd name="connsiteX9" fmla="*/ 1428898 w 2051050"/>
              <a:gd name="connsiteY9" fmla="*/ 2951163 h 2951163"/>
              <a:gd name="connsiteX10" fmla="*/ 786236 w 2051050"/>
              <a:gd name="connsiteY10" fmla="*/ 2951163 h 2951163"/>
              <a:gd name="connsiteX11" fmla="*/ 0 w 2051050"/>
              <a:gd name="connsiteY11" fmla="*/ 2951163 h 2951163"/>
              <a:gd name="connsiteX12" fmla="*/ 0 w 2051050"/>
              <a:gd name="connsiteY12" fmla="*/ 2449465 h 2951163"/>
              <a:gd name="connsiteX13" fmla="*/ 0 w 2051050"/>
              <a:gd name="connsiteY13" fmla="*/ 1829721 h 2951163"/>
              <a:gd name="connsiteX14" fmla="*/ 0 w 2051050"/>
              <a:gd name="connsiteY14" fmla="*/ 1239488 h 2951163"/>
              <a:gd name="connsiteX15" fmla="*/ 0 w 2051050"/>
              <a:gd name="connsiteY15" fmla="*/ 708279 h 2951163"/>
              <a:gd name="connsiteX16" fmla="*/ 0 w 2051050"/>
              <a:gd name="connsiteY16" fmla="*/ 0 h 295116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Lst>
            <a:rect l="l" t="t" r="r" b="b"/>
            <a:pathLst>
              <a:path w="2051050" h="2951163" extrusionOk="0">
                <a:moveTo>
                  <a:pt x="0" y="0"/>
                </a:moveTo>
                <a:cubicBezTo>
                  <a:pt x="306279" y="21950"/>
                  <a:pt x="339620" y="1228"/>
                  <a:pt x="622152" y="0"/>
                </a:cubicBezTo>
                <a:cubicBezTo>
                  <a:pt x="904684" y="-1228"/>
                  <a:pt x="1011457" y="20320"/>
                  <a:pt x="1264814" y="0"/>
                </a:cubicBezTo>
                <a:cubicBezTo>
                  <a:pt x="1518171" y="-20320"/>
                  <a:pt x="1857420" y="-30729"/>
                  <a:pt x="2051050" y="0"/>
                </a:cubicBezTo>
                <a:cubicBezTo>
                  <a:pt x="2063232" y="245709"/>
                  <a:pt x="2041507" y="343479"/>
                  <a:pt x="2051050" y="560721"/>
                </a:cubicBezTo>
                <a:cubicBezTo>
                  <a:pt x="2060593" y="777963"/>
                  <a:pt x="2080940" y="886218"/>
                  <a:pt x="2051050" y="1209977"/>
                </a:cubicBezTo>
                <a:cubicBezTo>
                  <a:pt x="2021160" y="1533736"/>
                  <a:pt x="2044051" y="1542940"/>
                  <a:pt x="2051050" y="1711675"/>
                </a:cubicBezTo>
                <a:cubicBezTo>
                  <a:pt x="2058049" y="1880410"/>
                  <a:pt x="2060947" y="2114975"/>
                  <a:pt x="2051050" y="2242884"/>
                </a:cubicBezTo>
                <a:cubicBezTo>
                  <a:pt x="2041153" y="2370793"/>
                  <a:pt x="2081957" y="2753717"/>
                  <a:pt x="2051050" y="2951163"/>
                </a:cubicBezTo>
                <a:cubicBezTo>
                  <a:pt x="1910115" y="2975025"/>
                  <a:pt x="1602720" y="2978995"/>
                  <a:pt x="1428898" y="2951163"/>
                </a:cubicBezTo>
                <a:cubicBezTo>
                  <a:pt x="1255076" y="2923331"/>
                  <a:pt x="924160" y="2933002"/>
                  <a:pt x="786236" y="2951163"/>
                </a:cubicBezTo>
                <a:cubicBezTo>
                  <a:pt x="648312" y="2969324"/>
                  <a:pt x="370261" y="2923618"/>
                  <a:pt x="0" y="2951163"/>
                </a:cubicBezTo>
                <a:cubicBezTo>
                  <a:pt x="14797" y="2840414"/>
                  <a:pt x="24747" y="2604392"/>
                  <a:pt x="0" y="2449465"/>
                </a:cubicBezTo>
                <a:cubicBezTo>
                  <a:pt x="-24747" y="2294538"/>
                  <a:pt x="12162" y="2112558"/>
                  <a:pt x="0" y="1829721"/>
                </a:cubicBezTo>
                <a:cubicBezTo>
                  <a:pt x="-12162" y="1546884"/>
                  <a:pt x="8429" y="1364361"/>
                  <a:pt x="0" y="1239488"/>
                </a:cubicBezTo>
                <a:cubicBezTo>
                  <a:pt x="-8429" y="1114615"/>
                  <a:pt x="7141" y="949936"/>
                  <a:pt x="0" y="708279"/>
                </a:cubicBezTo>
                <a:cubicBezTo>
                  <a:pt x="-7141" y="466622"/>
                  <a:pt x="-34761" y="237017"/>
                  <a:pt x="0" y="0"/>
                </a:cubicBezTo>
                <a:close/>
              </a:path>
            </a:pathLst>
          </a:custGeom>
          <a:noFill/>
          <a:ln w="25400">
            <a:solidFill>
              <a:schemeClr val="tx1">
                <a:lumMod val="95000"/>
                <a:lumOff val="5000"/>
              </a:schemeClr>
            </a:solidFill>
            <a:extLst>
              <a:ext uri="{C807C97D-BFC1-408E-A445-0C87EB9F89A2}">
                <ask:lineSketchStyleProps xmlns:ask="http://schemas.microsoft.com/office/drawing/2018/sketchyshapes" sd="1762638383">
                  <a:prstGeom prst="rect">
                    <a:avLst/>
                  </a:prstGeom>
                  <ask:type>
                    <ask:lineSketchFreehand/>
                  </ask:type>
                </ask:lineSketchStyleProps>
              </a:ext>
            </a:extLst>
          </a:ln>
        </p:spPr>
        <p:style>
          <a:lnRef idx="2">
            <a:schemeClr val="accent3">
              <a:shade val="50000"/>
            </a:schemeClr>
          </a:lnRef>
          <a:fillRef idx="1">
            <a:schemeClr val="accent3"/>
          </a:fillRef>
          <a:effectRef idx="0">
            <a:schemeClr val="accent3"/>
          </a:effectRef>
          <a:fontRef idx="minor">
            <a:schemeClr val="lt1"/>
          </a:fontRef>
        </p:style>
        <p:txBody>
          <a:bodyPr rtlCol="0" anchor="ctr"/>
          <a:lstStyle/>
          <a:p>
            <a:pPr algn="ctr"/>
            <a:endParaRPr lang="de-AT" dirty="0"/>
          </a:p>
        </p:txBody>
      </p:sp>
      <p:sp>
        <p:nvSpPr>
          <p:cNvPr id="7" name="Rechteck 6">
            <a:extLst>
              <a:ext uri="{FF2B5EF4-FFF2-40B4-BE49-F238E27FC236}">
                <a16:creationId xmlns:a16="http://schemas.microsoft.com/office/drawing/2014/main" id="{6144BA3E-88E5-4B1B-9A08-914364AB993E}"/>
              </a:ext>
              <a:ext uri="{C183D7F6-B498-43B3-948B-1728B52AA6E4}">
                <adec:decorative xmlns:adec="http://schemas.microsoft.com/office/drawing/2017/decorative" val="1"/>
              </a:ext>
            </a:extLst>
          </p:cNvPr>
          <p:cNvSpPr/>
          <p:nvPr/>
        </p:nvSpPr>
        <p:spPr>
          <a:xfrm>
            <a:off x="225425" y="3622675"/>
            <a:ext cx="2051050" cy="2951163"/>
          </a:xfrm>
          <a:custGeom>
            <a:avLst/>
            <a:gdLst>
              <a:gd name="connsiteX0" fmla="*/ 0 w 2051050"/>
              <a:gd name="connsiteY0" fmla="*/ 0 h 2951163"/>
              <a:gd name="connsiteX1" fmla="*/ 622152 w 2051050"/>
              <a:gd name="connsiteY1" fmla="*/ 0 h 2951163"/>
              <a:gd name="connsiteX2" fmla="*/ 1264814 w 2051050"/>
              <a:gd name="connsiteY2" fmla="*/ 0 h 2951163"/>
              <a:gd name="connsiteX3" fmla="*/ 2051050 w 2051050"/>
              <a:gd name="connsiteY3" fmla="*/ 0 h 2951163"/>
              <a:gd name="connsiteX4" fmla="*/ 2051050 w 2051050"/>
              <a:gd name="connsiteY4" fmla="*/ 560721 h 2951163"/>
              <a:gd name="connsiteX5" fmla="*/ 2051050 w 2051050"/>
              <a:gd name="connsiteY5" fmla="*/ 1209977 h 2951163"/>
              <a:gd name="connsiteX6" fmla="*/ 2051050 w 2051050"/>
              <a:gd name="connsiteY6" fmla="*/ 1711675 h 2951163"/>
              <a:gd name="connsiteX7" fmla="*/ 2051050 w 2051050"/>
              <a:gd name="connsiteY7" fmla="*/ 2242884 h 2951163"/>
              <a:gd name="connsiteX8" fmla="*/ 2051050 w 2051050"/>
              <a:gd name="connsiteY8" fmla="*/ 2951163 h 2951163"/>
              <a:gd name="connsiteX9" fmla="*/ 1428898 w 2051050"/>
              <a:gd name="connsiteY9" fmla="*/ 2951163 h 2951163"/>
              <a:gd name="connsiteX10" fmla="*/ 786236 w 2051050"/>
              <a:gd name="connsiteY10" fmla="*/ 2951163 h 2951163"/>
              <a:gd name="connsiteX11" fmla="*/ 0 w 2051050"/>
              <a:gd name="connsiteY11" fmla="*/ 2951163 h 2951163"/>
              <a:gd name="connsiteX12" fmla="*/ 0 w 2051050"/>
              <a:gd name="connsiteY12" fmla="*/ 2449465 h 2951163"/>
              <a:gd name="connsiteX13" fmla="*/ 0 w 2051050"/>
              <a:gd name="connsiteY13" fmla="*/ 1829721 h 2951163"/>
              <a:gd name="connsiteX14" fmla="*/ 0 w 2051050"/>
              <a:gd name="connsiteY14" fmla="*/ 1239488 h 2951163"/>
              <a:gd name="connsiteX15" fmla="*/ 0 w 2051050"/>
              <a:gd name="connsiteY15" fmla="*/ 708279 h 2951163"/>
              <a:gd name="connsiteX16" fmla="*/ 0 w 2051050"/>
              <a:gd name="connsiteY16" fmla="*/ 0 h 295116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Lst>
            <a:rect l="l" t="t" r="r" b="b"/>
            <a:pathLst>
              <a:path w="2051050" h="2951163" extrusionOk="0">
                <a:moveTo>
                  <a:pt x="0" y="0"/>
                </a:moveTo>
                <a:cubicBezTo>
                  <a:pt x="306279" y="21950"/>
                  <a:pt x="339620" y="1228"/>
                  <a:pt x="622152" y="0"/>
                </a:cubicBezTo>
                <a:cubicBezTo>
                  <a:pt x="904684" y="-1228"/>
                  <a:pt x="1011457" y="20320"/>
                  <a:pt x="1264814" y="0"/>
                </a:cubicBezTo>
                <a:cubicBezTo>
                  <a:pt x="1518171" y="-20320"/>
                  <a:pt x="1857420" y="-30729"/>
                  <a:pt x="2051050" y="0"/>
                </a:cubicBezTo>
                <a:cubicBezTo>
                  <a:pt x="2063232" y="245709"/>
                  <a:pt x="2041507" y="343479"/>
                  <a:pt x="2051050" y="560721"/>
                </a:cubicBezTo>
                <a:cubicBezTo>
                  <a:pt x="2060593" y="777963"/>
                  <a:pt x="2080940" y="886218"/>
                  <a:pt x="2051050" y="1209977"/>
                </a:cubicBezTo>
                <a:cubicBezTo>
                  <a:pt x="2021160" y="1533736"/>
                  <a:pt x="2044051" y="1542940"/>
                  <a:pt x="2051050" y="1711675"/>
                </a:cubicBezTo>
                <a:cubicBezTo>
                  <a:pt x="2058049" y="1880410"/>
                  <a:pt x="2060947" y="2114975"/>
                  <a:pt x="2051050" y="2242884"/>
                </a:cubicBezTo>
                <a:cubicBezTo>
                  <a:pt x="2041153" y="2370793"/>
                  <a:pt x="2081957" y="2753717"/>
                  <a:pt x="2051050" y="2951163"/>
                </a:cubicBezTo>
                <a:cubicBezTo>
                  <a:pt x="1910115" y="2975025"/>
                  <a:pt x="1602720" y="2978995"/>
                  <a:pt x="1428898" y="2951163"/>
                </a:cubicBezTo>
                <a:cubicBezTo>
                  <a:pt x="1255076" y="2923331"/>
                  <a:pt x="924160" y="2933002"/>
                  <a:pt x="786236" y="2951163"/>
                </a:cubicBezTo>
                <a:cubicBezTo>
                  <a:pt x="648312" y="2969324"/>
                  <a:pt x="370261" y="2923618"/>
                  <a:pt x="0" y="2951163"/>
                </a:cubicBezTo>
                <a:cubicBezTo>
                  <a:pt x="14797" y="2840414"/>
                  <a:pt x="24747" y="2604392"/>
                  <a:pt x="0" y="2449465"/>
                </a:cubicBezTo>
                <a:cubicBezTo>
                  <a:pt x="-24747" y="2294538"/>
                  <a:pt x="12162" y="2112558"/>
                  <a:pt x="0" y="1829721"/>
                </a:cubicBezTo>
                <a:cubicBezTo>
                  <a:pt x="-12162" y="1546884"/>
                  <a:pt x="8429" y="1364361"/>
                  <a:pt x="0" y="1239488"/>
                </a:cubicBezTo>
                <a:cubicBezTo>
                  <a:pt x="-8429" y="1114615"/>
                  <a:pt x="7141" y="949936"/>
                  <a:pt x="0" y="708279"/>
                </a:cubicBezTo>
                <a:cubicBezTo>
                  <a:pt x="-7141" y="466622"/>
                  <a:pt x="-34761" y="237017"/>
                  <a:pt x="0" y="0"/>
                </a:cubicBezTo>
                <a:close/>
              </a:path>
            </a:pathLst>
          </a:custGeom>
          <a:noFill/>
          <a:ln w="25400">
            <a:solidFill>
              <a:schemeClr val="tx1">
                <a:lumMod val="95000"/>
                <a:lumOff val="5000"/>
              </a:schemeClr>
            </a:solidFill>
            <a:extLst>
              <a:ext uri="{C807C97D-BFC1-408E-A445-0C87EB9F89A2}">
                <ask:lineSketchStyleProps xmlns:ask="http://schemas.microsoft.com/office/drawing/2018/sketchyshapes" sd="1762638383">
                  <a:prstGeom prst="rect">
                    <a:avLst/>
                  </a:prstGeom>
                  <ask:type>
                    <ask:lineSketchFreehand/>
                  </ask:type>
                </ask:lineSketchStyleProps>
              </a:ext>
            </a:extLst>
          </a:ln>
        </p:spPr>
        <p:style>
          <a:lnRef idx="2">
            <a:schemeClr val="accent3">
              <a:shade val="50000"/>
            </a:schemeClr>
          </a:lnRef>
          <a:fillRef idx="1">
            <a:schemeClr val="accent3"/>
          </a:fillRef>
          <a:effectRef idx="0">
            <a:schemeClr val="accent3"/>
          </a:effectRef>
          <a:fontRef idx="minor">
            <a:schemeClr val="lt1"/>
          </a:fontRef>
        </p:style>
        <p:txBody>
          <a:bodyPr rtlCol="0" anchor="ctr"/>
          <a:lstStyle/>
          <a:p>
            <a:pPr algn="ctr"/>
            <a:endParaRPr lang="de-AT" dirty="0"/>
          </a:p>
        </p:txBody>
      </p:sp>
      <p:sp>
        <p:nvSpPr>
          <p:cNvPr id="8" name="Rechteck 7">
            <a:extLst>
              <a:ext uri="{FF2B5EF4-FFF2-40B4-BE49-F238E27FC236}">
                <a16:creationId xmlns:a16="http://schemas.microsoft.com/office/drawing/2014/main" id="{E36F62F2-C52D-4BF5-A9DC-F94C474D3D98}"/>
              </a:ext>
              <a:ext uri="{C183D7F6-B498-43B3-948B-1728B52AA6E4}">
                <adec:decorative xmlns:adec="http://schemas.microsoft.com/office/drawing/2017/decorative" val="1"/>
              </a:ext>
            </a:extLst>
          </p:cNvPr>
          <p:cNvSpPr/>
          <p:nvPr/>
        </p:nvSpPr>
        <p:spPr>
          <a:xfrm>
            <a:off x="2403475" y="3621088"/>
            <a:ext cx="4229100" cy="2951163"/>
          </a:xfrm>
          <a:custGeom>
            <a:avLst/>
            <a:gdLst>
              <a:gd name="connsiteX0" fmla="*/ 0 w 4229100"/>
              <a:gd name="connsiteY0" fmla="*/ 0 h 2951163"/>
              <a:gd name="connsiteX1" fmla="*/ 477284 w 4229100"/>
              <a:gd name="connsiteY1" fmla="*/ 0 h 2951163"/>
              <a:gd name="connsiteX2" fmla="*/ 996859 w 4229100"/>
              <a:gd name="connsiteY2" fmla="*/ 0 h 2951163"/>
              <a:gd name="connsiteX3" fmla="*/ 1601016 w 4229100"/>
              <a:gd name="connsiteY3" fmla="*/ 0 h 2951163"/>
              <a:gd name="connsiteX4" fmla="*/ 2162883 w 4229100"/>
              <a:gd name="connsiteY4" fmla="*/ 0 h 2951163"/>
              <a:gd name="connsiteX5" fmla="*/ 2682458 w 4229100"/>
              <a:gd name="connsiteY5" fmla="*/ 0 h 2951163"/>
              <a:gd name="connsiteX6" fmla="*/ 3328906 w 4229100"/>
              <a:gd name="connsiteY6" fmla="*/ 0 h 2951163"/>
              <a:gd name="connsiteX7" fmla="*/ 4229100 w 4229100"/>
              <a:gd name="connsiteY7" fmla="*/ 0 h 2951163"/>
              <a:gd name="connsiteX8" fmla="*/ 4229100 w 4229100"/>
              <a:gd name="connsiteY8" fmla="*/ 649256 h 2951163"/>
              <a:gd name="connsiteX9" fmla="*/ 4229100 w 4229100"/>
              <a:gd name="connsiteY9" fmla="*/ 1150954 h 2951163"/>
              <a:gd name="connsiteX10" fmla="*/ 4229100 w 4229100"/>
              <a:gd name="connsiteY10" fmla="*/ 1800209 h 2951163"/>
              <a:gd name="connsiteX11" fmla="*/ 4229100 w 4229100"/>
              <a:gd name="connsiteY11" fmla="*/ 2331419 h 2951163"/>
              <a:gd name="connsiteX12" fmla="*/ 4229100 w 4229100"/>
              <a:gd name="connsiteY12" fmla="*/ 2951163 h 2951163"/>
              <a:gd name="connsiteX13" fmla="*/ 3540361 w 4229100"/>
              <a:gd name="connsiteY13" fmla="*/ 2951163 h 2951163"/>
              <a:gd name="connsiteX14" fmla="*/ 2978495 w 4229100"/>
              <a:gd name="connsiteY14" fmla="*/ 2951163 h 2951163"/>
              <a:gd name="connsiteX15" fmla="*/ 2332047 w 4229100"/>
              <a:gd name="connsiteY15" fmla="*/ 2951163 h 2951163"/>
              <a:gd name="connsiteX16" fmla="*/ 1854762 w 4229100"/>
              <a:gd name="connsiteY16" fmla="*/ 2951163 h 2951163"/>
              <a:gd name="connsiteX17" fmla="*/ 1377478 w 4229100"/>
              <a:gd name="connsiteY17" fmla="*/ 2951163 h 2951163"/>
              <a:gd name="connsiteX18" fmla="*/ 857903 w 4229100"/>
              <a:gd name="connsiteY18" fmla="*/ 2951163 h 2951163"/>
              <a:gd name="connsiteX19" fmla="*/ 0 w 4229100"/>
              <a:gd name="connsiteY19" fmla="*/ 2951163 h 2951163"/>
              <a:gd name="connsiteX20" fmla="*/ 0 w 4229100"/>
              <a:gd name="connsiteY20" fmla="*/ 2390442 h 2951163"/>
              <a:gd name="connsiteX21" fmla="*/ 0 w 4229100"/>
              <a:gd name="connsiteY21" fmla="*/ 1800209 h 2951163"/>
              <a:gd name="connsiteX22" fmla="*/ 0 w 4229100"/>
              <a:gd name="connsiteY22" fmla="*/ 1269000 h 2951163"/>
              <a:gd name="connsiteX23" fmla="*/ 0 w 4229100"/>
              <a:gd name="connsiteY23" fmla="*/ 737791 h 2951163"/>
              <a:gd name="connsiteX24" fmla="*/ 0 w 4229100"/>
              <a:gd name="connsiteY24" fmla="*/ 0 h 295116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Lst>
            <a:rect l="l" t="t" r="r" b="b"/>
            <a:pathLst>
              <a:path w="4229100" h="2951163" extrusionOk="0">
                <a:moveTo>
                  <a:pt x="0" y="0"/>
                </a:moveTo>
                <a:cubicBezTo>
                  <a:pt x="226729" y="11653"/>
                  <a:pt x="260739" y="-11885"/>
                  <a:pt x="477284" y="0"/>
                </a:cubicBezTo>
                <a:cubicBezTo>
                  <a:pt x="693829" y="11885"/>
                  <a:pt x="816080" y="-1007"/>
                  <a:pt x="996859" y="0"/>
                </a:cubicBezTo>
                <a:cubicBezTo>
                  <a:pt x="1177638" y="1007"/>
                  <a:pt x="1312168" y="15822"/>
                  <a:pt x="1601016" y="0"/>
                </a:cubicBezTo>
                <a:cubicBezTo>
                  <a:pt x="1889864" y="-15822"/>
                  <a:pt x="1918296" y="-16857"/>
                  <a:pt x="2162883" y="0"/>
                </a:cubicBezTo>
                <a:cubicBezTo>
                  <a:pt x="2407470" y="16857"/>
                  <a:pt x="2482670" y="8801"/>
                  <a:pt x="2682458" y="0"/>
                </a:cubicBezTo>
                <a:cubicBezTo>
                  <a:pt x="2882246" y="-8801"/>
                  <a:pt x="3148831" y="-8718"/>
                  <a:pt x="3328906" y="0"/>
                </a:cubicBezTo>
                <a:cubicBezTo>
                  <a:pt x="3508981" y="8718"/>
                  <a:pt x="3823410" y="31949"/>
                  <a:pt x="4229100" y="0"/>
                </a:cubicBezTo>
                <a:cubicBezTo>
                  <a:pt x="4229205" y="211258"/>
                  <a:pt x="4222629" y="514894"/>
                  <a:pt x="4229100" y="649256"/>
                </a:cubicBezTo>
                <a:cubicBezTo>
                  <a:pt x="4235571" y="783618"/>
                  <a:pt x="4215589" y="969180"/>
                  <a:pt x="4229100" y="1150954"/>
                </a:cubicBezTo>
                <a:cubicBezTo>
                  <a:pt x="4242611" y="1332728"/>
                  <a:pt x="4232970" y="1576998"/>
                  <a:pt x="4229100" y="1800209"/>
                </a:cubicBezTo>
                <a:cubicBezTo>
                  <a:pt x="4225230" y="2023421"/>
                  <a:pt x="4234991" y="2072380"/>
                  <a:pt x="4229100" y="2331419"/>
                </a:cubicBezTo>
                <a:cubicBezTo>
                  <a:pt x="4223210" y="2590458"/>
                  <a:pt x="4206136" y="2806842"/>
                  <a:pt x="4229100" y="2951163"/>
                </a:cubicBezTo>
                <a:cubicBezTo>
                  <a:pt x="3981958" y="2920508"/>
                  <a:pt x="3849829" y="2968634"/>
                  <a:pt x="3540361" y="2951163"/>
                </a:cubicBezTo>
                <a:cubicBezTo>
                  <a:pt x="3230893" y="2933692"/>
                  <a:pt x="3170035" y="2925978"/>
                  <a:pt x="2978495" y="2951163"/>
                </a:cubicBezTo>
                <a:cubicBezTo>
                  <a:pt x="2786955" y="2976348"/>
                  <a:pt x="2489744" y="2981132"/>
                  <a:pt x="2332047" y="2951163"/>
                </a:cubicBezTo>
                <a:cubicBezTo>
                  <a:pt x="2174350" y="2921194"/>
                  <a:pt x="2033243" y="2973754"/>
                  <a:pt x="1854762" y="2951163"/>
                </a:cubicBezTo>
                <a:cubicBezTo>
                  <a:pt x="1676281" y="2928572"/>
                  <a:pt x="1550800" y="2969045"/>
                  <a:pt x="1377478" y="2951163"/>
                </a:cubicBezTo>
                <a:cubicBezTo>
                  <a:pt x="1204156" y="2933281"/>
                  <a:pt x="998686" y="2939351"/>
                  <a:pt x="857903" y="2951163"/>
                </a:cubicBezTo>
                <a:cubicBezTo>
                  <a:pt x="717120" y="2962975"/>
                  <a:pt x="256719" y="2943287"/>
                  <a:pt x="0" y="2951163"/>
                </a:cubicBezTo>
                <a:cubicBezTo>
                  <a:pt x="-26144" y="2766674"/>
                  <a:pt x="27931" y="2563789"/>
                  <a:pt x="0" y="2390442"/>
                </a:cubicBezTo>
                <a:cubicBezTo>
                  <a:pt x="-27931" y="2217095"/>
                  <a:pt x="-19940" y="2036067"/>
                  <a:pt x="0" y="1800209"/>
                </a:cubicBezTo>
                <a:cubicBezTo>
                  <a:pt x="19940" y="1564351"/>
                  <a:pt x="5937" y="1533559"/>
                  <a:pt x="0" y="1269000"/>
                </a:cubicBezTo>
                <a:cubicBezTo>
                  <a:pt x="-5937" y="1004441"/>
                  <a:pt x="-2113" y="947347"/>
                  <a:pt x="0" y="737791"/>
                </a:cubicBezTo>
                <a:cubicBezTo>
                  <a:pt x="2113" y="528235"/>
                  <a:pt x="20187" y="343573"/>
                  <a:pt x="0" y="0"/>
                </a:cubicBezTo>
                <a:close/>
              </a:path>
            </a:pathLst>
          </a:custGeom>
          <a:noFill/>
          <a:ln w="25400">
            <a:solidFill>
              <a:schemeClr val="tx1">
                <a:lumMod val="95000"/>
                <a:lumOff val="5000"/>
              </a:schemeClr>
            </a:solidFill>
            <a:extLst>
              <a:ext uri="{C807C97D-BFC1-408E-A445-0C87EB9F89A2}">
                <ask:lineSketchStyleProps xmlns:ask="http://schemas.microsoft.com/office/drawing/2018/sketchyshapes" sd="1762638383">
                  <a:prstGeom prst="rect">
                    <a:avLst/>
                  </a:prstGeom>
                  <ask:type>
                    <ask:lineSketchFreehand/>
                  </ask:type>
                </ask:lineSketchStyleProps>
              </a:ext>
            </a:extLst>
          </a:ln>
        </p:spPr>
        <p:style>
          <a:lnRef idx="2">
            <a:schemeClr val="accent3">
              <a:shade val="50000"/>
            </a:schemeClr>
          </a:lnRef>
          <a:fillRef idx="1">
            <a:schemeClr val="accent3"/>
          </a:fillRef>
          <a:effectRef idx="0">
            <a:schemeClr val="accent3"/>
          </a:effectRef>
          <a:fontRef idx="minor">
            <a:schemeClr val="lt1"/>
          </a:fontRef>
        </p:style>
        <p:txBody>
          <a:bodyPr rtlCol="0" anchor="ctr"/>
          <a:lstStyle/>
          <a:p>
            <a:pPr algn="ctr"/>
            <a:endParaRPr lang="de-AT" dirty="0"/>
          </a:p>
        </p:txBody>
      </p:sp>
      <p:sp>
        <p:nvSpPr>
          <p:cNvPr id="9" name="Rechteck 8">
            <a:extLst>
              <a:ext uri="{FF2B5EF4-FFF2-40B4-BE49-F238E27FC236}">
                <a16:creationId xmlns:a16="http://schemas.microsoft.com/office/drawing/2014/main" id="{767EB8C3-E9CC-42F2-81D7-7B021A47CBE2}"/>
              </a:ext>
              <a:ext uri="{C183D7F6-B498-43B3-948B-1728B52AA6E4}">
                <adec:decorative xmlns:adec="http://schemas.microsoft.com/office/drawing/2017/decorative" val="1"/>
              </a:ext>
            </a:extLst>
          </p:cNvPr>
          <p:cNvSpPr/>
          <p:nvPr/>
        </p:nvSpPr>
        <p:spPr>
          <a:xfrm>
            <a:off x="225425" y="6716713"/>
            <a:ext cx="2051050" cy="2951163"/>
          </a:xfrm>
          <a:custGeom>
            <a:avLst/>
            <a:gdLst>
              <a:gd name="connsiteX0" fmla="*/ 0 w 2051050"/>
              <a:gd name="connsiteY0" fmla="*/ 0 h 2951163"/>
              <a:gd name="connsiteX1" fmla="*/ 622152 w 2051050"/>
              <a:gd name="connsiteY1" fmla="*/ 0 h 2951163"/>
              <a:gd name="connsiteX2" fmla="*/ 1264814 w 2051050"/>
              <a:gd name="connsiteY2" fmla="*/ 0 h 2951163"/>
              <a:gd name="connsiteX3" fmla="*/ 2051050 w 2051050"/>
              <a:gd name="connsiteY3" fmla="*/ 0 h 2951163"/>
              <a:gd name="connsiteX4" fmla="*/ 2051050 w 2051050"/>
              <a:gd name="connsiteY4" fmla="*/ 560721 h 2951163"/>
              <a:gd name="connsiteX5" fmla="*/ 2051050 w 2051050"/>
              <a:gd name="connsiteY5" fmla="*/ 1209977 h 2951163"/>
              <a:gd name="connsiteX6" fmla="*/ 2051050 w 2051050"/>
              <a:gd name="connsiteY6" fmla="*/ 1711675 h 2951163"/>
              <a:gd name="connsiteX7" fmla="*/ 2051050 w 2051050"/>
              <a:gd name="connsiteY7" fmla="*/ 2242884 h 2951163"/>
              <a:gd name="connsiteX8" fmla="*/ 2051050 w 2051050"/>
              <a:gd name="connsiteY8" fmla="*/ 2951163 h 2951163"/>
              <a:gd name="connsiteX9" fmla="*/ 1428898 w 2051050"/>
              <a:gd name="connsiteY9" fmla="*/ 2951163 h 2951163"/>
              <a:gd name="connsiteX10" fmla="*/ 786236 w 2051050"/>
              <a:gd name="connsiteY10" fmla="*/ 2951163 h 2951163"/>
              <a:gd name="connsiteX11" fmla="*/ 0 w 2051050"/>
              <a:gd name="connsiteY11" fmla="*/ 2951163 h 2951163"/>
              <a:gd name="connsiteX12" fmla="*/ 0 w 2051050"/>
              <a:gd name="connsiteY12" fmla="*/ 2449465 h 2951163"/>
              <a:gd name="connsiteX13" fmla="*/ 0 w 2051050"/>
              <a:gd name="connsiteY13" fmla="*/ 1829721 h 2951163"/>
              <a:gd name="connsiteX14" fmla="*/ 0 w 2051050"/>
              <a:gd name="connsiteY14" fmla="*/ 1239488 h 2951163"/>
              <a:gd name="connsiteX15" fmla="*/ 0 w 2051050"/>
              <a:gd name="connsiteY15" fmla="*/ 708279 h 2951163"/>
              <a:gd name="connsiteX16" fmla="*/ 0 w 2051050"/>
              <a:gd name="connsiteY16" fmla="*/ 0 h 295116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Lst>
            <a:rect l="l" t="t" r="r" b="b"/>
            <a:pathLst>
              <a:path w="2051050" h="2951163" extrusionOk="0">
                <a:moveTo>
                  <a:pt x="0" y="0"/>
                </a:moveTo>
                <a:cubicBezTo>
                  <a:pt x="306279" y="21950"/>
                  <a:pt x="339620" y="1228"/>
                  <a:pt x="622152" y="0"/>
                </a:cubicBezTo>
                <a:cubicBezTo>
                  <a:pt x="904684" y="-1228"/>
                  <a:pt x="1011457" y="20320"/>
                  <a:pt x="1264814" y="0"/>
                </a:cubicBezTo>
                <a:cubicBezTo>
                  <a:pt x="1518171" y="-20320"/>
                  <a:pt x="1857420" y="-30729"/>
                  <a:pt x="2051050" y="0"/>
                </a:cubicBezTo>
                <a:cubicBezTo>
                  <a:pt x="2063232" y="245709"/>
                  <a:pt x="2041507" y="343479"/>
                  <a:pt x="2051050" y="560721"/>
                </a:cubicBezTo>
                <a:cubicBezTo>
                  <a:pt x="2060593" y="777963"/>
                  <a:pt x="2080940" y="886218"/>
                  <a:pt x="2051050" y="1209977"/>
                </a:cubicBezTo>
                <a:cubicBezTo>
                  <a:pt x="2021160" y="1533736"/>
                  <a:pt x="2044051" y="1542940"/>
                  <a:pt x="2051050" y="1711675"/>
                </a:cubicBezTo>
                <a:cubicBezTo>
                  <a:pt x="2058049" y="1880410"/>
                  <a:pt x="2060947" y="2114975"/>
                  <a:pt x="2051050" y="2242884"/>
                </a:cubicBezTo>
                <a:cubicBezTo>
                  <a:pt x="2041153" y="2370793"/>
                  <a:pt x="2081957" y="2753717"/>
                  <a:pt x="2051050" y="2951163"/>
                </a:cubicBezTo>
                <a:cubicBezTo>
                  <a:pt x="1910115" y="2975025"/>
                  <a:pt x="1602720" y="2978995"/>
                  <a:pt x="1428898" y="2951163"/>
                </a:cubicBezTo>
                <a:cubicBezTo>
                  <a:pt x="1255076" y="2923331"/>
                  <a:pt x="924160" y="2933002"/>
                  <a:pt x="786236" y="2951163"/>
                </a:cubicBezTo>
                <a:cubicBezTo>
                  <a:pt x="648312" y="2969324"/>
                  <a:pt x="370261" y="2923618"/>
                  <a:pt x="0" y="2951163"/>
                </a:cubicBezTo>
                <a:cubicBezTo>
                  <a:pt x="14797" y="2840414"/>
                  <a:pt x="24747" y="2604392"/>
                  <a:pt x="0" y="2449465"/>
                </a:cubicBezTo>
                <a:cubicBezTo>
                  <a:pt x="-24747" y="2294538"/>
                  <a:pt x="12162" y="2112558"/>
                  <a:pt x="0" y="1829721"/>
                </a:cubicBezTo>
                <a:cubicBezTo>
                  <a:pt x="-12162" y="1546884"/>
                  <a:pt x="8429" y="1364361"/>
                  <a:pt x="0" y="1239488"/>
                </a:cubicBezTo>
                <a:cubicBezTo>
                  <a:pt x="-8429" y="1114615"/>
                  <a:pt x="7141" y="949936"/>
                  <a:pt x="0" y="708279"/>
                </a:cubicBezTo>
                <a:cubicBezTo>
                  <a:pt x="-7141" y="466622"/>
                  <a:pt x="-34761" y="237017"/>
                  <a:pt x="0" y="0"/>
                </a:cubicBezTo>
                <a:close/>
              </a:path>
            </a:pathLst>
          </a:custGeom>
          <a:noFill/>
          <a:ln w="25400">
            <a:solidFill>
              <a:schemeClr val="tx1">
                <a:lumMod val="95000"/>
                <a:lumOff val="5000"/>
              </a:schemeClr>
            </a:solidFill>
            <a:extLst>
              <a:ext uri="{C807C97D-BFC1-408E-A445-0C87EB9F89A2}">
                <ask:lineSketchStyleProps xmlns:ask="http://schemas.microsoft.com/office/drawing/2018/sketchyshapes" sd="1762638383">
                  <a:prstGeom prst="rect">
                    <a:avLst/>
                  </a:prstGeom>
                  <ask:type>
                    <ask:lineSketchFreehand/>
                  </ask:type>
                </ask:lineSketchStyleProps>
              </a:ext>
            </a:extLst>
          </a:ln>
        </p:spPr>
        <p:style>
          <a:lnRef idx="2">
            <a:schemeClr val="accent3">
              <a:shade val="50000"/>
            </a:schemeClr>
          </a:lnRef>
          <a:fillRef idx="1">
            <a:schemeClr val="accent3"/>
          </a:fillRef>
          <a:effectRef idx="0">
            <a:schemeClr val="accent3"/>
          </a:effectRef>
          <a:fontRef idx="minor">
            <a:schemeClr val="lt1"/>
          </a:fontRef>
        </p:style>
        <p:txBody>
          <a:bodyPr rtlCol="0" anchor="ctr"/>
          <a:lstStyle/>
          <a:p>
            <a:pPr algn="ctr"/>
            <a:endParaRPr lang="de-AT" dirty="0"/>
          </a:p>
        </p:txBody>
      </p:sp>
      <p:sp>
        <p:nvSpPr>
          <p:cNvPr id="10" name="Rechteck 9">
            <a:extLst>
              <a:ext uri="{FF2B5EF4-FFF2-40B4-BE49-F238E27FC236}">
                <a16:creationId xmlns:a16="http://schemas.microsoft.com/office/drawing/2014/main" id="{D1DF8824-F688-4F2D-A732-3F68B65D8AAF}"/>
              </a:ext>
              <a:ext uri="{C183D7F6-B498-43B3-948B-1728B52AA6E4}">
                <adec:decorative xmlns:adec="http://schemas.microsoft.com/office/drawing/2017/decorative" val="1"/>
              </a:ext>
            </a:extLst>
          </p:cNvPr>
          <p:cNvSpPr/>
          <p:nvPr/>
        </p:nvSpPr>
        <p:spPr>
          <a:xfrm>
            <a:off x="2403475" y="6718300"/>
            <a:ext cx="2051050" cy="2951163"/>
          </a:xfrm>
          <a:custGeom>
            <a:avLst/>
            <a:gdLst>
              <a:gd name="connsiteX0" fmla="*/ 0 w 2051050"/>
              <a:gd name="connsiteY0" fmla="*/ 0 h 2951163"/>
              <a:gd name="connsiteX1" fmla="*/ 622152 w 2051050"/>
              <a:gd name="connsiteY1" fmla="*/ 0 h 2951163"/>
              <a:gd name="connsiteX2" fmla="*/ 1264814 w 2051050"/>
              <a:gd name="connsiteY2" fmla="*/ 0 h 2951163"/>
              <a:gd name="connsiteX3" fmla="*/ 2051050 w 2051050"/>
              <a:gd name="connsiteY3" fmla="*/ 0 h 2951163"/>
              <a:gd name="connsiteX4" fmla="*/ 2051050 w 2051050"/>
              <a:gd name="connsiteY4" fmla="*/ 560721 h 2951163"/>
              <a:gd name="connsiteX5" fmla="*/ 2051050 w 2051050"/>
              <a:gd name="connsiteY5" fmla="*/ 1209977 h 2951163"/>
              <a:gd name="connsiteX6" fmla="*/ 2051050 w 2051050"/>
              <a:gd name="connsiteY6" fmla="*/ 1711675 h 2951163"/>
              <a:gd name="connsiteX7" fmla="*/ 2051050 w 2051050"/>
              <a:gd name="connsiteY7" fmla="*/ 2242884 h 2951163"/>
              <a:gd name="connsiteX8" fmla="*/ 2051050 w 2051050"/>
              <a:gd name="connsiteY8" fmla="*/ 2951163 h 2951163"/>
              <a:gd name="connsiteX9" fmla="*/ 1428898 w 2051050"/>
              <a:gd name="connsiteY9" fmla="*/ 2951163 h 2951163"/>
              <a:gd name="connsiteX10" fmla="*/ 786236 w 2051050"/>
              <a:gd name="connsiteY10" fmla="*/ 2951163 h 2951163"/>
              <a:gd name="connsiteX11" fmla="*/ 0 w 2051050"/>
              <a:gd name="connsiteY11" fmla="*/ 2951163 h 2951163"/>
              <a:gd name="connsiteX12" fmla="*/ 0 w 2051050"/>
              <a:gd name="connsiteY12" fmla="*/ 2449465 h 2951163"/>
              <a:gd name="connsiteX13" fmla="*/ 0 w 2051050"/>
              <a:gd name="connsiteY13" fmla="*/ 1829721 h 2951163"/>
              <a:gd name="connsiteX14" fmla="*/ 0 w 2051050"/>
              <a:gd name="connsiteY14" fmla="*/ 1239488 h 2951163"/>
              <a:gd name="connsiteX15" fmla="*/ 0 w 2051050"/>
              <a:gd name="connsiteY15" fmla="*/ 708279 h 2951163"/>
              <a:gd name="connsiteX16" fmla="*/ 0 w 2051050"/>
              <a:gd name="connsiteY16" fmla="*/ 0 h 295116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Lst>
            <a:rect l="l" t="t" r="r" b="b"/>
            <a:pathLst>
              <a:path w="2051050" h="2951163" extrusionOk="0">
                <a:moveTo>
                  <a:pt x="0" y="0"/>
                </a:moveTo>
                <a:cubicBezTo>
                  <a:pt x="306279" y="21950"/>
                  <a:pt x="339620" y="1228"/>
                  <a:pt x="622152" y="0"/>
                </a:cubicBezTo>
                <a:cubicBezTo>
                  <a:pt x="904684" y="-1228"/>
                  <a:pt x="1011457" y="20320"/>
                  <a:pt x="1264814" y="0"/>
                </a:cubicBezTo>
                <a:cubicBezTo>
                  <a:pt x="1518171" y="-20320"/>
                  <a:pt x="1857420" y="-30729"/>
                  <a:pt x="2051050" y="0"/>
                </a:cubicBezTo>
                <a:cubicBezTo>
                  <a:pt x="2063232" y="245709"/>
                  <a:pt x="2041507" y="343479"/>
                  <a:pt x="2051050" y="560721"/>
                </a:cubicBezTo>
                <a:cubicBezTo>
                  <a:pt x="2060593" y="777963"/>
                  <a:pt x="2080940" y="886218"/>
                  <a:pt x="2051050" y="1209977"/>
                </a:cubicBezTo>
                <a:cubicBezTo>
                  <a:pt x="2021160" y="1533736"/>
                  <a:pt x="2044051" y="1542940"/>
                  <a:pt x="2051050" y="1711675"/>
                </a:cubicBezTo>
                <a:cubicBezTo>
                  <a:pt x="2058049" y="1880410"/>
                  <a:pt x="2060947" y="2114975"/>
                  <a:pt x="2051050" y="2242884"/>
                </a:cubicBezTo>
                <a:cubicBezTo>
                  <a:pt x="2041153" y="2370793"/>
                  <a:pt x="2081957" y="2753717"/>
                  <a:pt x="2051050" y="2951163"/>
                </a:cubicBezTo>
                <a:cubicBezTo>
                  <a:pt x="1910115" y="2975025"/>
                  <a:pt x="1602720" y="2978995"/>
                  <a:pt x="1428898" y="2951163"/>
                </a:cubicBezTo>
                <a:cubicBezTo>
                  <a:pt x="1255076" y="2923331"/>
                  <a:pt x="924160" y="2933002"/>
                  <a:pt x="786236" y="2951163"/>
                </a:cubicBezTo>
                <a:cubicBezTo>
                  <a:pt x="648312" y="2969324"/>
                  <a:pt x="370261" y="2923618"/>
                  <a:pt x="0" y="2951163"/>
                </a:cubicBezTo>
                <a:cubicBezTo>
                  <a:pt x="14797" y="2840414"/>
                  <a:pt x="24747" y="2604392"/>
                  <a:pt x="0" y="2449465"/>
                </a:cubicBezTo>
                <a:cubicBezTo>
                  <a:pt x="-24747" y="2294538"/>
                  <a:pt x="12162" y="2112558"/>
                  <a:pt x="0" y="1829721"/>
                </a:cubicBezTo>
                <a:cubicBezTo>
                  <a:pt x="-12162" y="1546884"/>
                  <a:pt x="8429" y="1364361"/>
                  <a:pt x="0" y="1239488"/>
                </a:cubicBezTo>
                <a:cubicBezTo>
                  <a:pt x="-8429" y="1114615"/>
                  <a:pt x="7141" y="949936"/>
                  <a:pt x="0" y="708279"/>
                </a:cubicBezTo>
                <a:cubicBezTo>
                  <a:pt x="-7141" y="466622"/>
                  <a:pt x="-34761" y="237017"/>
                  <a:pt x="0" y="0"/>
                </a:cubicBezTo>
                <a:close/>
              </a:path>
            </a:pathLst>
          </a:custGeom>
          <a:noFill/>
          <a:ln w="25400">
            <a:solidFill>
              <a:schemeClr val="tx1">
                <a:lumMod val="95000"/>
                <a:lumOff val="5000"/>
              </a:schemeClr>
            </a:solidFill>
            <a:extLst>
              <a:ext uri="{C807C97D-BFC1-408E-A445-0C87EB9F89A2}">
                <ask:lineSketchStyleProps xmlns:ask="http://schemas.microsoft.com/office/drawing/2018/sketchyshapes" sd="1762638383">
                  <a:prstGeom prst="rect">
                    <a:avLst/>
                  </a:prstGeom>
                  <ask:type>
                    <ask:lineSketchFreehand/>
                  </ask:type>
                </ask:lineSketchStyleProps>
              </a:ext>
            </a:extLst>
          </a:ln>
        </p:spPr>
        <p:style>
          <a:lnRef idx="2">
            <a:schemeClr val="accent3">
              <a:shade val="50000"/>
            </a:schemeClr>
          </a:lnRef>
          <a:fillRef idx="1">
            <a:schemeClr val="accent3"/>
          </a:fillRef>
          <a:effectRef idx="0">
            <a:schemeClr val="accent3"/>
          </a:effectRef>
          <a:fontRef idx="minor">
            <a:schemeClr val="lt1"/>
          </a:fontRef>
        </p:style>
        <p:txBody>
          <a:bodyPr rtlCol="0" anchor="ctr"/>
          <a:lstStyle/>
          <a:p>
            <a:pPr algn="ctr"/>
            <a:endParaRPr lang="de-AT" dirty="0"/>
          </a:p>
        </p:txBody>
      </p:sp>
      <p:sp>
        <p:nvSpPr>
          <p:cNvPr id="11" name="Rechteck 10">
            <a:extLst>
              <a:ext uri="{FF2B5EF4-FFF2-40B4-BE49-F238E27FC236}">
                <a16:creationId xmlns:a16="http://schemas.microsoft.com/office/drawing/2014/main" id="{A123F607-DE70-4AB6-A4AC-C797CE048C9D}"/>
              </a:ext>
              <a:ext uri="{C183D7F6-B498-43B3-948B-1728B52AA6E4}">
                <adec:decorative xmlns:adec="http://schemas.microsoft.com/office/drawing/2017/decorative" val="1"/>
              </a:ext>
            </a:extLst>
          </p:cNvPr>
          <p:cNvSpPr/>
          <p:nvPr/>
        </p:nvSpPr>
        <p:spPr>
          <a:xfrm>
            <a:off x="4581525" y="6718300"/>
            <a:ext cx="2051050" cy="2951163"/>
          </a:xfrm>
          <a:custGeom>
            <a:avLst/>
            <a:gdLst>
              <a:gd name="connsiteX0" fmla="*/ 0 w 2051050"/>
              <a:gd name="connsiteY0" fmla="*/ 0 h 2951163"/>
              <a:gd name="connsiteX1" fmla="*/ 622152 w 2051050"/>
              <a:gd name="connsiteY1" fmla="*/ 0 h 2951163"/>
              <a:gd name="connsiteX2" fmla="*/ 1264814 w 2051050"/>
              <a:gd name="connsiteY2" fmla="*/ 0 h 2951163"/>
              <a:gd name="connsiteX3" fmla="*/ 2051050 w 2051050"/>
              <a:gd name="connsiteY3" fmla="*/ 0 h 2951163"/>
              <a:gd name="connsiteX4" fmla="*/ 2051050 w 2051050"/>
              <a:gd name="connsiteY4" fmla="*/ 560721 h 2951163"/>
              <a:gd name="connsiteX5" fmla="*/ 2051050 w 2051050"/>
              <a:gd name="connsiteY5" fmla="*/ 1209977 h 2951163"/>
              <a:gd name="connsiteX6" fmla="*/ 2051050 w 2051050"/>
              <a:gd name="connsiteY6" fmla="*/ 1711675 h 2951163"/>
              <a:gd name="connsiteX7" fmla="*/ 2051050 w 2051050"/>
              <a:gd name="connsiteY7" fmla="*/ 2242884 h 2951163"/>
              <a:gd name="connsiteX8" fmla="*/ 2051050 w 2051050"/>
              <a:gd name="connsiteY8" fmla="*/ 2951163 h 2951163"/>
              <a:gd name="connsiteX9" fmla="*/ 1428898 w 2051050"/>
              <a:gd name="connsiteY9" fmla="*/ 2951163 h 2951163"/>
              <a:gd name="connsiteX10" fmla="*/ 786236 w 2051050"/>
              <a:gd name="connsiteY10" fmla="*/ 2951163 h 2951163"/>
              <a:gd name="connsiteX11" fmla="*/ 0 w 2051050"/>
              <a:gd name="connsiteY11" fmla="*/ 2951163 h 2951163"/>
              <a:gd name="connsiteX12" fmla="*/ 0 w 2051050"/>
              <a:gd name="connsiteY12" fmla="*/ 2449465 h 2951163"/>
              <a:gd name="connsiteX13" fmla="*/ 0 w 2051050"/>
              <a:gd name="connsiteY13" fmla="*/ 1829721 h 2951163"/>
              <a:gd name="connsiteX14" fmla="*/ 0 w 2051050"/>
              <a:gd name="connsiteY14" fmla="*/ 1239488 h 2951163"/>
              <a:gd name="connsiteX15" fmla="*/ 0 w 2051050"/>
              <a:gd name="connsiteY15" fmla="*/ 708279 h 2951163"/>
              <a:gd name="connsiteX16" fmla="*/ 0 w 2051050"/>
              <a:gd name="connsiteY16" fmla="*/ 0 h 295116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Lst>
            <a:rect l="l" t="t" r="r" b="b"/>
            <a:pathLst>
              <a:path w="2051050" h="2951163" extrusionOk="0">
                <a:moveTo>
                  <a:pt x="0" y="0"/>
                </a:moveTo>
                <a:cubicBezTo>
                  <a:pt x="306279" y="21950"/>
                  <a:pt x="339620" y="1228"/>
                  <a:pt x="622152" y="0"/>
                </a:cubicBezTo>
                <a:cubicBezTo>
                  <a:pt x="904684" y="-1228"/>
                  <a:pt x="1011457" y="20320"/>
                  <a:pt x="1264814" y="0"/>
                </a:cubicBezTo>
                <a:cubicBezTo>
                  <a:pt x="1518171" y="-20320"/>
                  <a:pt x="1857420" y="-30729"/>
                  <a:pt x="2051050" y="0"/>
                </a:cubicBezTo>
                <a:cubicBezTo>
                  <a:pt x="2063232" y="245709"/>
                  <a:pt x="2041507" y="343479"/>
                  <a:pt x="2051050" y="560721"/>
                </a:cubicBezTo>
                <a:cubicBezTo>
                  <a:pt x="2060593" y="777963"/>
                  <a:pt x="2080940" y="886218"/>
                  <a:pt x="2051050" y="1209977"/>
                </a:cubicBezTo>
                <a:cubicBezTo>
                  <a:pt x="2021160" y="1533736"/>
                  <a:pt x="2044051" y="1542940"/>
                  <a:pt x="2051050" y="1711675"/>
                </a:cubicBezTo>
                <a:cubicBezTo>
                  <a:pt x="2058049" y="1880410"/>
                  <a:pt x="2060947" y="2114975"/>
                  <a:pt x="2051050" y="2242884"/>
                </a:cubicBezTo>
                <a:cubicBezTo>
                  <a:pt x="2041153" y="2370793"/>
                  <a:pt x="2081957" y="2753717"/>
                  <a:pt x="2051050" y="2951163"/>
                </a:cubicBezTo>
                <a:cubicBezTo>
                  <a:pt x="1910115" y="2975025"/>
                  <a:pt x="1602720" y="2978995"/>
                  <a:pt x="1428898" y="2951163"/>
                </a:cubicBezTo>
                <a:cubicBezTo>
                  <a:pt x="1255076" y="2923331"/>
                  <a:pt x="924160" y="2933002"/>
                  <a:pt x="786236" y="2951163"/>
                </a:cubicBezTo>
                <a:cubicBezTo>
                  <a:pt x="648312" y="2969324"/>
                  <a:pt x="370261" y="2923618"/>
                  <a:pt x="0" y="2951163"/>
                </a:cubicBezTo>
                <a:cubicBezTo>
                  <a:pt x="14797" y="2840414"/>
                  <a:pt x="24747" y="2604392"/>
                  <a:pt x="0" y="2449465"/>
                </a:cubicBezTo>
                <a:cubicBezTo>
                  <a:pt x="-24747" y="2294538"/>
                  <a:pt x="12162" y="2112558"/>
                  <a:pt x="0" y="1829721"/>
                </a:cubicBezTo>
                <a:cubicBezTo>
                  <a:pt x="-12162" y="1546884"/>
                  <a:pt x="8429" y="1364361"/>
                  <a:pt x="0" y="1239488"/>
                </a:cubicBezTo>
                <a:cubicBezTo>
                  <a:pt x="-8429" y="1114615"/>
                  <a:pt x="7141" y="949936"/>
                  <a:pt x="0" y="708279"/>
                </a:cubicBezTo>
                <a:cubicBezTo>
                  <a:pt x="-7141" y="466622"/>
                  <a:pt x="-34761" y="237017"/>
                  <a:pt x="0" y="0"/>
                </a:cubicBezTo>
                <a:close/>
              </a:path>
            </a:pathLst>
          </a:custGeom>
          <a:noFill/>
          <a:ln w="25400">
            <a:solidFill>
              <a:schemeClr val="tx1">
                <a:lumMod val="95000"/>
                <a:lumOff val="5000"/>
              </a:schemeClr>
            </a:solidFill>
            <a:extLst>
              <a:ext uri="{C807C97D-BFC1-408E-A445-0C87EB9F89A2}">
                <ask:lineSketchStyleProps xmlns:ask="http://schemas.microsoft.com/office/drawing/2018/sketchyshapes" sd="1762638383">
                  <a:prstGeom prst="rect">
                    <a:avLst/>
                  </a:prstGeom>
                  <ask:type>
                    <ask:lineSketchFreehand/>
                  </ask:type>
                </ask:lineSketchStyleProps>
              </a:ext>
            </a:extLst>
          </a:ln>
        </p:spPr>
        <p:style>
          <a:lnRef idx="2">
            <a:schemeClr val="accent3">
              <a:shade val="50000"/>
            </a:schemeClr>
          </a:lnRef>
          <a:fillRef idx="1">
            <a:schemeClr val="accent3"/>
          </a:fillRef>
          <a:effectRef idx="0">
            <a:schemeClr val="accent3"/>
          </a:effectRef>
          <a:fontRef idx="minor">
            <a:schemeClr val="lt1"/>
          </a:fontRef>
        </p:style>
        <p:txBody>
          <a:bodyPr rtlCol="0" anchor="ctr"/>
          <a:lstStyle/>
          <a:p>
            <a:pPr algn="ctr"/>
            <a:endParaRPr lang="de-AT" dirty="0"/>
          </a:p>
        </p:txBody>
      </p:sp>
      <p:sp>
        <p:nvSpPr>
          <p:cNvPr id="28" name="Textfeld 27">
            <a:extLst>
              <a:ext uri="{FF2B5EF4-FFF2-40B4-BE49-F238E27FC236}">
                <a16:creationId xmlns:a16="http://schemas.microsoft.com/office/drawing/2014/main" id="{35F301C2-6C4B-4E54-A4C4-140129A3CB31}"/>
              </a:ext>
              <a:ext uri="{C183D7F6-B498-43B3-948B-1728B52AA6E4}">
                <adec:decorative xmlns:adec="http://schemas.microsoft.com/office/drawing/2017/decorative" val="1"/>
              </a:ext>
            </a:extLst>
          </p:cNvPr>
          <p:cNvSpPr txBox="1"/>
          <p:nvPr/>
        </p:nvSpPr>
        <p:spPr>
          <a:xfrm>
            <a:off x="2434817" y="7792138"/>
            <a:ext cx="581025" cy="276999"/>
          </a:xfrm>
          <a:prstGeom prst="rect">
            <a:avLst/>
          </a:prstGeom>
          <a:noFill/>
        </p:spPr>
        <p:txBody>
          <a:bodyPr wrap="square">
            <a:spAutoFit/>
          </a:bodyPr>
          <a:lstStyle/>
          <a:p>
            <a:pPr algn="ctr"/>
            <a:r>
              <a:rPr lang="en-US" sz="1200">
                <a:latin typeface="Pangolin" panose="00000500000000000000" pitchFamily="2" charset="0"/>
              </a:rPr>
              <a:t>salade</a:t>
            </a:r>
            <a:endParaRPr lang="de-AT" sz="1200" dirty="0">
              <a:solidFill>
                <a:schemeClr val="tx1"/>
              </a:solidFill>
              <a:latin typeface="Pangolin" panose="00000500000000000000" pitchFamily="2" charset="0"/>
            </a:endParaRPr>
          </a:p>
        </p:txBody>
      </p:sp>
      <p:sp>
        <p:nvSpPr>
          <p:cNvPr id="29" name="Textfeld 28">
            <a:extLst>
              <a:ext uri="{FF2B5EF4-FFF2-40B4-BE49-F238E27FC236}">
                <a16:creationId xmlns:a16="http://schemas.microsoft.com/office/drawing/2014/main" id="{3452765A-BC87-4F5F-A8F4-9E439009F266}"/>
              </a:ext>
              <a:ext uri="{C183D7F6-B498-43B3-948B-1728B52AA6E4}">
                <adec:decorative xmlns:adec="http://schemas.microsoft.com/office/drawing/2017/decorative" val="1"/>
              </a:ext>
            </a:extLst>
          </p:cNvPr>
          <p:cNvSpPr txBox="1"/>
          <p:nvPr/>
        </p:nvSpPr>
        <p:spPr>
          <a:xfrm>
            <a:off x="3024187" y="7792138"/>
            <a:ext cx="731494" cy="276999"/>
          </a:xfrm>
          <a:prstGeom prst="rect">
            <a:avLst/>
          </a:prstGeom>
          <a:noFill/>
        </p:spPr>
        <p:txBody>
          <a:bodyPr wrap="square">
            <a:spAutoFit/>
          </a:bodyPr>
          <a:lstStyle/>
          <a:p>
            <a:pPr algn="ctr"/>
            <a:r>
              <a:rPr lang="en-US" sz="1200" dirty="0" err="1">
                <a:latin typeface="Pangolin" panose="00000500000000000000" pitchFamily="2" charset="0"/>
              </a:rPr>
              <a:t>poisson</a:t>
            </a:r>
            <a:endParaRPr lang="de-AT" sz="1200" dirty="0">
              <a:solidFill>
                <a:schemeClr val="tx1"/>
              </a:solidFill>
              <a:latin typeface="Pangolin" panose="00000500000000000000" pitchFamily="2" charset="0"/>
            </a:endParaRPr>
          </a:p>
        </p:txBody>
      </p:sp>
      <p:sp>
        <p:nvSpPr>
          <p:cNvPr id="30" name="Textfeld 29">
            <a:extLst>
              <a:ext uri="{FF2B5EF4-FFF2-40B4-BE49-F238E27FC236}">
                <a16:creationId xmlns:a16="http://schemas.microsoft.com/office/drawing/2014/main" id="{FE98852C-ECBC-4A2E-8C78-8A86B11D2651}"/>
              </a:ext>
              <a:ext uri="{C183D7F6-B498-43B3-948B-1728B52AA6E4}">
                <adec:decorative xmlns:adec="http://schemas.microsoft.com/office/drawing/2017/decorative" val="1"/>
              </a:ext>
            </a:extLst>
          </p:cNvPr>
          <p:cNvSpPr txBox="1"/>
          <p:nvPr/>
        </p:nvSpPr>
        <p:spPr>
          <a:xfrm>
            <a:off x="3651250" y="7792138"/>
            <a:ext cx="822325" cy="276999"/>
          </a:xfrm>
          <a:prstGeom prst="rect">
            <a:avLst/>
          </a:prstGeom>
          <a:noFill/>
        </p:spPr>
        <p:txBody>
          <a:bodyPr wrap="square">
            <a:spAutoFit/>
          </a:bodyPr>
          <a:lstStyle/>
          <a:p>
            <a:pPr algn="ctr"/>
            <a:r>
              <a:rPr lang="en-US" sz="1200">
                <a:latin typeface="Pangolin" panose="00000500000000000000" pitchFamily="2" charset="0"/>
              </a:rPr>
              <a:t>canard</a:t>
            </a:r>
            <a:endParaRPr lang="de-AT" sz="1200" dirty="0">
              <a:solidFill>
                <a:schemeClr val="tx1"/>
              </a:solidFill>
              <a:latin typeface="Pangolin" panose="00000500000000000000" pitchFamily="2" charset="0"/>
            </a:endParaRPr>
          </a:p>
        </p:txBody>
      </p:sp>
      <p:sp>
        <p:nvSpPr>
          <p:cNvPr id="2" name="Rechteck 1">
            <a:extLst>
              <a:ext uri="{FF2B5EF4-FFF2-40B4-BE49-F238E27FC236}">
                <a16:creationId xmlns:a16="http://schemas.microsoft.com/office/drawing/2014/main" id="{7FCC2E15-1522-8884-CD9B-625052A97D15}"/>
              </a:ext>
              <a:ext uri="{C183D7F6-B498-43B3-948B-1728B52AA6E4}">
                <adec:decorative xmlns:adec="http://schemas.microsoft.com/office/drawing/2017/decorative" val="1"/>
              </a:ext>
            </a:extLst>
          </p:cNvPr>
          <p:cNvSpPr/>
          <p:nvPr/>
        </p:nvSpPr>
        <p:spPr>
          <a:xfrm rot="16200000">
            <a:off x="3384458" y="2433545"/>
            <a:ext cx="100450" cy="2185741"/>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de-AT"/>
          </a:p>
        </p:txBody>
      </p:sp>
      <p:sp>
        <p:nvSpPr>
          <p:cNvPr id="37" name="Rechteck 36">
            <a:extLst>
              <a:ext uri="{FF2B5EF4-FFF2-40B4-BE49-F238E27FC236}">
                <a16:creationId xmlns:a16="http://schemas.microsoft.com/office/drawing/2014/main" id="{85A89FA2-E7B2-44F9-6DC5-5CAA9E84DBC8}"/>
              </a:ext>
              <a:ext uri="{C183D7F6-B498-43B3-948B-1728B52AA6E4}">
                <adec:decorative xmlns:adec="http://schemas.microsoft.com/office/drawing/2017/decorative" val="1"/>
              </a:ext>
            </a:extLst>
          </p:cNvPr>
          <p:cNvSpPr/>
          <p:nvPr/>
        </p:nvSpPr>
        <p:spPr>
          <a:xfrm rot="16200000">
            <a:off x="2222161" y="3209143"/>
            <a:ext cx="288342" cy="45719"/>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de-AT"/>
          </a:p>
        </p:txBody>
      </p:sp>
      <p:sp>
        <p:nvSpPr>
          <p:cNvPr id="5" name="Rechteck 4">
            <a:extLst>
              <a:ext uri="{FF2B5EF4-FFF2-40B4-BE49-F238E27FC236}">
                <a16:creationId xmlns:a16="http://schemas.microsoft.com/office/drawing/2014/main" id="{1982D56E-52A1-41C5-9E38-9AE8FC3766E1}"/>
              </a:ext>
              <a:ext uri="{C183D7F6-B498-43B3-948B-1728B52AA6E4}">
                <adec:decorative xmlns:adec="http://schemas.microsoft.com/office/drawing/2017/decorative" val="1"/>
              </a:ext>
            </a:extLst>
          </p:cNvPr>
          <p:cNvSpPr/>
          <p:nvPr/>
        </p:nvSpPr>
        <p:spPr>
          <a:xfrm>
            <a:off x="2384425" y="525462"/>
            <a:ext cx="2089150" cy="2951163"/>
          </a:xfrm>
          <a:custGeom>
            <a:avLst/>
            <a:gdLst>
              <a:gd name="connsiteX0" fmla="*/ 0 w 2089150"/>
              <a:gd name="connsiteY0" fmla="*/ 0 h 2951163"/>
              <a:gd name="connsiteX1" fmla="*/ 633709 w 2089150"/>
              <a:gd name="connsiteY1" fmla="*/ 0 h 2951163"/>
              <a:gd name="connsiteX2" fmla="*/ 1288309 w 2089150"/>
              <a:gd name="connsiteY2" fmla="*/ 0 h 2951163"/>
              <a:gd name="connsiteX3" fmla="*/ 2089150 w 2089150"/>
              <a:gd name="connsiteY3" fmla="*/ 0 h 2951163"/>
              <a:gd name="connsiteX4" fmla="*/ 2089150 w 2089150"/>
              <a:gd name="connsiteY4" fmla="*/ 560721 h 2951163"/>
              <a:gd name="connsiteX5" fmla="*/ 2089150 w 2089150"/>
              <a:gd name="connsiteY5" fmla="*/ 1209977 h 2951163"/>
              <a:gd name="connsiteX6" fmla="*/ 2089150 w 2089150"/>
              <a:gd name="connsiteY6" fmla="*/ 1711675 h 2951163"/>
              <a:gd name="connsiteX7" fmla="*/ 2089150 w 2089150"/>
              <a:gd name="connsiteY7" fmla="*/ 2242884 h 2951163"/>
              <a:gd name="connsiteX8" fmla="*/ 2089150 w 2089150"/>
              <a:gd name="connsiteY8" fmla="*/ 2951163 h 2951163"/>
              <a:gd name="connsiteX9" fmla="*/ 1455441 w 2089150"/>
              <a:gd name="connsiteY9" fmla="*/ 2951163 h 2951163"/>
              <a:gd name="connsiteX10" fmla="*/ 800841 w 2089150"/>
              <a:gd name="connsiteY10" fmla="*/ 2951163 h 2951163"/>
              <a:gd name="connsiteX11" fmla="*/ 0 w 2089150"/>
              <a:gd name="connsiteY11" fmla="*/ 2951163 h 2951163"/>
              <a:gd name="connsiteX12" fmla="*/ 0 w 2089150"/>
              <a:gd name="connsiteY12" fmla="*/ 2449465 h 2951163"/>
              <a:gd name="connsiteX13" fmla="*/ 0 w 2089150"/>
              <a:gd name="connsiteY13" fmla="*/ 1829721 h 2951163"/>
              <a:gd name="connsiteX14" fmla="*/ 0 w 2089150"/>
              <a:gd name="connsiteY14" fmla="*/ 1239488 h 2951163"/>
              <a:gd name="connsiteX15" fmla="*/ 0 w 2089150"/>
              <a:gd name="connsiteY15" fmla="*/ 708279 h 2951163"/>
              <a:gd name="connsiteX16" fmla="*/ 0 w 2089150"/>
              <a:gd name="connsiteY16" fmla="*/ 0 h 295116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Lst>
            <a:rect l="l" t="t" r="r" b="b"/>
            <a:pathLst>
              <a:path w="2089150" h="2951163" extrusionOk="0">
                <a:moveTo>
                  <a:pt x="0" y="0"/>
                </a:moveTo>
                <a:cubicBezTo>
                  <a:pt x="180692" y="9832"/>
                  <a:pt x="413782" y="11249"/>
                  <a:pt x="633709" y="0"/>
                </a:cubicBezTo>
                <a:cubicBezTo>
                  <a:pt x="853636" y="-11249"/>
                  <a:pt x="1016011" y="-14321"/>
                  <a:pt x="1288309" y="0"/>
                </a:cubicBezTo>
                <a:cubicBezTo>
                  <a:pt x="1560607" y="14321"/>
                  <a:pt x="1856913" y="23314"/>
                  <a:pt x="2089150" y="0"/>
                </a:cubicBezTo>
                <a:cubicBezTo>
                  <a:pt x="2101332" y="245709"/>
                  <a:pt x="2079607" y="343479"/>
                  <a:pt x="2089150" y="560721"/>
                </a:cubicBezTo>
                <a:cubicBezTo>
                  <a:pt x="2098693" y="777963"/>
                  <a:pt x="2119040" y="886218"/>
                  <a:pt x="2089150" y="1209977"/>
                </a:cubicBezTo>
                <a:cubicBezTo>
                  <a:pt x="2059260" y="1533736"/>
                  <a:pt x="2082151" y="1542940"/>
                  <a:pt x="2089150" y="1711675"/>
                </a:cubicBezTo>
                <a:cubicBezTo>
                  <a:pt x="2096149" y="1880410"/>
                  <a:pt x="2099047" y="2114975"/>
                  <a:pt x="2089150" y="2242884"/>
                </a:cubicBezTo>
                <a:cubicBezTo>
                  <a:pt x="2079253" y="2370793"/>
                  <a:pt x="2120057" y="2753717"/>
                  <a:pt x="2089150" y="2951163"/>
                </a:cubicBezTo>
                <a:cubicBezTo>
                  <a:pt x="1810955" y="2950928"/>
                  <a:pt x="1591278" y="2976678"/>
                  <a:pt x="1455441" y="2951163"/>
                </a:cubicBezTo>
                <a:cubicBezTo>
                  <a:pt x="1319604" y="2925648"/>
                  <a:pt x="1093847" y="2974399"/>
                  <a:pt x="800841" y="2951163"/>
                </a:cubicBezTo>
                <a:cubicBezTo>
                  <a:pt x="507835" y="2927927"/>
                  <a:pt x="226229" y="2945517"/>
                  <a:pt x="0" y="2951163"/>
                </a:cubicBezTo>
                <a:cubicBezTo>
                  <a:pt x="14797" y="2840414"/>
                  <a:pt x="24747" y="2604392"/>
                  <a:pt x="0" y="2449465"/>
                </a:cubicBezTo>
                <a:cubicBezTo>
                  <a:pt x="-24747" y="2294538"/>
                  <a:pt x="12162" y="2112558"/>
                  <a:pt x="0" y="1829721"/>
                </a:cubicBezTo>
                <a:cubicBezTo>
                  <a:pt x="-12162" y="1546884"/>
                  <a:pt x="8429" y="1364361"/>
                  <a:pt x="0" y="1239488"/>
                </a:cubicBezTo>
                <a:cubicBezTo>
                  <a:pt x="-8429" y="1114615"/>
                  <a:pt x="7141" y="949936"/>
                  <a:pt x="0" y="708279"/>
                </a:cubicBezTo>
                <a:cubicBezTo>
                  <a:pt x="-7141" y="466622"/>
                  <a:pt x="-34761" y="237017"/>
                  <a:pt x="0" y="0"/>
                </a:cubicBezTo>
                <a:close/>
              </a:path>
            </a:pathLst>
          </a:custGeom>
          <a:noFill/>
          <a:ln w="25400">
            <a:solidFill>
              <a:schemeClr val="tx1">
                <a:lumMod val="95000"/>
                <a:lumOff val="5000"/>
              </a:schemeClr>
            </a:solidFill>
            <a:extLst>
              <a:ext uri="{C807C97D-BFC1-408E-A445-0C87EB9F89A2}">
                <ask:lineSketchStyleProps xmlns:ask="http://schemas.microsoft.com/office/drawing/2018/sketchyshapes" sd="1762638383">
                  <a:prstGeom prst="rect">
                    <a:avLst/>
                  </a:prstGeom>
                  <ask:type>
                    <ask:lineSketchFreehand/>
                  </ask:type>
                </ask:lineSketchStyleProps>
              </a:ext>
            </a:extLst>
          </a:ln>
        </p:spPr>
        <p:style>
          <a:lnRef idx="2">
            <a:schemeClr val="accent3">
              <a:shade val="50000"/>
            </a:schemeClr>
          </a:lnRef>
          <a:fillRef idx="1">
            <a:schemeClr val="accent3"/>
          </a:fillRef>
          <a:effectRef idx="0">
            <a:schemeClr val="accent3"/>
          </a:effectRef>
          <a:fontRef idx="minor">
            <a:schemeClr val="lt1"/>
          </a:fontRef>
        </p:style>
        <p:txBody>
          <a:bodyPr rtlCol="0" anchor="ctr"/>
          <a:lstStyle/>
          <a:p>
            <a:pPr algn="ctr"/>
            <a:endParaRPr lang="de-AT" dirty="0"/>
          </a:p>
        </p:txBody>
      </p:sp>
      <p:sp>
        <p:nvSpPr>
          <p:cNvPr id="40" name="Freeform: Shape 39">
            <a:extLst>
              <a:ext uri="{FF2B5EF4-FFF2-40B4-BE49-F238E27FC236}">
                <a16:creationId xmlns:a16="http://schemas.microsoft.com/office/drawing/2014/main" id="{E575072F-E0A7-2366-748D-FC9626DA6978}"/>
              </a:ext>
              <a:ext uri="{C183D7F6-B498-43B3-948B-1728B52AA6E4}">
                <adec:decorative xmlns:adec="http://schemas.microsoft.com/office/drawing/2017/decorative" val="1"/>
              </a:ext>
            </a:extLst>
          </p:cNvPr>
          <p:cNvSpPr/>
          <p:nvPr/>
        </p:nvSpPr>
        <p:spPr>
          <a:xfrm>
            <a:off x="3420977" y="4472774"/>
            <a:ext cx="108035" cy="256483"/>
          </a:xfrm>
          <a:custGeom>
            <a:avLst/>
            <a:gdLst>
              <a:gd name="connsiteX0" fmla="*/ 72316 w 108035"/>
              <a:gd name="connsiteY0" fmla="*/ 242888 h 242983"/>
              <a:gd name="connsiteX1" fmla="*/ 67554 w 108035"/>
              <a:gd name="connsiteY1" fmla="*/ 230982 h 242983"/>
              <a:gd name="connsiteX2" fmla="*/ 55648 w 108035"/>
              <a:gd name="connsiteY2" fmla="*/ 228600 h 242983"/>
              <a:gd name="connsiteX3" fmla="*/ 48504 w 108035"/>
              <a:gd name="connsiteY3" fmla="*/ 223838 h 242983"/>
              <a:gd name="connsiteX4" fmla="*/ 41360 w 108035"/>
              <a:gd name="connsiteY4" fmla="*/ 221457 h 242983"/>
              <a:gd name="connsiteX5" fmla="*/ 31835 w 108035"/>
              <a:gd name="connsiteY5" fmla="*/ 214313 h 242983"/>
              <a:gd name="connsiteX6" fmla="*/ 27073 w 108035"/>
              <a:gd name="connsiteY6" fmla="*/ 204788 h 242983"/>
              <a:gd name="connsiteX7" fmla="*/ 19929 w 108035"/>
              <a:gd name="connsiteY7" fmla="*/ 195263 h 242983"/>
              <a:gd name="connsiteX8" fmla="*/ 17548 w 108035"/>
              <a:gd name="connsiteY8" fmla="*/ 166688 h 242983"/>
              <a:gd name="connsiteX9" fmla="*/ 10404 w 108035"/>
              <a:gd name="connsiteY9" fmla="*/ 161925 h 242983"/>
              <a:gd name="connsiteX10" fmla="*/ 3260 w 108035"/>
              <a:gd name="connsiteY10" fmla="*/ 154782 h 242983"/>
              <a:gd name="connsiteX11" fmla="*/ 5641 w 108035"/>
              <a:gd name="connsiteY11" fmla="*/ 104775 h 242983"/>
              <a:gd name="connsiteX12" fmla="*/ 8023 w 108035"/>
              <a:gd name="connsiteY12" fmla="*/ 97632 h 242983"/>
              <a:gd name="connsiteX13" fmla="*/ 17548 w 108035"/>
              <a:gd name="connsiteY13" fmla="*/ 88107 h 242983"/>
              <a:gd name="connsiteX14" fmla="*/ 24691 w 108035"/>
              <a:gd name="connsiteY14" fmla="*/ 66675 h 242983"/>
              <a:gd name="connsiteX15" fmla="*/ 27073 w 108035"/>
              <a:gd name="connsiteY15" fmla="*/ 59532 h 242983"/>
              <a:gd name="connsiteX16" fmla="*/ 29454 w 108035"/>
              <a:gd name="connsiteY16" fmla="*/ 47625 h 242983"/>
              <a:gd name="connsiteX17" fmla="*/ 31835 w 108035"/>
              <a:gd name="connsiteY17" fmla="*/ 40482 h 242983"/>
              <a:gd name="connsiteX18" fmla="*/ 34216 w 108035"/>
              <a:gd name="connsiteY18" fmla="*/ 28575 h 242983"/>
              <a:gd name="connsiteX19" fmla="*/ 41360 w 108035"/>
              <a:gd name="connsiteY19" fmla="*/ 19050 h 242983"/>
              <a:gd name="connsiteX20" fmla="*/ 46123 w 108035"/>
              <a:gd name="connsiteY20" fmla="*/ 9525 h 242983"/>
              <a:gd name="connsiteX21" fmla="*/ 65173 w 108035"/>
              <a:gd name="connsiteY21" fmla="*/ 0 h 242983"/>
              <a:gd name="connsiteX22" fmla="*/ 86604 w 108035"/>
              <a:gd name="connsiteY22" fmla="*/ 16669 h 242983"/>
              <a:gd name="connsiteX23" fmla="*/ 93748 w 108035"/>
              <a:gd name="connsiteY23" fmla="*/ 23813 h 242983"/>
              <a:gd name="connsiteX24" fmla="*/ 98510 w 108035"/>
              <a:gd name="connsiteY24" fmla="*/ 33338 h 242983"/>
              <a:gd name="connsiteX25" fmla="*/ 103273 w 108035"/>
              <a:gd name="connsiteY25" fmla="*/ 47625 h 242983"/>
              <a:gd name="connsiteX26" fmla="*/ 93748 w 108035"/>
              <a:gd name="connsiteY26" fmla="*/ 76200 h 242983"/>
              <a:gd name="connsiteX27" fmla="*/ 91366 w 108035"/>
              <a:gd name="connsiteY27" fmla="*/ 85725 h 242983"/>
              <a:gd name="connsiteX28" fmla="*/ 100891 w 108035"/>
              <a:gd name="connsiteY28" fmla="*/ 102394 h 242983"/>
              <a:gd name="connsiteX29" fmla="*/ 108035 w 108035"/>
              <a:gd name="connsiteY29" fmla="*/ 130969 h 242983"/>
              <a:gd name="connsiteX30" fmla="*/ 105654 w 108035"/>
              <a:gd name="connsiteY30" fmla="*/ 159544 h 242983"/>
              <a:gd name="connsiteX31" fmla="*/ 100891 w 108035"/>
              <a:gd name="connsiteY31" fmla="*/ 183357 h 242983"/>
              <a:gd name="connsiteX32" fmla="*/ 96129 w 108035"/>
              <a:gd name="connsiteY32" fmla="*/ 197644 h 242983"/>
              <a:gd name="connsiteX33" fmla="*/ 93748 w 108035"/>
              <a:gd name="connsiteY33" fmla="*/ 204788 h 242983"/>
              <a:gd name="connsiteX34" fmla="*/ 88985 w 108035"/>
              <a:gd name="connsiteY34" fmla="*/ 223838 h 242983"/>
              <a:gd name="connsiteX35" fmla="*/ 72316 w 108035"/>
              <a:gd name="connsiteY35" fmla="*/ 242888 h 24298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Lst>
            <a:rect l="l" t="t" r="r" b="b"/>
            <a:pathLst>
              <a:path w="108035" h="242983">
                <a:moveTo>
                  <a:pt x="72316" y="242888"/>
                </a:moveTo>
                <a:cubicBezTo>
                  <a:pt x="68744" y="244079"/>
                  <a:pt x="70799" y="233764"/>
                  <a:pt x="67554" y="230982"/>
                </a:cubicBezTo>
                <a:cubicBezTo>
                  <a:pt x="64481" y="228348"/>
                  <a:pt x="59438" y="230021"/>
                  <a:pt x="55648" y="228600"/>
                </a:cubicBezTo>
                <a:cubicBezTo>
                  <a:pt x="52968" y="227595"/>
                  <a:pt x="51064" y="225118"/>
                  <a:pt x="48504" y="223838"/>
                </a:cubicBezTo>
                <a:cubicBezTo>
                  <a:pt x="46259" y="222716"/>
                  <a:pt x="43741" y="222251"/>
                  <a:pt x="41360" y="221457"/>
                </a:cubicBezTo>
                <a:cubicBezTo>
                  <a:pt x="38185" y="219076"/>
                  <a:pt x="34418" y="217326"/>
                  <a:pt x="31835" y="214313"/>
                </a:cubicBezTo>
                <a:cubicBezTo>
                  <a:pt x="29525" y="211618"/>
                  <a:pt x="28954" y="207798"/>
                  <a:pt x="27073" y="204788"/>
                </a:cubicBezTo>
                <a:cubicBezTo>
                  <a:pt x="24970" y="201422"/>
                  <a:pt x="22310" y="198438"/>
                  <a:pt x="19929" y="195263"/>
                </a:cubicBezTo>
                <a:cubicBezTo>
                  <a:pt x="19135" y="185738"/>
                  <a:pt x="20174" y="175878"/>
                  <a:pt x="17548" y="166688"/>
                </a:cubicBezTo>
                <a:cubicBezTo>
                  <a:pt x="16762" y="163936"/>
                  <a:pt x="12603" y="163757"/>
                  <a:pt x="10404" y="161925"/>
                </a:cubicBezTo>
                <a:cubicBezTo>
                  <a:pt x="7817" y="159769"/>
                  <a:pt x="5641" y="157163"/>
                  <a:pt x="3260" y="154782"/>
                </a:cubicBezTo>
                <a:cubicBezTo>
                  <a:pt x="-2203" y="132928"/>
                  <a:pt x="-388" y="144968"/>
                  <a:pt x="5641" y="104775"/>
                </a:cubicBezTo>
                <a:cubicBezTo>
                  <a:pt x="6013" y="102293"/>
                  <a:pt x="6564" y="99674"/>
                  <a:pt x="8023" y="97632"/>
                </a:cubicBezTo>
                <a:cubicBezTo>
                  <a:pt x="10633" y="93978"/>
                  <a:pt x="14373" y="91282"/>
                  <a:pt x="17548" y="88107"/>
                </a:cubicBezTo>
                <a:cubicBezTo>
                  <a:pt x="25471" y="72259"/>
                  <a:pt x="20073" y="85145"/>
                  <a:pt x="24691" y="66675"/>
                </a:cubicBezTo>
                <a:cubicBezTo>
                  <a:pt x="25300" y="64240"/>
                  <a:pt x="26464" y="61967"/>
                  <a:pt x="27073" y="59532"/>
                </a:cubicBezTo>
                <a:cubicBezTo>
                  <a:pt x="28055" y="55605"/>
                  <a:pt x="28472" y="51552"/>
                  <a:pt x="29454" y="47625"/>
                </a:cubicBezTo>
                <a:cubicBezTo>
                  <a:pt x="30063" y="45190"/>
                  <a:pt x="31226" y="42917"/>
                  <a:pt x="31835" y="40482"/>
                </a:cubicBezTo>
                <a:cubicBezTo>
                  <a:pt x="32817" y="36555"/>
                  <a:pt x="32572" y="32274"/>
                  <a:pt x="34216" y="28575"/>
                </a:cubicBezTo>
                <a:cubicBezTo>
                  <a:pt x="35828" y="24948"/>
                  <a:pt x="39256" y="22415"/>
                  <a:pt x="41360" y="19050"/>
                </a:cubicBezTo>
                <a:cubicBezTo>
                  <a:pt x="43241" y="16040"/>
                  <a:pt x="43613" y="12035"/>
                  <a:pt x="46123" y="9525"/>
                </a:cubicBezTo>
                <a:cubicBezTo>
                  <a:pt x="51745" y="3904"/>
                  <a:pt x="58215" y="2320"/>
                  <a:pt x="65173" y="0"/>
                </a:cubicBezTo>
                <a:cubicBezTo>
                  <a:pt x="78705" y="4513"/>
                  <a:pt x="70542" y="607"/>
                  <a:pt x="86604" y="16669"/>
                </a:cubicBezTo>
                <a:lnTo>
                  <a:pt x="93748" y="23813"/>
                </a:lnTo>
                <a:cubicBezTo>
                  <a:pt x="95335" y="26988"/>
                  <a:pt x="97192" y="30042"/>
                  <a:pt x="98510" y="33338"/>
                </a:cubicBezTo>
                <a:cubicBezTo>
                  <a:pt x="100374" y="37999"/>
                  <a:pt x="103273" y="47625"/>
                  <a:pt x="103273" y="47625"/>
                </a:cubicBezTo>
                <a:cubicBezTo>
                  <a:pt x="100098" y="57150"/>
                  <a:pt x="96743" y="66617"/>
                  <a:pt x="93748" y="76200"/>
                </a:cubicBezTo>
                <a:cubicBezTo>
                  <a:pt x="92772" y="79324"/>
                  <a:pt x="90960" y="82477"/>
                  <a:pt x="91366" y="85725"/>
                </a:cubicBezTo>
                <a:cubicBezTo>
                  <a:pt x="91830" y="89441"/>
                  <a:pt x="98658" y="99043"/>
                  <a:pt x="100891" y="102394"/>
                </a:cubicBezTo>
                <a:cubicBezTo>
                  <a:pt x="101748" y="105394"/>
                  <a:pt x="108035" y="125695"/>
                  <a:pt x="108035" y="130969"/>
                </a:cubicBezTo>
                <a:cubicBezTo>
                  <a:pt x="108035" y="140527"/>
                  <a:pt x="106709" y="150044"/>
                  <a:pt x="105654" y="159544"/>
                </a:cubicBezTo>
                <a:cubicBezTo>
                  <a:pt x="104896" y="166369"/>
                  <a:pt x="102980" y="176395"/>
                  <a:pt x="100891" y="183357"/>
                </a:cubicBezTo>
                <a:cubicBezTo>
                  <a:pt x="99448" y="188165"/>
                  <a:pt x="97716" y="192882"/>
                  <a:pt x="96129" y="197644"/>
                </a:cubicBezTo>
                <a:cubicBezTo>
                  <a:pt x="95335" y="200025"/>
                  <a:pt x="94240" y="202327"/>
                  <a:pt x="93748" y="204788"/>
                </a:cubicBezTo>
                <a:cubicBezTo>
                  <a:pt x="93236" y="207345"/>
                  <a:pt x="91180" y="220179"/>
                  <a:pt x="88985" y="223838"/>
                </a:cubicBezTo>
                <a:cubicBezTo>
                  <a:pt x="87830" y="225763"/>
                  <a:pt x="75888" y="241697"/>
                  <a:pt x="72316" y="242888"/>
                </a:cubicBezTo>
                <a:close/>
              </a:path>
            </a:pathLst>
          </a:cu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pt-BR"/>
          </a:p>
        </p:txBody>
      </p:sp>
      <p:sp>
        <p:nvSpPr>
          <p:cNvPr id="39" name="TextBox 38">
            <a:extLst>
              <a:ext uri="{FF2B5EF4-FFF2-40B4-BE49-F238E27FC236}">
                <a16:creationId xmlns:a16="http://schemas.microsoft.com/office/drawing/2014/main" id="{DADE333B-C085-3FAF-A32C-5C03D072FF26}"/>
              </a:ext>
              <a:ext uri="{C183D7F6-B498-43B3-948B-1728B52AA6E4}">
                <adec:decorative xmlns:adec="http://schemas.microsoft.com/office/drawing/2017/decorative" val="1"/>
              </a:ext>
            </a:extLst>
          </p:cNvPr>
          <p:cNvSpPr txBox="1"/>
          <p:nvPr/>
        </p:nvSpPr>
        <p:spPr>
          <a:xfrm>
            <a:off x="3346995" y="4447440"/>
            <a:ext cx="290464" cy="307777"/>
          </a:xfrm>
          <a:prstGeom prst="rect">
            <a:avLst/>
          </a:prstGeom>
          <a:noFill/>
        </p:spPr>
        <p:txBody>
          <a:bodyPr wrap="none" rtlCol="0">
            <a:spAutoFit/>
          </a:bodyPr>
          <a:lstStyle/>
          <a:p>
            <a:r>
              <a:rPr lang="de-DE" sz="1400" b="1" dirty="0">
                <a:latin typeface="Comic Sans MS" panose="030F0702030302020204" pitchFamily="66" charset="0"/>
              </a:rPr>
              <a:t>p</a:t>
            </a:r>
            <a:endParaRPr lang="pt-BR" sz="1400" b="1" dirty="0">
              <a:latin typeface="Comic Sans MS" panose="030F0702030302020204" pitchFamily="66" charset="0"/>
            </a:endParaRPr>
          </a:p>
        </p:txBody>
      </p:sp>
      <p:sp>
        <p:nvSpPr>
          <p:cNvPr id="41" name="Freeform: Shape 40">
            <a:extLst>
              <a:ext uri="{FF2B5EF4-FFF2-40B4-BE49-F238E27FC236}">
                <a16:creationId xmlns:a16="http://schemas.microsoft.com/office/drawing/2014/main" id="{08C3C03E-7752-E47F-77D3-66A756D73BCC}"/>
              </a:ext>
              <a:ext uri="{C183D7F6-B498-43B3-948B-1728B52AA6E4}">
                <adec:decorative xmlns:adec="http://schemas.microsoft.com/office/drawing/2017/decorative" val="1"/>
              </a:ext>
            </a:extLst>
          </p:cNvPr>
          <p:cNvSpPr/>
          <p:nvPr/>
        </p:nvSpPr>
        <p:spPr>
          <a:xfrm>
            <a:off x="3428999" y="4842778"/>
            <a:ext cx="171451" cy="191931"/>
          </a:xfrm>
          <a:custGeom>
            <a:avLst/>
            <a:gdLst>
              <a:gd name="connsiteX0" fmla="*/ 28575 w 166687"/>
              <a:gd name="connsiteY0" fmla="*/ 186422 h 191931"/>
              <a:gd name="connsiteX1" fmla="*/ 19050 w 166687"/>
              <a:gd name="connsiteY1" fmla="*/ 174516 h 191931"/>
              <a:gd name="connsiteX2" fmla="*/ 16668 w 166687"/>
              <a:gd name="connsiteY2" fmla="*/ 164991 h 191931"/>
              <a:gd name="connsiteX3" fmla="*/ 11906 w 166687"/>
              <a:gd name="connsiteY3" fmla="*/ 148322 h 191931"/>
              <a:gd name="connsiteX4" fmla="*/ 7143 w 166687"/>
              <a:gd name="connsiteY4" fmla="*/ 88791 h 191931"/>
              <a:gd name="connsiteX5" fmla="*/ 4762 w 166687"/>
              <a:gd name="connsiteY5" fmla="*/ 81647 h 191931"/>
              <a:gd name="connsiteX6" fmla="*/ 0 w 166687"/>
              <a:gd name="connsiteY6" fmla="*/ 53072 h 191931"/>
              <a:gd name="connsiteX7" fmla="*/ 2381 w 166687"/>
              <a:gd name="connsiteY7" fmla="*/ 36403 h 191931"/>
              <a:gd name="connsiteX8" fmla="*/ 4762 w 166687"/>
              <a:gd name="connsiteY8" fmla="*/ 26878 h 191931"/>
              <a:gd name="connsiteX9" fmla="*/ 11906 w 166687"/>
              <a:gd name="connsiteY9" fmla="*/ 22116 h 191931"/>
              <a:gd name="connsiteX10" fmla="*/ 19050 w 166687"/>
              <a:gd name="connsiteY10" fmla="*/ 14972 h 191931"/>
              <a:gd name="connsiteX11" fmla="*/ 38100 w 166687"/>
              <a:gd name="connsiteY11" fmla="*/ 24497 h 191931"/>
              <a:gd name="connsiteX12" fmla="*/ 54768 w 166687"/>
              <a:gd name="connsiteY12" fmla="*/ 10210 h 191931"/>
              <a:gd name="connsiteX13" fmla="*/ 61912 w 166687"/>
              <a:gd name="connsiteY13" fmla="*/ 7828 h 191931"/>
              <a:gd name="connsiteX14" fmla="*/ 104775 w 166687"/>
              <a:gd name="connsiteY14" fmla="*/ 3066 h 191931"/>
              <a:gd name="connsiteX15" fmla="*/ 133350 w 166687"/>
              <a:gd name="connsiteY15" fmla="*/ 3066 h 191931"/>
              <a:gd name="connsiteX16" fmla="*/ 147637 w 166687"/>
              <a:gd name="connsiteY16" fmla="*/ 7828 h 191931"/>
              <a:gd name="connsiteX17" fmla="*/ 161925 w 166687"/>
              <a:gd name="connsiteY17" fmla="*/ 24497 h 191931"/>
              <a:gd name="connsiteX18" fmla="*/ 166687 w 166687"/>
              <a:gd name="connsiteY18" fmla="*/ 36403 h 191931"/>
              <a:gd name="connsiteX19" fmla="*/ 159543 w 166687"/>
              <a:gd name="connsiteY19" fmla="*/ 64978 h 191931"/>
              <a:gd name="connsiteX20" fmla="*/ 161925 w 166687"/>
              <a:gd name="connsiteY20" fmla="*/ 88791 h 191931"/>
              <a:gd name="connsiteX21" fmla="*/ 166687 w 166687"/>
              <a:gd name="connsiteY21" fmla="*/ 110222 h 191931"/>
              <a:gd name="connsiteX22" fmla="*/ 164306 w 166687"/>
              <a:gd name="connsiteY22" fmla="*/ 150703 h 191931"/>
              <a:gd name="connsiteX23" fmla="*/ 159543 w 166687"/>
              <a:gd name="connsiteY23" fmla="*/ 167372 h 191931"/>
              <a:gd name="connsiteX24" fmla="*/ 154781 w 166687"/>
              <a:gd name="connsiteY24" fmla="*/ 174516 h 191931"/>
              <a:gd name="connsiteX25" fmla="*/ 140493 w 166687"/>
              <a:gd name="connsiteY25" fmla="*/ 176897 h 191931"/>
              <a:gd name="connsiteX26" fmla="*/ 130968 w 166687"/>
              <a:gd name="connsiteY26" fmla="*/ 179278 h 191931"/>
              <a:gd name="connsiteX27" fmla="*/ 97631 w 166687"/>
              <a:gd name="connsiteY27" fmla="*/ 186422 h 191931"/>
              <a:gd name="connsiteX28" fmla="*/ 85725 w 166687"/>
              <a:gd name="connsiteY28" fmla="*/ 188803 h 191931"/>
              <a:gd name="connsiteX29" fmla="*/ 52387 w 166687"/>
              <a:gd name="connsiteY29" fmla="*/ 191185 h 191931"/>
              <a:gd name="connsiteX30" fmla="*/ 28575 w 166687"/>
              <a:gd name="connsiteY30" fmla="*/ 186422 h 191931"/>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Lst>
            <a:rect l="l" t="t" r="r" b="b"/>
            <a:pathLst>
              <a:path w="166687" h="191931">
                <a:moveTo>
                  <a:pt x="28575" y="186422"/>
                </a:moveTo>
                <a:cubicBezTo>
                  <a:pt x="23019" y="183644"/>
                  <a:pt x="21518" y="178959"/>
                  <a:pt x="19050" y="174516"/>
                </a:cubicBezTo>
                <a:cubicBezTo>
                  <a:pt x="17461" y="171655"/>
                  <a:pt x="17567" y="168138"/>
                  <a:pt x="16668" y="164991"/>
                </a:cubicBezTo>
                <a:cubicBezTo>
                  <a:pt x="9846" y="141118"/>
                  <a:pt x="19336" y="178046"/>
                  <a:pt x="11906" y="148322"/>
                </a:cubicBezTo>
                <a:cubicBezTo>
                  <a:pt x="10940" y="130935"/>
                  <a:pt x="10872" y="107435"/>
                  <a:pt x="7143" y="88791"/>
                </a:cubicBezTo>
                <a:cubicBezTo>
                  <a:pt x="6651" y="86330"/>
                  <a:pt x="5254" y="84108"/>
                  <a:pt x="4762" y="81647"/>
                </a:cubicBezTo>
                <a:cubicBezTo>
                  <a:pt x="2868" y="72178"/>
                  <a:pt x="0" y="53072"/>
                  <a:pt x="0" y="53072"/>
                </a:cubicBezTo>
                <a:cubicBezTo>
                  <a:pt x="794" y="47516"/>
                  <a:pt x="1377" y="41925"/>
                  <a:pt x="2381" y="36403"/>
                </a:cubicBezTo>
                <a:cubicBezTo>
                  <a:pt x="2966" y="33183"/>
                  <a:pt x="2947" y="29601"/>
                  <a:pt x="4762" y="26878"/>
                </a:cubicBezTo>
                <a:cubicBezTo>
                  <a:pt x="6350" y="24497"/>
                  <a:pt x="9707" y="23948"/>
                  <a:pt x="11906" y="22116"/>
                </a:cubicBezTo>
                <a:cubicBezTo>
                  <a:pt x="14493" y="19960"/>
                  <a:pt x="16669" y="17353"/>
                  <a:pt x="19050" y="14972"/>
                </a:cubicBezTo>
                <a:cubicBezTo>
                  <a:pt x="23083" y="17997"/>
                  <a:pt x="31412" y="26169"/>
                  <a:pt x="38100" y="24497"/>
                </a:cubicBezTo>
                <a:cubicBezTo>
                  <a:pt x="45037" y="22763"/>
                  <a:pt x="49300" y="13856"/>
                  <a:pt x="54768" y="10210"/>
                </a:cubicBezTo>
                <a:cubicBezTo>
                  <a:pt x="56857" y="8818"/>
                  <a:pt x="59498" y="8518"/>
                  <a:pt x="61912" y="7828"/>
                </a:cubicBezTo>
                <a:cubicBezTo>
                  <a:pt x="78852" y="2988"/>
                  <a:pt x="79724" y="4855"/>
                  <a:pt x="104775" y="3066"/>
                </a:cubicBezTo>
                <a:cubicBezTo>
                  <a:pt x="117345" y="-1124"/>
                  <a:pt x="113411" y="-921"/>
                  <a:pt x="133350" y="3066"/>
                </a:cubicBezTo>
                <a:cubicBezTo>
                  <a:pt x="138272" y="4050"/>
                  <a:pt x="147637" y="7828"/>
                  <a:pt x="147637" y="7828"/>
                </a:cubicBezTo>
                <a:cubicBezTo>
                  <a:pt x="153050" y="13241"/>
                  <a:pt x="158107" y="17625"/>
                  <a:pt x="161925" y="24497"/>
                </a:cubicBezTo>
                <a:cubicBezTo>
                  <a:pt x="164001" y="28233"/>
                  <a:pt x="165100" y="32434"/>
                  <a:pt x="166687" y="36403"/>
                </a:cubicBezTo>
                <a:cubicBezTo>
                  <a:pt x="164306" y="45928"/>
                  <a:pt x="160432" y="55200"/>
                  <a:pt x="159543" y="64978"/>
                </a:cubicBezTo>
                <a:cubicBezTo>
                  <a:pt x="158821" y="72923"/>
                  <a:pt x="160871" y="80884"/>
                  <a:pt x="161925" y="88791"/>
                </a:cubicBezTo>
                <a:cubicBezTo>
                  <a:pt x="162789" y="95270"/>
                  <a:pt x="165070" y="103754"/>
                  <a:pt x="166687" y="110222"/>
                </a:cubicBezTo>
                <a:cubicBezTo>
                  <a:pt x="165893" y="123716"/>
                  <a:pt x="165587" y="137247"/>
                  <a:pt x="164306" y="150703"/>
                </a:cubicBezTo>
                <a:cubicBezTo>
                  <a:pt x="164126" y="152592"/>
                  <a:pt x="160805" y="164848"/>
                  <a:pt x="159543" y="167372"/>
                </a:cubicBezTo>
                <a:cubicBezTo>
                  <a:pt x="158263" y="169932"/>
                  <a:pt x="157341" y="173236"/>
                  <a:pt x="154781" y="174516"/>
                </a:cubicBezTo>
                <a:cubicBezTo>
                  <a:pt x="150462" y="176675"/>
                  <a:pt x="145228" y="175950"/>
                  <a:pt x="140493" y="176897"/>
                </a:cubicBezTo>
                <a:cubicBezTo>
                  <a:pt x="137284" y="177539"/>
                  <a:pt x="134125" y="178417"/>
                  <a:pt x="130968" y="179278"/>
                </a:cubicBezTo>
                <a:cubicBezTo>
                  <a:pt x="101024" y="187445"/>
                  <a:pt x="127673" y="181415"/>
                  <a:pt x="97631" y="186422"/>
                </a:cubicBezTo>
                <a:cubicBezTo>
                  <a:pt x="93639" y="187087"/>
                  <a:pt x="89750" y="188379"/>
                  <a:pt x="85725" y="188803"/>
                </a:cubicBezTo>
                <a:cubicBezTo>
                  <a:pt x="74645" y="189969"/>
                  <a:pt x="63500" y="190391"/>
                  <a:pt x="52387" y="191185"/>
                </a:cubicBezTo>
                <a:cubicBezTo>
                  <a:pt x="39703" y="193722"/>
                  <a:pt x="34131" y="189200"/>
                  <a:pt x="28575" y="186422"/>
                </a:cubicBezTo>
                <a:close/>
              </a:path>
            </a:pathLst>
          </a:cu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pt-BR"/>
          </a:p>
        </p:txBody>
      </p:sp>
      <p:sp>
        <p:nvSpPr>
          <p:cNvPr id="42" name="TextBox 41">
            <a:extLst>
              <a:ext uri="{FF2B5EF4-FFF2-40B4-BE49-F238E27FC236}">
                <a16:creationId xmlns:a16="http://schemas.microsoft.com/office/drawing/2014/main" id="{2B89E0B4-634D-6D06-1239-45479E79FD1A}"/>
              </a:ext>
              <a:ext uri="{C183D7F6-B498-43B3-948B-1728B52AA6E4}">
                <adec:decorative xmlns:adec="http://schemas.microsoft.com/office/drawing/2017/decorative" val="1"/>
              </a:ext>
            </a:extLst>
          </p:cNvPr>
          <p:cNvSpPr txBox="1"/>
          <p:nvPr/>
        </p:nvSpPr>
        <p:spPr>
          <a:xfrm>
            <a:off x="3375634" y="4749319"/>
            <a:ext cx="277640" cy="307777"/>
          </a:xfrm>
          <a:prstGeom prst="rect">
            <a:avLst/>
          </a:prstGeom>
          <a:noFill/>
        </p:spPr>
        <p:txBody>
          <a:bodyPr wrap="none" rtlCol="0">
            <a:spAutoFit/>
          </a:bodyPr>
          <a:lstStyle/>
          <a:p>
            <a:r>
              <a:rPr lang="de-DE" sz="1400" b="1" i="1" dirty="0">
                <a:latin typeface="Comic Sans MS" panose="030F0702030302020204" pitchFamily="66" charset="0"/>
              </a:rPr>
              <a:t>c</a:t>
            </a:r>
            <a:endParaRPr lang="pt-BR" sz="1400" b="1" i="1" dirty="0">
              <a:latin typeface="Comic Sans MS" panose="030F0702030302020204" pitchFamily="66" charset="0"/>
            </a:endParaRPr>
          </a:p>
        </p:txBody>
      </p:sp>
      <p:sp>
        <p:nvSpPr>
          <p:cNvPr id="43" name="Freeform: Shape 42">
            <a:extLst>
              <a:ext uri="{FF2B5EF4-FFF2-40B4-BE49-F238E27FC236}">
                <a16:creationId xmlns:a16="http://schemas.microsoft.com/office/drawing/2014/main" id="{1183503B-7856-3B11-B394-2BBB15C58451}"/>
              </a:ext>
              <a:ext uri="{C183D7F6-B498-43B3-948B-1728B52AA6E4}">
                <adec:decorative xmlns:adec="http://schemas.microsoft.com/office/drawing/2017/decorative" val="1"/>
              </a:ext>
            </a:extLst>
          </p:cNvPr>
          <p:cNvSpPr/>
          <p:nvPr/>
        </p:nvSpPr>
        <p:spPr>
          <a:xfrm>
            <a:off x="3152900" y="9044940"/>
            <a:ext cx="276827" cy="464820"/>
          </a:xfrm>
          <a:custGeom>
            <a:avLst/>
            <a:gdLst>
              <a:gd name="connsiteX0" fmla="*/ 1780 w 276827"/>
              <a:gd name="connsiteY0" fmla="*/ 304800 h 464820"/>
              <a:gd name="connsiteX1" fmla="*/ 47500 w 276827"/>
              <a:gd name="connsiteY1" fmla="*/ 449580 h 464820"/>
              <a:gd name="connsiteX2" fmla="*/ 93220 w 276827"/>
              <a:gd name="connsiteY2" fmla="*/ 464820 h 464820"/>
              <a:gd name="connsiteX3" fmla="*/ 169420 w 276827"/>
              <a:gd name="connsiteY3" fmla="*/ 449580 h 464820"/>
              <a:gd name="connsiteX4" fmla="*/ 253240 w 276827"/>
              <a:gd name="connsiteY4" fmla="*/ 396240 h 464820"/>
              <a:gd name="connsiteX5" fmla="*/ 268480 w 276827"/>
              <a:gd name="connsiteY5" fmla="*/ 365760 h 464820"/>
              <a:gd name="connsiteX6" fmla="*/ 268480 w 276827"/>
              <a:gd name="connsiteY6" fmla="*/ 83820 h 464820"/>
              <a:gd name="connsiteX7" fmla="*/ 260860 w 276827"/>
              <a:gd name="connsiteY7" fmla="*/ 53340 h 464820"/>
              <a:gd name="connsiteX8" fmla="*/ 238000 w 276827"/>
              <a:gd name="connsiteY8" fmla="*/ 22860 h 464820"/>
              <a:gd name="connsiteX9" fmla="*/ 222760 w 276827"/>
              <a:gd name="connsiteY9" fmla="*/ 0 h 464820"/>
              <a:gd name="connsiteX10" fmla="*/ 131320 w 276827"/>
              <a:gd name="connsiteY10" fmla="*/ 15240 h 464820"/>
              <a:gd name="connsiteX11" fmla="*/ 108460 w 276827"/>
              <a:gd name="connsiteY11" fmla="*/ 22860 h 464820"/>
              <a:gd name="connsiteX12" fmla="*/ 85600 w 276827"/>
              <a:gd name="connsiteY12" fmla="*/ 45720 h 464820"/>
              <a:gd name="connsiteX13" fmla="*/ 62740 w 276827"/>
              <a:gd name="connsiteY13" fmla="*/ 76200 h 464820"/>
              <a:gd name="connsiteX14" fmla="*/ 47500 w 276827"/>
              <a:gd name="connsiteY14" fmla="*/ 114300 h 464820"/>
              <a:gd name="connsiteX15" fmla="*/ 32260 w 276827"/>
              <a:gd name="connsiteY15" fmla="*/ 167640 h 464820"/>
              <a:gd name="connsiteX16" fmla="*/ 17020 w 276827"/>
              <a:gd name="connsiteY16" fmla="*/ 228600 h 464820"/>
              <a:gd name="connsiteX17" fmla="*/ 9400 w 276827"/>
              <a:gd name="connsiteY17" fmla="*/ 259080 h 464820"/>
              <a:gd name="connsiteX18" fmla="*/ 1780 w 276827"/>
              <a:gd name="connsiteY18" fmla="*/ 304800 h 46482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Lst>
            <a:rect l="l" t="t" r="r" b="b"/>
            <a:pathLst>
              <a:path w="276827" h="464820">
                <a:moveTo>
                  <a:pt x="1780" y="304800"/>
                </a:moveTo>
                <a:cubicBezTo>
                  <a:pt x="8130" y="336550"/>
                  <a:pt x="-19221" y="413187"/>
                  <a:pt x="47500" y="449580"/>
                </a:cubicBezTo>
                <a:cubicBezTo>
                  <a:pt x="61603" y="457272"/>
                  <a:pt x="77980" y="459740"/>
                  <a:pt x="93220" y="464820"/>
                </a:cubicBezTo>
                <a:cubicBezTo>
                  <a:pt x="118620" y="459740"/>
                  <a:pt x="144846" y="457771"/>
                  <a:pt x="169420" y="449580"/>
                </a:cubicBezTo>
                <a:cubicBezTo>
                  <a:pt x="198215" y="439982"/>
                  <a:pt x="234145" y="422973"/>
                  <a:pt x="253240" y="396240"/>
                </a:cubicBezTo>
                <a:cubicBezTo>
                  <a:pt x="259842" y="386997"/>
                  <a:pt x="263400" y="375920"/>
                  <a:pt x="268480" y="365760"/>
                </a:cubicBezTo>
                <a:cubicBezTo>
                  <a:pt x="278335" y="227788"/>
                  <a:pt x="280816" y="250354"/>
                  <a:pt x="268480" y="83820"/>
                </a:cubicBezTo>
                <a:cubicBezTo>
                  <a:pt x="267706" y="73376"/>
                  <a:pt x="265544" y="62707"/>
                  <a:pt x="260860" y="53340"/>
                </a:cubicBezTo>
                <a:cubicBezTo>
                  <a:pt x="255180" y="41981"/>
                  <a:pt x="245382" y="33194"/>
                  <a:pt x="238000" y="22860"/>
                </a:cubicBezTo>
                <a:cubicBezTo>
                  <a:pt x="232677" y="15408"/>
                  <a:pt x="227840" y="7620"/>
                  <a:pt x="222760" y="0"/>
                </a:cubicBezTo>
                <a:cubicBezTo>
                  <a:pt x="192280" y="5080"/>
                  <a:pt x="161620" y="9180"/>
                  <a:pt x="131320" y="15240"/>
                </a:cubicBezTo>
                <a:cubicBezTo>
                  <a:pt x="123444" y="16815"/>
                  <a:pt x="115143" y="18405"/>
                  <a:pt x="108460" y="22860"/>
                </a:cubicBezTo>
                <a:cubicBezTo>
                  <a:pt x="99494" y="28838"/>
                  <a:pt x="92613" y="37538"/>
                  <a:pt x="85600" y="45720"/>
                </a:cubicBezTo>
                <a:cubicBezTo>
                  <a:pt x="77335" y="55363"/>
                  <a:pt x="68908" y="65098"/>
                  <a:pt x="62740" y="76200"/>
                </a:cubicBezTo>
                <a:cubicBezTo>
                  <a:pt x="56097" y="88157"/>
                  <a:pt x="52303" y="101493"/>
                  <a:pt x="47500" y="114300"/>
                </a:cubicBezTo>
                <a:cubicBezTo>
                  <a:pt x="36538" y="143532"/>
                  <a:pt x="41868" y="134013"/>
                  <a:pt x="32260" y="167640"/>
                </a:cubicBezTo>
                <a:cubicBezTo>
                  <a:pt x="11835" y="239127"/>
                  <a:pt x="40258" y="124028"/>
                  <a:pt x="17020" y="228600"/>
                </a:cubicBezTo>
                <a:cubicBezTo>
                  <a:pt x="14748" y="238823"/>
                  <a:pt x="10557" y="248671"/>
                  <a:pt x="9400" y="259080"/>
                </a:cubicBezTo>
                <a:cubicBezTo>
                  <a:pt x="7998" y="271702"/>
                  <a:pt x="-4570" y="273050"/>
                  <a:pt x="1780" y="304800"/>
                </a:cubicBezTo>
                <a:close/>
              </a:path>
            </a:pathLst>
          </a:cu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pt-BR"/>
          </a:p>
        </p:txBody>
      </p:sp>
      <p:sp>
        <p:nvSpPr>
          <p:cNvPr id="44" name="Freeform: Shape 43">
            <a:extLst>
              <a:ext uri="{FF2B5EF4-FFF2-40B4-BE49-F238E27FC236}">
                <a16:creationId xmlns:a16="http://schemas.microsoft.com/office/drawing/2014/main" id="{3B4F65E4-2FC0-F700-8825-30B0964300C6}"/>
              </a:ext>
              <a:ext uri="{C183D7F6-B498-43B3-948B-1728B52AA6E4}">
                <adec:decorative xmlns:adec="http://schemas.microsoft.com/office/drawing/2017/decorative" val="1"/>
              </a:ext>
            </a:extLst>
          </p:cNvPr>
          <p:cNvSpPr/>
          <p:nvPr/>
        </p:nvSpPr>
        <p:spPr>
          <a:xfrm>
            <a:off x="3926843" y="9098280"/>
            <a:ext cx="431797" cy="320040"/>
          </a:xfrm>
          <a:custGeom>
            <a:avLst/>
            <a:gdLst>
              <a:gd name="connsiteX0" fmla="*/ 5077 w 431797"/>
              <a:gd name="connsiteY0" fmla="*/ 205740 h 320040"/>
              <a:gd name="connsiteX1" fmla="*/ 20317 w 431797"/>
              <a:gd name="connsiteY1" fmla="*/ 167640 h 320040"/>
              <a:gd name="connsiteX2" fmla="*/ 66037 w 431797"/>
              <a:gd name="connsiteY2" fmla="*/ 7620 h 320040"/>
              <a:gd name="connsiteX3" fmla="*/ 96517 w 431797"/>
              <a:gd name="connsiteY3" fmla="*/ 0 h 320040"/>
              <a:gd name="connsiteX4" fmla="*/ 325117 w 431797"/>
              <a:gd name="connsiteY4" fmla="*/ 7620 h 320040"/>
              <a:gd name="connsiteX5" fmla="*/ 347977 w 431797"/>
              <a:gd name="connsiteY5" fmla="*/ 22860 h 320040"/>
              <a:gd name="connsiteX6" fmla="*/ 378457 w 431797"/>
              <a:gd name="connsiteY6" fmla="*/ 38100 h 320040"/>
              <a:gd name="connsiteX7" fmla="*/ 393697 w 431797"/>
              <a:gd name="connsiteY7" fmla="*/ 68580 h 320040"/>
              <a:gd name="connsiteX8" fmla="*/ 416557 w 431797"/>
              <a:gd name="connsiteY8" fmla="*/ 91440 h 320040"/>
              <a:gd name="connsiteX9" fmla="*/ 431797 w 431797"/>
              <a:gd name="connsiteY9" fmla="*/ 152400 h 320040"/>
              <a:gd name="connsiteX10" fmla="*/ 424177 w 431797"/>
              <a:gd name="connsiteY10" fmla="*/ 236220 h 320040"/>
              <a:gd name="connsiteX11" fmla="*/ 401317 w 431797"/>
              <a:gd name="connsiteY11" fmla="*/ 274320 h 320040"/>
              <a:gd name="connsiteX12" fmla="*/ 386077 w 431797"/>
              <a:gd name="connsiteY12" fmla="*/ 297180 h 320040"/>
              <a:gd name="connsiteX13" fmla="*/ 302257 w 431797"/>
              <a:gd name="connsiteY13" fmla="*/ 320040 h 320040"/>
              <a:gd name="connsiteX14" fmla="*/ 50797 w 431797"/>
              <a:gd name="connsiteY14" fmla="*/ 312420 h 320040"/>
              <a:gd name="connsiteX15" fmla="*/ 20317 w 431797"/>
              <a:gd name="connsiteY15" fmla="*/ 289560 h 320040"/>
              <a:gd name="connsiteX16" fmla="*/ 5077 w 431797"/>
              <a:gd name="connsiteY16" fmla="*/ 251460 h 320040"/>
              <a:gd name="connsiteX17" fmla="*/ 5077 w 431797"/>
              <a:gd name="connsiteY17" fmla="*/ 205740 h 32004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Lst>
            <a:rect l="l" t="t" r="r" b="b"/>
            <a:pathLst>
              <a:path w="431797" h="320040">
                <a:moveTo>
                  <a:pt x="5077" y="205740"/>
                </a:moveTo>
                <a:cubicBezTo>
                  <a:pt x="7617" y="191770"/>
                  <a:pt x="18383" y="181181"/>
                  <a:pt x="20317" y="167640"/>
                </a:cubicBezTo>
                <a:cubicBezTo>
                  <a:pt x="33496" y="75388"/>
                  <a:pt x="-2814" y="53520"/>
                  <a:pt x="66037" y="7620"/>
                </a:cubicBezTo>
                <a:cubicBezTo>
                  <a:pt x="74751" y="1811"/>
                  <a:pt x="86357" y="2540"/>
                  <a:pt x="96517" y="0"/>
                </a:cubicBezTo>
                <a:cubicBezTo>
                  <a:pt x="172717" y="2540"/>
                  <a:pt x="249188" y="717"/>
                  <a:pt x="325117" y="7620"/>
                </a:cubicBezTo>
                <a:cubicBezTo>
                  <a:pt x="334237" y="8449"/>
                  <a:pt x="340026" y="18316"/>
                  <a:pt x="347977" y="22860"/>
                </a:cubicBezTo>
                <a:cubicBezTo>
                  <a:pt x="357840" y="28496"/>
                  <a:pt x="368297" y="33020"/>
                  <a:pt x="378457" y="38100"/>
                </a:cubicBezTo>
                <a:cubicBezTo>
                  <a:pt x="383537" y="48260"/>
                  <a:pt x="387095" y="59337"/>
                  <a:pt x="393697" y="68580"/>
                </a:cubicBezTo>
                <a:cubicBezTo>
                  <a:pt x="399961" y="77349"/>
                  <a:pt x="412098" y="81630"/>
                  <a:pt x="416557" y="91440"/>
                </a:cubicBezTo>
                <a:cubicBezTo>
                  <a:pt x="425224" y="110508"/>
                  <a:pt x="431797" y="152400"/>
                  <a:pt x="431797" y="152400"/>
                </a:cubicBezTo>
                <a:cubicBezTo>
                  <a:pt x="429257" y="180340"/>
                  <a:pt x="430981" y="209002"/>
                  <a:pt x="424177" y="236220"/>
                </a:cubicBezTo>
                <a:cubicBezTo>
                  <a:pt x="420585" y="250588"/>
                  <a:pt x="409167" y="261761"/>
                  <a:pt x="401317" y="274320"/>
                </a:cubicBezTo>
                <a:cubicBezTo>
                  <a:pt x="396463" y="282086"/>
                  <a:pt x="393843" y="292326"/>
                  <a:pt x="386077" y="297180"/>
                </a:cubicBezTo>
                <a:cubicBezTo>
                  <a:pt x="367879" y="308554"/>
                  <a:pt x="324015" y="315688"/>
                  <a:pt x="302257" y="320040"/>
                </a:cubicBezTo>
                <a:cubicBezTo>
                  <a:pt x="218437" y="317500"/>
                  <a:pt x="134170" y="321433"/>
                  <a:pt x="50797" y="312420"/>
                </a:cubicBezTo>
                <a:cubicBezTo>
                  <a:pt x="38171" y="311055"/>
                  <a:pt x="27937" y="299720"/>
                  <a:pt x="20317" y="289560"/>
                </a:cubicBezTo>
                <a:cubicBezTo>
                  <a:pt x="12110" y="278617"/>
                  <a:pt x="9880" y="264267"/>
                  <a:pt x="5077" y="251460"/>
                </a:cubicBezTo>
                <a:cubicBezTo>
                  <a:pt x="-4953" y="224714"/>
                  <a:pt x="2537" y="219710"/>
                  <a:pt x="5077" y="205740"/>
                </a:cubicBezTo>
                <a:close/>
              </a:path>
            </a:pathLst>
          </a:cu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pt-BR"/>
          </a:p>
        </p:txBody>
      </p:sp>
      <p:sp>
        <p:nvSpPr>
          <p:cNvPr id="45" name="TextBox 44">
            <a:extLst>
              <a:ext uri="{FF2B5EF4-FFF2-40B4-BE49-F238E27FC236}">
                <a16:creationId xmlns:a16="http://schemas.microsoft.com/office/drawing/2014/main" id="{A92BA8F3-21C7-E953-90BD-1DA766EDDFFA}"/>
              </a:ext>
              <a:ext uri="{C183D7F6-B498-43B3-948B-1728B52AA6E4}">
                <adec:decorative xmlns:adec="http://schemas.microsoft.com/office/drawing/2017/decorative" val="1"/>
              </a:ext>
            </a:extLst>
          </p:cNvPr>
          <p:cNvSpPr txBox="1"/>
          <p:nvPr/>
        </p:nvSpPr>
        <p:spPr>
          <a:xfrm rot="21182959">
            <a:off x="3183605" y="9099336"/>
            <a:ext cx="293670" cy="338554"/>
          </a:xfrm>
          <a:prstGeom prst="rect">
            <a:avLst/>
          </a:prstGeom>
          <a:noFill/>
        </p:spPr>
        <p:txBody>
          <a:bodyPr wrap="none" rtlCol="0">
            <a:spAutoFit/>
          </a:bodyPr>
          <a:lstStyle/>
          <a:p>
            <a:r>
              <a:rPr lang="de-DE" sz="1600" dirty="0">
                <a:latin typeface="Comic Sans MS" panose="030F0702030302020204" pitchFamily="66" charset="0"/>
              </a:rPr>
              <a:t>p</a:t>
            </a:r>
            <a:endParaRPr lang="pt-BR" sz="1600" dirty="0">
              <a:latin typeface="Comic Sans MS" panose="030F0702030302020204" pitchFamily="66" charset="0"/>
            </a:endParaRPr>
          </a:p>
        </p:txBody>
      </p:sp>
      <p:sp>
        <p:nvSpPr>
          <p:cNvPr id="46" name="TextBox 45">
            <a:extLst>
              <a:ext uri="{FF2B5EF4-FFF2-40B4-BE49-F238E27FC236}">
                <a16:creationId xmlns:a16="http://schemas.microsoft.com/office/drawing/2014/main" id="{44074C68-63DF-5B05-92BD-082BE3100A1D}"/>
              </a:ext>
              <a:ext uri="{C183D7F6-B498-43B3-948B-1728B52AA6E4}">
                <adec:decorative xmlns:adec="http://schemas.microsoft.com/office/drawing/2017/decorative" val="1"/>
              </a:ext>
            </a:extLst>
          </p:cNvPr>
          <p:cNvSpPr txBox="1"/>
          <p:nvPr/>
        </p:nvSpPr>
        <p:spPr>
          <a:xfrm>
            <a:off x="3816641" y="9104875"/>
            <a:ext cx="290464" cy="338554"/>
          </a:xfrm>
          <a:prstGeom prst="rect">
            <a:avLst/>
          </a:prstGeom>
          <a:noFill/>
        </p:spPr>
        <p:txBody>
          <a:bodyPr wrap="none" rtlCol="0">
            <a:spAutoFit/>
          </a:bodyPr>
          <a:lstStyle/>
          <a:p>
            <a:r>
              <a:rPr lang="de-DE" sz="1600" i="1" dirty="0">
                <a:latin typeface="Comic Sans MS" panose="030F0702030302020204" pitchFamily="66" charset="0"/>
              </a:rPr>
              <a:t>c</a:t>
            </a:r>
            <a:endParaRPr lang="pt-BR" sz="1600" i="1" dirty="0">
              <a:latin typeface="Comic Sans MS" panose="030F0702030302020204" pitchFamily="66" charset="0"/>
            </a:endParaRPr>
          </a:p>
        </p:txBody>
      </p:sp>
      <p:sp>
        <p:nvSpPr>
          <p:cNvPr id="47" name="Freeform: Shape 46">
            <a:extLst>
              <a:ext uri="{FF2B5EF4-FFF2-40B4-BE49-F238E27FC236}">
                <a16:creationId xmlns:a16="http://schemas.microsoft.com/office/drawing/2014/main" id="{46CE7097-9F5C-5142-CA2F-7BDB973F03B7}"/>
              </a:ext>
              <a:ext uri="{C183D7F6-B498-43B3-948B-1728B52AA6E4}">
                <adec:decorative xmlns:adec="http://schemas.microsoft.com/office/drawing/2017/decorative" val="1"/>
              </a:ext>
            </a:extLst>
          </p:cNvPr>
          <p:cNvSpPr/>
          <p:nvPr/>
        </p:nvSpPr>
        <p:spPr>
          <a:xfrm>
            <a:off x="5545551" y="9014460"/>
            <a:ext cx="222789" cy="383902"/>
          </a:xfrm>
          <a:custGeom>
            <a:avLst/>
            <a:gdLst>
              <a:gd name="connsiteX0" fmla="*/ 9429 w 222789"/>
              <a:gd name="connsiteY0" fmla="*/ 365760 h 383902"/>
              <a:gd name="connsiteX1" fmla="*/ 1809 w 222789"/>
              <a:gd name="connsiteY1" fmla="*/ 129540 h 383902"/>
              <a:gd name="connsiteX2" fmla="*/ 17049 w 222789"/>
              <a:gd name="connsiteY2" fmla="*/ 53340 h 383902"/>
              <a:gd name="connsiteX3" fmla="*/ 47529 w 222789"/>
              <a:gd name="connsiteY3" fmla="*/ 38100 h 383902"/>
              <a:gd name="connsiteX4" fmla="*/ 131349 w 222789"/>
              <a:gd name="connsiteY4" fmla="*/ 0 h 383902"/>
              <a:gd name="connsiteX5" fmla="*/ 199929 w 222789"/>
              <a:gd name="connsiteY5" fmla="*/ 22860 h 383902"/>
              <a:gd name="connsiteX6" fmla="*/ 222789 w 222789"/>
              <a:gd name="connsiteY6" fmla="*/ 114300 h 383902"/>
              <a:gd name="connsiteX7" fmla="*/ 207549 w 222789"/>
              <a:gd name="connsiteY7" fmla="*/ 144780 h 383902"/>
              <a:gd name="connsiteX8" fmla="*/ 192309 w 222789"/>
              <a:gd name="connsiteY8" fmla="*/ 190500 h 383902"/>
              <a:gd name="connsiteX9" fmla="*/ 169449 w 222789"/>
              <a:gd name="connsiteY9" fmla="*/ 213360 h 383902"/>
              <a:gd name="connsiteX10" fmla="*/ 146589 w 222789"/>
              <a:gd name="connsiteY10" fmla="*/ 266700 h 383902"/>
              <a:gd name="connsiteX11" fmla="*/ 138969 w 222789"/>
              <a:gd name="connsiteY11" fmla="*/ 304800 h 383902"/>
              <a:gd name="connsiteX12" fmla="*/ 131349 w 222789"/>
              <a:gd name="connsiteY12" fmla="*/ 358140 h 383902"/>
              <a:gd name="connsiteX13" fmla="*/ 78009 w 222789"/>
              <a:gd name="connsiteY13" fmla="*/ 373380 h 383902"/>
              <a:gd name="connsiteX14" fmla="*/ 9429 w 222789"/>
              <a:gd name="connsiteY14" fmla="*/ 365760 h 38390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Lst>
            <a:rect l="l" t="t" r="r" b="b"/>
            <a:pathLst>
              <a:path w="222789" h="383902">
                <a:moveTo>
                  <a:pt x="9429" y="365760"/>
                </a:moveTo>
                <a:cubicBezTo>
                  <a:pt x="-3271" y="325120"/>
                  <a:pt x="-112" y="208298"/>
                  <a:pt x="1809" y="129540"/>
                </a:cubicBezTo>
                <a:cubicBezTo>
                  <a:pt x="2441" y="103645"/>
                  <a:pt x="5465" y="76508"/>
                  <a:pt x="17049" y="53340"/>
                </a:cubicBezTo>
                <a:cubicBezTo>
                  <a:pt x="22129" y="43180"/>
                  <a:pt x="36982" y="42319"/>
                  <a:pt x="47529" y="38100"/>
                </a:cubicBezTo>
                <a:cubicBezTo>
                  <a:pt x="127223" y="6222"/>
                  <a:pt x="61105" y="42146"/>
                  <a:pt x="131349" y="0"/>
                </a:cubicBezTo>
                <a:cubicBezTo>
                  <a:pt x="154209" y="7620"/>
                  <a:pt x="180441" y="8687"/>
                  <a:pt x="199929" y="22860"/>
                </a:cubicBezTo>
                <a:cubicBezTo>
                  <a:pt x="215647" y="34291"/>
                  <a:pt x="221365" y="104333"/>
                  <a:pt x="222789" y="114300"/>
                </a:cubicBezTo>
                <a:cubicBezTo>
                  <a:pt x="217709" y="124460"/>
                  <a:pt x="211768" y="134233"/>
                  <a:pt x="207549" y="144780"/>
                </a:cubicBezTo>
                <a:cubicBezTo>
                  <a:pt x="201583" y="159695"/>
                  <a:pt x="203668" y="179141"/>
                  <a:pt x="192309" y="190500"/>
                </a:cubicBezTo>
                <a:cubicBezTo>
                  <a:pt x="184689" y="198120"/>
                  <a:pt x="175713" y="204591"/>
                  <a:pt x="169449" y="213360"/>
                </a:cubicBezTo>
                <a:cubicBezTo>
                  <a:pt x="161061" y="225103"/>
                  <a:pt x="150416" y="251393"/>
                  <a:pt x="146589" y="266700"/>
                </a:cubicBezTo>
                <a:cubicBezTo>
                  <a:pt x="143448" y="279265"/>
                  <a:pt x="141098" y="292025"/>
                  <a:pt x="138969" y="304800"/>
                </a:cubicBezTo>
                <a:cubicBezTo>
                  <a:pt x="136016" y="322516"/>
                  <a:pt x="143281" y="344716"/>
                  <a:pt x="131349" y="358140"/>
                </a:cubicBezTo>
                <a:cubicBezTo>
                  <a:pt x="119064" y="371961"/>
                  <a:pt x="95789" y="368300"/>
                  <a:pt x="78009" y="373380"/>
                </a:cubicBezTo>
                <a:cubicBezTo>
                  <a:pt x="26687" y="364826"/>
                  <a:pt x="22129" y="406400"/>
                  <a:pt x="9429" y="365760"/>
                </a:cubicBezTo>
                <a:close/>
              </a:path>
            </a:pathLst>
          </a:cu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pt-BR"/>
          </a:p>
        </p:txBody>
      </p:sp>
      <p:sp>
        <p:nvSpPr>
          <p:cNvPr id="48" name="Freeform: Shape 47">
            <a:extLst>
              <a:ext uri="{FF2B5EF4-FFF2-40B4-BE49-F238E27FC236}">
                <a16:creationId xmlns:a16="http://schemas.microsoft.com/office/drawing/2014/main" id="{A5FA4257-FD1D-A2D9-6B6A-F9C651D0081F}"/>
              </a:ext>
              <a:ext uri="{C183D7F6-B498-43B3-948B-1728B52AA6E4}">
                <adec:decorative xmlns:adec="http://schemas.microsoft.com/office/drawing/2017/decorative" val="1"/>
              </a:ext>
            </a:extLst>
          </p:cNvPr>
          <p:cNvSpPr/>
          <p:nvPr/>
        </p:nvSpPr>
        <p:spPr>
          <a:xfrm>
            <a:off x="6080760" y="9067800"/>
            <a:ext cx="434599" cy="328764"/>
          </a:xfrm>
          <a:custGeom>
            <a:avLst/>
            <a:gdLst>
              <a:gd name="connsiteX0" fmla="*/ 53340 w 434599"/>
              <a:gd name="connsiteY0" fmla="*/ 228600 h 328764"/>
              <a:gd name="connsiteX1" fmla="*/ 22860 w 434599"/>
              <a:gd name="connsiteY1" fmla="*/ 190500 h 328764"/>
              <a:gd name="connsiteX2" fmla="*/ 7620 w 434599"/>
              <a:gd name="connsiteY2" fmla="*/ 167640 h 328764"/>
              <a:gd name="connsiteX3" fmla="*/ 0 w 434599"/>
              <a:gd name="connsiteY3" fmla="*/ 121920 h 328764"/>
              <a:gd name="connsiteX4" fmla="*/ 22860 w 434599"/>
              <a:gd name="connsiteY4" fmla="*/ 22860 h 328764"/>
              <a:gd name="connsiteX5" fmla="*/ 53340 w 434599"/>
              <a:gd name="connsiteY5" fmla="*/ 7620 h 328764"/>
              <a:gd name="connsiteX6" fmla="*/ 152400 w 434599"/>
              <a:gd name="connsiteY6" fmla="*/ 0 h 328764"/>
              <a:gd name="connsiteX7" fmla="*/ 381000 w 434599"/>
              <a:gd name="connsiteY7" fmla="*/ 15240 h 328764"/>
              <a:gd name="connsiteX8" fmla="*/ 403860 w 434599"/>
              <a:gd name="connsiteY8" fmla="*/ 30480 h 328764"/>
              <a:gd name="connsiteX9" fmla="*/ 411480 w 434599"/>
              <a:gd name="connsiteY9" fmla="*/ 68580 h 328764"/>
              <a:gd name="connsiteX10" fmla="*/ 426720 w 434599"/>
              <a:gd name="connsiteY10" fmla="*/ 114300 h 328764"/>
              <a:gd name="connsiteX11" fmla="*/ 419100 w 434599"/>
              <a:gd name="connsiteY11" fmla="*/ 274320 h 328764"/>
              <a:gd name="connsiteX12" fmla="*/ 396240 w 434599"/>
              <a:gd name="connsiteY12" fmla="*/ 304800 h 328764"/>
              <a:gd name="connsiteX13" fmla="*/ 365760 w 434599"/>
              <a:gd name="connsiteY13" fmla="*/ 320040 h 328764"/>
              <a:gd name="connsiteX14" fmla="*/ 38100 w 434599"/>
              <a:gd name="connsiteY14" fmla="*/ 259080 h 328764"/>
              <a:gd name="connsiteX15" fmla="*/ 53340 w 434599"/>
              <a:gd name="connsiteY15" fmla="*/ 228600 h 328764"/>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Lst>
            <a:rect l="l" t="t" r="r" b="b"/>
            <a:pathLst>
              <a:path w="434599" h="328764">
                <a:moveTo>
                  <a:pt x="53340" y="228600"/>
                </a:moveTo>
                <a:cubicBezTo>
                  <a:pt x="50800" y="217170"/>
                  <a:pt x="32618" y="203511"/>
                  <a:pt x="22860" y="190500"/>
                </a:cubicBezTo>
                <a:cubicBezTo>
                  <a:pt x="17365" y="183174"/>
                  <a:pt x="10516" y="176328"/>
                  <a:pt x="7620" y="167640"/>
                </a:cubicBezTo>
                <a:cubicBezTo>
                  <a:pt x="2734" y="152983"/>
                  <a:pt x="2540" y="137160"/>
                  <a:pt x="0" y="121920"/>
                </a:cubicBezTo>
                <a:cubicBezTo>
                  <a:pt x="7620" y="88900"/>
                  <a:pt x="8529" y="53569"/>
                  <a:pt x="22860" y="22860"/>
                </a:cubicBezTo>
                <a:cubicBezTo>
                  <a:pt x="27664" y="12566"/>
                  <a:pt x="42154" y="9594"/>
                  <a:pt x="53340" y="7620"/>
                </a:cubicBezTo>
                <a:cubicBezTo>
                  <a:pt x="85954" y="1865"/>
                  <a:pt x="119380" y="2540"/>
                  <a:pt x="152400" y="0"/>
                </a:cubicBezTo>
                <a:cubicBezTo>
                  <a:pt x="228600" y="5080"/>
                  <a:pt x="305186" y="6050"/>
                  <a:pt x="381000" y="15240"/>
                </a:cubicBezTo>
                <a:cubicBezTo>
                  <a:pt x="390092" y="16342"/>
                  <a:pt x="399316" y="22529"/>
                  <a:pt x="403860" y="30480"/>
                </a:cubicBezTo>
                <a:cubicBezTo>
                  <a:pt x="410286" y="41725"/>
                  <a:pt x="408072" y="56085"/>
                  <a:pt x="411480" y="68580"/>
                </a:cubicBezTo>
                <a:cubicBezTo>
                  <a:pt x="415707" y="84078"/>
                  <a:pt x="421640" y="99060"/>
                  <a:pt x="426720" y="114300"/>
                </a:cubicBezTo>
                <a:cubicBezTo>
                  <a:pt x="434503" y="184346"/>
                  <a:pt x="442487" y="199482"/>
                  <a:pt x="419100" y="274320"/>
                </a:cubicBezTo>
                <a:cubicBezTo>
                  <a:pt x="415312" y="286442"/>
                  <a:pt x="405883" y="296535"/>
                  <a:pt x="396240" y="304800"/>
                </a:cubicBezTo>
                <a:cubicBezTo>
                  <a:pt x="387615" y="312192"/>
                  <a:pt x="375920" y="314960"/>
                  <a:pt x="365760" y="320040"/>
                </a:cubicBezTo>
                <a:cubicBezTo>
                  <a:pt x="71955" y="298005"/>
                  <a:pt x="109634" y="384265"/>
                  <a:pt x="38100" y="259080"/>
                </a:cubicBezTo>
                <a:cubicBezTo>
                  <a:pt x="35282" y="254149"/>
                  <a:pt x="55880" y="240030"/>
                  <a:pt x="53340" y="228600"/>
                </a:cubicBezTo>
                <a:close/>
              </a:path>
            </a:pathLst>
          </a:cu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pt-BR"/>
          </a:p>
        </p:txBody>
      </p:sp>
      <p:sp>
        <p:nvSpPr>
          <p:cNvPr id="49" name="TextBox 48">
            <a:extLst>
              <a:ext uri="{FF2B5EF4-FFF2-40B4-BE49-F238E27FC236}">
                <a16:creationId xmlns:a16="http://schemas.microsoft.com/office/drawing/2014/main" id="{8F95A73B-488F-91BF-515E-2B7662F19F6E}"/>
              </a:ext>
              <a:ext uri="{C183D7F6-B498-43B3-948B-1728B52AA6E4}">
                <adec:decorative xmlns:adec="http://schemas.microsoft.com/office/drawing/2017/decorative" val="1"/>
              </a:ext>
            </a:extLst>
          </p:cNvPr>
          <p:cNvSpPr txBox="1"/>
          <p:nvPr/>
        </p:nvSpPr>
        <p:spPr>
          <a:xfrm rot="21182959">
            <a:off x="5456260" y="9045238"/>
            <a:ext cx="308098" cy="369332"/>
          </a:xfrm>
          <a:prstGeom prst="rect">
            <a:avLst/>
          </a:prstGeom>
          <a:noFill/>
        </p:spPr>
        <p:txBody>
          <a:bodyPr wrap="none" rtlCol="0">
            <a:spAutoFit/>
          </a:bodyPr>
          <a:lstStyle/>
          <a:p>
            <a:r>
              <a:rPr lang="de-DE" dirty="0">
                <a:latin typeface="Comic Sans MS" panose="030F0702030302020204" pitchFamily="66" charset="0"/>
              </a:rPr>
              <a:t>p</a:t>
            </a:r>
            <a:endParaRPr lang="pt-BR" dirty="0">
              <a:latin typeface="Comic Sans MS" panose="030F0702030302020204" pitchFamily="66" charset="0"/>
            </a:endParaRPr>
          </a:p>
        </p:txBody>
      </p:sp>
      <p:sp>
        <p:nvSpPr>
          <p:cNvPr id="50" name="TextBox 49">
            <a:extLst>
              <a:ext uri="{FF2B5EF4-FFF2-40B4-BE49-F238E27FC236}">
                <a16:creationId xmlns:a16="http://schemas.microsoft.com/office/drawing/2014/main" id="{839B07E5-8B9E-5B37-77B5-D5F1B957CB25}"/>
              </a:ext>
              <a:ext uri="{C183D7F6-B498-43B3-948B-1728B52AA6E4}">
                <adec:decorative xmlns:adec="http://schemas.microsoft.com/office/drawing/2017/decorative" val="1"/>
              </a:ext>
            </a:extLst>
          </p:cNvPr>
          <p:cNvSpPr txBox="1"/>
          <p:nvPr/>
        </p:nvSpPr>
        <p:spPr>
          <a:xfrm>
            <a:off x="6064781" y="9035670"/>
            <a:ext cx="303288" cy="369332"/>
          </a:xfrm>
          <a:prstGeom prst="rect">
            <a:avLst/>
          </a:prstGeom>
          <a:noFill/>
        </p:spPr>
        <p:txBody>
          <a:bodyPr wrap="none" rtlCol="0">
            <a:spAutoFit/>
          </a:bodyPr>
          <a:lstStyle/>
          <a:p>
            <a:r>
              <a:rPr lang="de-DE" i="1" dirty="0">
                <a:latin typeface="Comic Sans MS" panose="030F0702030302020204" pitchFamily="66" charset="0"/>
              </a:rPr>
              <a:t>c</a:t>
            </a:r>
            <a:endParaRPr lang="pt-BR" i="1" dirty="0">
              <a:latin typeface="Comic Sans MS" panose="030F0702030302020204" pitchFamily="66" charset="0"/>
            </a:endParaRPr>
          </a:p>
        </p:txBody>
      </p:sp>
      <p:sp>
        <p:nvSpPr>
          <p:cNvPr id="38" name="Textfeld 49">
            <a:extLst>
              <a:ext uri="{FF2B5EF4-FFF2-40B4-BE49-F238E27FC236}">
                <a16:creationId xmlns:a16="http://schemas.microsoft.com/office/drawing/2014/main" id="{959D1586-3ECF-447C-C1EA-2D9F21A8411A}"/>
              </a:ext>
            </a:extLst>
          </p:cNvPr>
          <p:cNvSpPr txBox="1"/>
          <p:nvPr/>
        </p:nvSpPr>
        <p:spPr>
          <a:xfrm>
            <a:off x="114552" y="221488"/>
            <a:ext cx="2055144" cy="246221"/>
          </a:xfrm>
          <a:prstGeom prst="rect">
            <a:avLst/>
          </a:prstGeom>
          <a:noFill/>
        </p:spPr>
        <p:txBody>
          <a:bodyPr wrap="square" rtlCol="0">
            <a:spAutoFit/>
          </a:bodyPr>
          <a:lstStyle/>
          <a:p>
            <a:r>
              <a:rPr lang="de-AT" sz="1000" dirty="0" err="1">
                <a:latin typeface="Pangolin" panose="00000500000000000000"/>
              </a:rPr>
              <a:t>Pensée</a:t>
            </a:r>
            <a:r>
              <a:rPr lang="de-AT" sz="1000" dirty="0">
                <a:latin typeface="Pangolin" panose="00000500000000000000"/>
              </a:rPr>
              <a:t> </a:t>
            </a:r>
            <a:r>
              <a:rPr lang="de-AT" sz="1000" dirty="0" err="1">
                <a:latin typeface="Pangolin" panose="00000500000000000000"/>
              </a:rPr>
              <a:t>Mathématique</a:t>
            </a:r>
            <a:endParaRPr lang="de-DE" sz="1000" dirty="0">
              <a:latin typeface="Pangolin" panose="00000500000000000000" pitchFamily="2" charset="0"/>
            </a:endParaRPr>
          </a:p>
        </p:txBody>
      </p:sp>
      <p:sp>
        <p:nvSpPr>
          <p:cNvPr id="12" name="Textfeld 11">
            <a:extLst>
              <a:ext uri="{FF2B5EF4-FFF2-40B4-BE49-F238E27FC236}">
                <a16:creationId xmlns:a16="http://schemas.microsoft.com/office/drawing/2014/main" id="{32370669-B1FA-4A62-883F-48DF8C3FF9DD}"/>
              </a:ext>
            </a:extLst>
          </p:cNvPr>
          <p:cNvSpPr txBox="1"/>
          <p:nvPr/>
        </p:nvSpPr>
        <p:spPr>
          <a:xfrm>
            <a:off x="231571" y="2717487"/>
            <a:ext cx="2032204" cy="707886"/>
          </a:xfrm>
          <a:prstGeom prst="rect">
            <a:avLst/>
          </a:prstGeom>
          <a:noFill/>
        </p:spPr>
        <p:txBody>
          <a:bodyPr wrap="square">
            <a:spAutoFit/>
          </a:bodyPr>
          <a:lstStyle/>
          <a:p>
            <a:pPr algn="ctr"/>
            <a:r>
              <a:rPr lang="fr-FR" sz="1000">
                <a:latin typeface="Pangolin" panose="00000500000000000000" pitchFamily="2" charset="0"/>
              </a:rPr>
              <a:t>Ainsi, dès qu’une combinaison est faite, le problème devient plus facile - il ne reste plus que quatre possibilités.</a:t>
            </a:r>
            <a:endParaRPr lang="de-AT" sz="1000" dirty="0">
              <a:solidFill>
                <a:schemeClr val="tx1"/>
              </a:solidFill>
              <a:latin typeface="Pangolin" panose="00000500000000000000" pitchFamily="2" charset="0"/>
            </a:endParaRPr>
          </a:p>
        </p:txBody>
      </p:sp>
      <p:sp>
        <p:nvSpPr>
          <p:cNvPr id="13" name="Textfeld 12">
            <a:extLst>
              <a:ext uri="{FF2B5EF4-FFF2-40B4-BE49-F238E27FC236}">
                <a16:creationId xmlns:a16="http://schemas.microsoft.com/office/drawing/2014/main" id="{8BB98DD7-138F-4280-9CFC-330A6CEB34FD}"/>
              </a:ext>
            </a:extLst>
          </p:cNvPr>
          <p:cNvSpPr txBox="1"/>
          <p:nvPr/>
        </p:nvSpPr>
        <p:spPr>
          <a:xfrm>
            <a:off x="2422525" y="565150"/>
            <a:ext cx="2051050" cy="861774"/>
          </a:xfrm>
          <a:prstGeom prst="rect">
            <a:avLst/>
          </a:prstGeom>
          <a:noFill/>
        </p:spPr>
        <p:txBody>
          <a:bodyPr wrap="square">
            <a:spAutoFit/>
          </a:bodyPr>
          <a:lstStyle/>
          <a:p>
            <a:pPr algn="r"/>
            <a:r>
              <a:rPr lang="fr-FR" sz="1000" dirty="0">
                <a:latin typeface="Pangolin" panose="00000500000000000000" pitchFamily="2" charset="0"/>
              </a:rPr>
              <a:t>Nous pouvons également décrire ce problème de repas client avec une notation mathématique. Ce processus de transformation est appelé «« abstraction »».</a:t>
            </a:r>
            <a:endParaRPr lang="de-AT" sz="1000" dirty="0">
              <a:solidFill>
                <a:schemeClr val="tx1"/>
              </a:solidFill>
              <a:latin typeface="Pangolin" panose="00000500000000000000" pitchFamily="2" charset="0"/>
            </a:endParaRPr>
          </a:p>
        </p:txBody>
      </p:sp>
      <p:sp>
        <p:nvSpPr>
          <p:cNvPr id="14" name="Textfeld 13">
            <a:extLst>
              <a:ext uri="{FF2B5EF4-FFF2-40B4-BE49-F238E27FC236}">
                <a16:creationId xmlns:a16="http://schemas.microsoft.com/office/drawing/2014/main" id="{D4234115-2013-40E2-B088-A4DB2C414824}"/>
              </a:ext>
            </a:extLst>
          </p:cNvPr>
          <p:cNvSpPr txBox="1"/>
          <p:nvPr/>
        </p:nvSpPr>
        <p:spPr>
          <a:xfrm>
            <a:off x="4581525" y="581025"/>
            <a:ext cx="2051050" cy="1169551"/>
          </a:xfrm>
          <a:prstGeom prst="rect">
            <a:avLst/>
          </a:prstGeom>
          <a:noFill/>
        </p:spPr>
        <p:txBody>
          <a:bodyPr wrap="square">
            <a:spAutoFit/>
          </a:bodyPr>
          <a:lstStyle/>
          <a:p>
            <a:pPr algn="ctr"/>
            <a:r>
              <a:rPr lang="fr-FR" sz="1000" dirty="0">
                <a:latin typeface="Pangolin" panose="00000500000000000000" pitchFamily="2" charset="0"/>
              </a:rPr>
              <a:t>Par abstraction, le problème est décrit de telle manière qu’il peut facilement – mathématiquement – être appliqué à d’autres cas. 
Par exemple, la mère, qui reçoit la salade, peut être abstraite de la manière suivante:</a:t>
            </a:r>
            <a:endParaRPr lang="de-AT" sz="1000" dirty="0">
              <a:solidFill>
                <a:schemeClr val="tx1"/>
              </a:solidFill>
              <a:latin typeface="Pangolin" panose="00000500000000000000" pitchFamily="2" charset="0"/>
            </a:endParaRPr>
          </a:p>
        </p:txBody>
      </p:sp>
      <p:sp>
        <p:nvSpPr>
          <p:cNvPr id="15" name="Textfeld 14">
            <a:extLst>
              <a:ext uri="{FF2B5EF4-FFF2-40B4-BE49-F238E27FC236}">
                <a16:creationId xmlns:a16="http://schemas.microsoft.com/office/drawing/2014/main" id="{EA649DB5-9A6D-4AC6-832D-F734CE88E9B6}"/>
              </a:ext>
            </a:extLst>
          </p:cNvPr>
          <p:cNvSpPr txBox="1"/>
          <p:nvPr/>
        </p:nvSpPr>
        <p:spPr>
          <a:xfrm>
            <a:off x="231571" y="3717798"/>
            <a:ext cx="2044495" cy="707886"/>
          </a:xfrm>
          <a:prstGeom prst="rect">
            <a:avLst/>
          </a:prstGeom>
          <a:noFill/>
        </p:spPr>
        <p:txBody>
          <a:bodyPr wrap="square">
            <a:spAutoFit/>
          </a:bodyPr>
          <a:lstStyle/>
          <a:p>
            <a:pPr algn="ctr"/>
            <a:r>
              <a:rPr lang="fr-FR" sz="1000" dirty="0">
                <a:latin typeface="Pangolin" panose="00000500000000000000" pitchFamily="2" charset="0"/>
              </a:rPr>
              <a:t>La nourriture pour la mère doit être placée entre parenthèses. </a:t>
            </a:r>
            <a:br>
              <a:rPr lang="fr-FR" sz="1000" dirty="0">
                <a:latin typeface="Pangolin" panose="00000500000000000000" pitchFamily="2" charset="0"/>
              </a:rPr>
            </a:br>
            <a:r>
              <a:rPr lang="fr-FR" sz="1000" dirty="0">
                <a:latin typeface="Pangolin" panose="00000500000000000000" pitchFamily="2" charset="0"/>
              </a:rPr>
              <a:t>Elle ramasse la </a:t>
            </a:r>
            <a:r>
              <a:rPr lang="fr-FR" sz="1000" b="1" dirty="0">
                <a:latin typeface="Pangolin" panose="00000500000000000000" pitchFamily="2" charset="0"/>
              </a:rPr>
              <a:t>s</a:t>
            </a:r>
            <a:r>
              <a:rPr lang="fr-FR" sz="1000" dirty="0">
                <a:latin typeface="Pangolin" panose="00000500000000000000" pitchFamily="2" charset="0"/>
              </a:rPr>
              <a:t>alade, alors abrégeons-la avec un «« s »».</a:t>
            </a:r>
            <a:endParaRPr lang="de-AT" sz="1000" dirty="0">
              <a:solidFill>
                <a:schemeClr val="tx1"/>
              </a:solidFill>
              <a:latin typeface="Pangolin" panose="00000500000000000000" pitchFamily="2" charset="0"/>
            </a:endParaRPr>
          </a:p>
        </p:txBody>
      </p:sp>
      <p:sp>
        <p:nvSpPr>
          <p:cNvPr id="16" name="Textfeld 15">
            <a:extLst>
              <a:ext uri="{FF2B5EF4-FFF2-40B4-BE49-F238E27FC236}">
                <a16:creationId xmlns:a16="http://schemas.microsoft.com/office/drawing/2014/main" id="{BEE8BB84-D3D2-4AB0-8F0A-3EC00DCEC7F9}"/>
              </a:ext>
            </a:extLst>
          </p:cNvPr>
          <p:cNvSpPr txBox="1"/>
          <p:nvPr/>
        </p:nvSpPr>
        <p:spPr>
          <a:xfrm>
            <a:off x="221411" y="5945153"/>
            <a:ext cx="2089921" cy="553998"/>
          </a:xfrm>
          <a:prstGeom prst="rect">
            <a:avLst/>
          </a:prstGeom>
          <a:noFill/>
        </p:spPr>
        <p:txBody>
          <a:bodyPr wrap="square">
            <a:spAutoFit/>
          </a:bodyPr>
          <a:lstStyle/>
          <a:p>
            <a:pPr algn="ctr"/>
            <a:r>
              <a:rPr lang="fr-FR" sz="1000" dirty="0">
                <a:latin typeface="Pangolin" panose="00000500000000000000" pitchFamily="2" charset="0"/>
              </a:rPr>
              <a:t>M(s) est notre notation mathématique pour la phrase </a:t>
            </a:r>
            <a:br>
              <a:rPr lang="fr-FR" sz="1000" dirty="0">
                <a:latin typeface="Pangolin" panose="00000500000000000000" pitchFamily="2" charset="0"/>
              </a:rPr>
            </a:br>
            <a:r>
              <a:rPr lang="fr-FR" sz="1000" dirty="0">
                <a:latin typeface="Pangolin" panose="00000500000000000000" pitchFamily="2" charset="0"/>
              </a:rPr>
              <a:t>«« La salade appartient à la mère »».</a:t>
            </a:r>
            <a:endParaRPr lang="de-AT" sz="1000" dirty="0">
              <a:solidFill>
                <a:schemeClr val="tx1"/>
              </a:solidFill>
              <a:latin typeface="Pangolin" panose="00000500000000000000" pitchFamily="2" charset="0"/>
            </a:endParaRPr>
          </a:p>
        </p:txBody>
      </p:sp>
      <p:sp>
        <p:nvSpPr>
          <p:cNvPr id="17" name="Textfeld 16">
            <a:extLst>
              <a:ext uri="{FF2B5EF4-FFF2-40B4-BE49-F238E27FC236}">
                <a16:creationId xmlns:a16="http://schemas.microsoft.com/office/drawing/2014/main" id="{E51EBDF6-8BE5-4025-BB97-D70CFE6BC2E0}"/>
              </a:ext>
            </a:extLst>
          </p:cNvPr>
          <p:cNvSpPr txBox="1"/>
          <p:nvPr/>
        </p:nvSpPr>
        <p:spPr>
          <a:xfrm>
            <a:off x="2847224" y="3652514"/>
            <a:ext cx="3333523" cy="400110"/>
          </a:xfrm>
          <a:prstGeom prst="rect">
            <a:avLst/>
          </a:prstGeom>
          <a:noFill/>
        </p:spPr>
        <p:txBody>
          <a:bodyPr wrap="square">
            <a:spAutoFit/>
          </a:bodyPr>
          <a:lstStyle/>
          <a:p>
            <a:pPr algn="ctr"/>
            <a:r>
              <a:rPr lang="fr-FR" sz="1000">
                <a:latin typeface="Pangolin" panose="00000500000000000000" pitchFamily="2" charset="0"/>
              </a:rPr>
              <a:t>La même chose peut également être faite avec les autres relations client-repas :</a:t>
            </a:r>
            <a:endParaRPr lang="de-AT" sz="1000" dirty="0">
              <a:solidFill>
                <a:schemeClr val="tx1"/>
              </a:solidFill>
              <a:latin typeface="Pangolin" panose="00000500000000000000" pitchFamily="2" charset="0"/>
            </a:endParaRPr>
          </a:p>
        </p:txBody>
      </p:sp>
      <p:sp>
        <p:nvSpPr>
          <p:cNvPr id="18" name="Textfeld 17">
            <a:extLst>
              <a:ext uri="{FF2B5EF4-FFF2-40B4-BE49-F238E27FC236}">
                <a16:creationId xmlns:a16="http://schemas.microsoft.com/office/drawing/2014/main" id="{7B95E41A-8941-4DEA-A927-B5EA7993132F}"/>
              </a:ext>
            </a:extLst>
          </p:cNvPr>
          <p:cNvSpPr txBox="1"/>
          <p:nvPr/>
        </p:nvSpPr>
        <p:spPr>
          <a:xfrm>
            <a:off x="3643310" y="4125648"/>
            <a:ext cx="2537437" cy="261610"/>
          </a:xfrm>
          <a:prstGeom prst="rect">
            <a:avLst/>
          </a:prstGeom>
          <a:noFill/>
        </p:spPr>
        <p:txBody>
          <a:bodyPr wrap="square">
            <a:spAutoFit/>
          </a:bodyPr>
          <a:lstStyle/>
          <a:p>
            <a:r>
              <a:rPr lang="fr-FR" sz="1100" dirty="0">
                <a:latin typeface="Pangolin" panose="00000500000000000000" pitchFamily="2" charset="0"/>
              </a:rPr>
              <a:t>La salade est donnée à la mère.</a:t>
            </a:r>
            <a:endParaRPr lang="de-AT" sz="1100" dirty="0">
              <a:solidFill>
                <a:schemeClr val="tx1"/>
              </a:solidFill>
              <a:latin typeface="Pangolin" panose="00000500000000000000" pitchFamily="2" charset="0"/>
            </a:endParaRPr>
          </a:p>
        </p:txBody>
      </p:sp>
      <p:sp>
        <p:nvSpPr>
          <p:cNvPr id="19" name="Textfeld 18">
            <a:extLst>
              <a:ext uri="{FF2B5EF4-FFF2-40B4-BE49-F238E27FC236}">
                <a16:creationId xmlns:a16="http://schemas.microsoft.com/office/drawing/2014/main" id="{3FC88F93-A70E-4602-85EC-E3CC8A8816C2}"/>
              </a:ext>
            </a:extLst>
          </p:cNvPr>
          <p:cNvSpPr txBox="1"/>
          <p:nvPr/>
        </p:nvSpPr>
        <p:spPr>
          <a:xfrm>
            <a:off x="3643310" y="4470393"/>
            <a:ext cx="2635249" cy="261610"/>
          </a:xfrm>
          <a:prstGeom prst="rect">
            <a:avLst/>
          </a:prstGeom>
          <a:noFill/>
        </p:spPr>
        <p:txBody>
          <a:bodyPr wrap="square">
            <a:spAutoFit/>
          </a:bodyPr>
          <a:lstStyle/>
          <a:p>
            <a:r>
              <a:rPr lang="fr-FR" sz="1100" dirty="0">
                <a:latin typeface="Pangolin" panose="00000500000000000000" pitchFamily="2" charset="0"/>
              </a:rPr>
              <a:t>Le poisson est donné à l’enfant.</a:t>
            </a:r>
            <a:endParaRPr lang="de-AT" sz="1100" dirty="0">
              <a:solidFill>
                <a:schemeClr val="tx1"/>
              </a:solidFill>
              <a:latin typeface="Pangolin" panose="00000500000000000000" pitchFamily="2" charset="0"/>
            </a:endParaRPr>
          </a:p>
        </p:txBody>
      </p:sp>
      <p:sp>
        <p:nvSpPr>
          <p:cNvPr id="20" name="Textfeld 19">
            <a:extLst>
              <a:ext uri="{FF2B5EF4-FFF2-40B4-BE49-F238E27FC236}">
                <a16:creationId xmlns:a16="http://schemas.microsoft.com/office/drawing/2014/main" id="{129C7494-A326-4E23-9779-668ED0B2F88D}"/>
              </a:ext>
            </a:extLst>
          </p:cNvPr>
          <p:cNvSpPr txBox="1"/>
          <p:nvPr/>
        </p:nvSpPr>
        <p:spPr>
          <a:xfrm>
            <a:off x="3643310" y="4815138"/>
            <a:ext cx="2635249" cy="261610"/>
          </a:xfrm>
          <a:prstGeom prst="rect">
            <a:avLst/>
          </a:prstGeom>
          <a:noFill/>
        </p:spPr>
        <p:txBody>
          <a:bodyPr wrap="square">
            <a:spAutoFit/>
          </a:bodyPr>
          <a:lstStyle/>
          <a:p>
            <a:r>
              <a:rPr lang="fr-FR" sz="1100" dirty="0">
                <a:latin typeface="Pangolin" panose="00000500000000000000" pitchFamily="2" charset="0"/>
              </a:rPr>
              <a:t>Le canard est donné au père.</a:t>
            </a:r>
            <a:endParaRPr lang="de-AT" sz="1100" dirty="0">
              <a:solidFill>
                <a:schemeClr val="tx1"/>
              </a:solidFill>
              <a:latin typeface="Pangolin" panose="00000500000000000000" pitchFamily="2" charset="0"/>
            </a:endParaRPr>
          </a:p>
        </p:txBody>
      </p:sp>
      <p:sp>
        <p:nvSpPr>
          <p:cNvPr id="21" name="Textfeld 20">
            <a:extLst>
              <a:ext uri="{FF2B5EF4-FFF2-40B4-BE49-F238E27FC236}">
                <a16:creationId xmlns:a16="http://schemas.microsoft.com/office/drawing/2014/main" id="{48B3C406-0AE1-4C65-92B6-58BD53FAFEFE}"/>
              </a:ext>
            </a:extLst>
          </p:cNvPr>
          <p:cNvSpPr txBox="1"/>
          <p:nvPr/>
        </p:nvSpPr>
        <p:spPr>
          <a:xfrm>
            <a:off x="3429001" y="5396321"/>
            <a:ext cx="2635250" cy="400110"/>
          </a:xfrm>
          <a:prstGeom prst="rect">
            <a:avLst/>
          </a:prstGeom>
          <a:noFill/>
        </p:spPr>
        <p:txBody>
          <a:bodyPr wrap="square">
            <a:spAutoFit/>
          </a:bodyPr>
          <a:lstStyle/>
          <a:p>
            <a:r>
              <a:rPr lang="fr-FR" sz="1000" dirty="0">
                <a:latin typeface="Pangolin" panose="00000500000000000000" pitchFamily="2" charset="0"/>
              </a:rPr>
              <a:t>Si la salade est le bon plat pour la mère, alors nous pouvons dire :</a:t>
            </a:r>
            <a:endParaRPr lang="de-AT" sz="1000" dirty="0">
              <a:solidFill>
                <a:schemeClr val="tx1"/>
              </a:solidFill>
              <a:latin typeface="Pangolin" panose="00000500000000000000" pitchFamily="2" charset="0"/>
            </a:endParaRPr>
          </a:p>
        </p:txBody>
      </p:sp>
      <p:sp>
        <p:nvSpPr>
          <p:cNvPr id="22" name="Textfeld 21">
            <a:extLst>
              <a:ext uri="{FF2B5EF4-FFF2-40B4-BE49-F238E27FC236}">
                <a16:creationId xmlns:a16="http://schemas.microsoft.com/office/drawing/2014/main" id="{D3B8B63F-34D3-42BA-94E3-41D4ABEDB366}"/>
              </a:ext>
            </a:extLst>
          </p:cNvPr>
          <p:cNvSpPr txBox="1"/>
          <p:nvPr/>
        </p:nvSpPr>
        <p:spPr>
          <a:xfrm>
            <a:off x="3429000" y="6190659"/>
            <a:ext cx="2921000" cy="246221"/>
          </a:xfrm>
          <a:prstGeom prst="rect">
            <a:avLst/>
          </a:prstGeom>
          <a:noFill/>
        </p:spPr>
        <p:txBody>
          <a:bodyPr wrap="square">
            <a:spAutoFit/>
          </a:bodyPr>
          <a:lstStyle/>
          <a:p>
            <a:r>
              <a:rPr lang="en-US" sz="1000">
                <a:latin typeface="Pangolin" panose="00000500000000000000" pitchFamily="2" charset="0"/>
              </a:rPr>
              <a:t>Cela décrit un fait.</a:t>
            </a:r>
            <a:endParaRPr lang="de-AT" sz="1000" dirty="0">
              <a:solidFill>
                <a:schemeClr val="tx1"/>
              </a:solidFill>
              <a:latin typeface="Pangolin" panose="00000500000000000000" pitchFamily="2" charset="0"/>
            </a:endParaRPr>
          </a:p>
        </p:txBody>
      </p:sp>
      <p:sp>
        <p:nvSpPr>
          <p:cNvPr id="23" name="Textfeld 22">
            <a:extLst>
              <a:ext uri="{FF2B5EF4-FFF2-40B4-BE49-F238E27FC236}">
                <a16:creationId xmlns:a16="http://schemas.microsoft.com/office/drawing/2014/main" id="{3E4DDAC6-C113-4C1A-A97E-53515C709092}"/>
              </a:ext>
            </a:extLst>
          </p:cNvPr>
          <p:cNvSpPr txBox="1"/>
          <p:nvPr/>
        </p:nvSpPr>
        <p:spPr>
          <a:xfrm>
            <a:off x="305231" y="6801147"/>
            <a:ext cx="1888377" cy="707886"/>
          </a:xfrm>
          <a:prstGeom prst="rect">
            <a:avLst/>
          </a:prstGeom>
          <a:noFill/>
        </p:spPr>
        <p:txBody>
          <a:bodyPr wrap="square">
            <a:spAutoFit/>
          </a:bodyPr>
          <a:lstStyle/>
          <a:p>
            <a:pPr algn="ctr"/>
            <a:r>
              <a:rPr lang="fr-FR" sz="1000">
                <a:latin typeface="Pangolin" panose="00000500000000000000" pitchFamily="2" charset="0"/>
              </a:rPr>
              <a:t>Les mathématiciens veulent écrire le moins de lettres possible. Par conséquent, techniquement, au lieu de</a:t>
            </a:r>
            <a:endParaRPr lang="de-AT" sz="1000" dirty="0">
              <a:solidFill>
                <a:schemeClr val="tx1"/>
              </a:solidFill>
              <a:latin typeface="Pangolin" panose="00000500000000000000" pitchFamily="2" charset="0"/>
            </a:endParaRPr>
          </a:p>
        </p:txBody>
      </p:sp>
      <p:sp>
        <p:nvSpPr>
          <p:cNvPr id="24" name="Textfeld 23">
            <a:extLst>
              <a:ext uri="{FF2B5EF4-FFF2-40B4-BE49-F238E27FC236}">
                <a16:creationId xmlns:a16="http://schemas.microsoft.com/office/drawing/2014/main" id="{3F1A1DF7-28A2-4316-B049-D4D85C87E58F}"/>
              </a:ext>
            </a:extLst>
          </p:cNvPr>
          <p:cNvSpPr txBox="1"/>
          <p:nvPr/>
        </p:nvSpPr>
        <p:spPr>
          <a:xfrm>
            <a:off x="231571" y="7864151"/>
            <a:ext cx="2051050" cy="246221"/>
          </a:xfrm>
          <a:prstGeom prst="rect">
            <a:avLst/>
          </a:prstGeom>
          <a:noFill/>
        </p:spPr>
        <p:txBody>
          <a:bodyPr wrap="square">
            <a:spAutoFit/>
          </a:bodyPr>
          <a:lstStyle/>
          <a:p>
            <a:pPr algn="ctr"/>
            <a:r>
              <a:rPr lang="en-US" sz="1000">
                <a:latin typeface="Pangolin" panose="00000500000000000000" pitchFamily="2" charset="0"/>
              </a:rPr>
              <a:t>Nous pourrions écrire</a:t>
            </a:r>
            <a:endParaRPr lang="de-AT" sz="1000" dirty="0">
              <a:solidFill>
                <a:schemeClr val="tx1"/>
              </a:solidFill>
              <a:latin typeface="Pangolin" panose="00000500000000000000" pitchFamily="2" charset="0"/>
            </a:endParaRPr>
          </a:p>
        </p:txBody>
      </p:sp>
      <p:sp>
        <p:nvSpPr>
          <p:cNvPr id="25" name="Textfeld 24">
            <a:extLst>
              <a:ext uri="{FF2B5EF4-FFF2-40B4-BE49-F238E27FC236}">
                <a16:creationId xmlns:a16="http://schemas.microsoft.com/office/drawing/2014/main" id="{1FC5C205-FAA3-449C-A8FD-C52109290EC9}"/>
              </a:ext>
            </a:extLst>
          </p:cNvPr>
          <p:cNvSpPr txBox="1"/>
          <p:nvPr/>
        </p:nvSpPr>
        <p:spPr>
          <a:xfrm>
            <a:off x="452551" y="8555029"/>
            <a:ext cx="1606975" cy="1015663"/>
          </a:xfrm>
          <a:prstGeom prst="rect">
            <a:avLst/>
          </a:prstGeom>
          <a:noFill/>
        </p:spPr>
        <p:txBody>
          <a:bodyPr wrap="square">
            <a:spAutoFit/>
          </a:bodyPr>
          <a:lstStyle/>
          <a:p>
            <a:pPr algn="ctr"/>
            <a:r>
              <a:rPr lang="fr-FR" sz="1000" dirty="0">
                <a:latin typeface="Pangolin" panose="00000500000000000000" pitchFamily="2" charset="0"/>
              </a:rPr>
              <a:t>Ou x = </a:t>
            </a:r>
            <a:r>
              <a:rPr lang="fr-FR" sz="1000" dirty="0" err="1">
                <a:latin typeface="Pangolin" panose="00000500000000000000" pitchFamily="2" charset="0"/>
              </a:rPr>
              <a:t>true</a:t>
            </a:r>
            <a:r>
              <a:rPr lang="fr-FR" sz="1000" dirty="0">
                <a:latin typeface="Pangolin" panose="00000500000000000000" pitchFamily="2" charset="0"/>
              </a:rPr>
              <a:t>. Ou a = </a:t>
            </a:r>
            <a:r>
              <a:rPr lang="fr-FR" sz="1000" dirty="0" err="1">
                <a:latin typeface="Pangolin" panose="00000500000000000000" pitchFamily="2" charset="0"/>
              </a:rPr>
              <a:t>true</a:t>
            </a:r>
            <a:r>
              <a:rPr lang="fr-FR" sz="1000" dirty="0">
                <a:latin typeface="Pangolin" panose="00000500000000000000" pitchFamily="2" charset="0"/>
              </a:rPr>
              <a:t>. </a:t>
            </a:r>
            <a:br>
              <a:rPr lang="fr-FR" sz="1000" dirty="0">
                <a:latin typeface="Pangolin" panose="00000500000000000000" pitchFamily="2" charset="0"/>
              </a:rPr>
            </a:br>
            <a:r>
              <a:rPr lang="fr-FR" sz="1000" dirty="0">
                <a:latin typeface="Pangolin" panose="00000500000000000000" pitchFamily="2" charset="0"/>
              </a:rPr>
              <a:t>Peu importe vraiment. </a:t>
            </a:r>
            <a:br>
              <a:rPr lang="fr-FR" sz="1000" dirty="0">
                <a:latin typeface="Pangolin" panose="00000500000000000000" pitchFamily="2" charset="0"/>
              </a:rPr>
            </a:br>
            <a:r>
              <a:rPr lang="fr-FR" sz="1000" dirty="0">
                <a:latin typeface="Pangolin" panose="00000500000000000000" pitchFamily="2" charset="0"/>
              </a:rPr>
              <a:t>Vous pouvez même utiliser </a:t>
            </a:r>
            <a:r>
              <a:rPr lang="fr-FR" sz="1000">
                <a:latin typeface="Pangolin" panose="00000500000000000000" pitchFamily="2" charset="0"/>
              </a:rPr>
              <a:t>un émoji</a:t>
            </a:r>
            <a:r>
              <a:rPr lang="fr-FR" sz="1000" dirty="0">
                <a:latin typeface="Pangolin" panose="00000500000000000000" pitchFamily="2" charset="0"/>
              </a:rPr>
              <a:t>. </a:t>
            </a:r>
            <a:br>
              <a:rPr lang="fr-FR" sz="1000" dirty="0">
                <a:latin typeface="Pangolin" panose="00000500000000000000" pitchFamily="2" charset="0"/>
              </a:rPr>
            </a:br>
            <a:r>
              <a:rPr lang="fr-FR" sz="1000" dirty="0">
                <a:latin typeface="Pangolin" panose="00000500000000000000" pitchFamily="2" charset="0"/>
              </a:rPr>
              <a:t>C’est juste une variable qui représente une valeur.</a:t>
            </a:r>
            <a:endParaRPr lang="de-AT" sz="1000" dirty="0">
              <a:solidFill>
                <a:schemeClr val="tx1"/>
              </a:solidFill>
              <a:latin typeface="Pangolin" panose="00000500000000000000" pitchFamily="2" charset="0"/>
            </a:endParaRPr>
          </a:p>
        </p:txBody>
      </p:sp>
      <p:sp>
        <p:nvSpPr>
          <p:cNvPr id="26" name="Textfeld 25">
            <a:extLst>
              <a:ext uri="{FF2B5EF4-FFF2-40B4-BE49-F238E27FC236}">
                <a16:creationId xmlns:a16="http://schemas.microsoft.com/office/drawing/2014/main" id="{7980D18C-23CA-49E9-8A03-8E31A0BE3CC9}"/>
              </a:ext>
            </a:extLst>
          </p:cNvPr>
          <p:cNvSpPr txBox="1"/>
          <p:nvPr/>
        </p:nvSpPr>
        <p:spPr>
          <a:xfrm>
            <a:off x="2384425" y="6805287"/>
            <a:ext cx="2051050" cy="553998"/>
          </a:xfrm>
          <a:prstGeom prst="rect">
            <a:avLst/>
          </a:prstGeom>
          <a:noFill/>
        </p:spPr>
        <p:txBody>
          <a:bodyPr wrap="square">
            <a:spAutoFit/>
          </a:bodyPr>
          <a:lstStyle/>
          <a:p>
            <a:pPr algn="ctr"/>
            <a:r>
              <a:rPr lang="fr-FR" sz="1000">
                <a:latin typeface="Pangolin" panose="00000500000000000000" pitchFamily="2" charset="0"/>
              </a:rPr>
              <a:t>Nous pouvons décrire tout ce que le serveur sait au début de manière mathématique.</a:t>
            </a:r>
            <a:endParaRPr lang="de-AT" sz="1000" dirty="0">
              <a:solidFill>
                <a:schemeClr val="tx1"/>
              </a:solidFill>
              <a:latin typeface="Pangolin" panose="00000500000000000000" pitchFamily="2" charset="0"/>
            </a:endParaRPr>
          </a:p>
        </p:txBody>
      </p:sp>
      <p:sp>
        <p:nvSpPr>
          <p:cNvPr id="27" name="Textfeld 26">
            <a:extLst>
              <a:ext uri="{FF2B5EF4-FFF2-40B4-BE49-F238E27FC236}">
                <a16:creationId xmlns:a16="http://schemas.microsoft.com/office/drawing/2014/main" id="{B40966AB-959B-4003-8750-39869662CED2}"/>
              </a:ext>
            </a:extLst>
          </p:cNvPr>
          <p:cNvSpPr txBox="1"/>
          <p:nvPr/>
        </p:nvSpPr>
        <p:spPr>
          <a:xfrm>
            <a:off x="2403475" y="7351495"/>
            <a:ext cx="2051050" cy="400110"/>
          </a:xfrm>
          <a:prstGeom prst="rect">
            <a:avLst/>
          </a:prstGeom>
          <a:noFill/>
        </p:spPr>
        <p:txBody>
          <a:bodyPr wrap="square">
            <a:spAutoFit/>
          </a:bodyPr>
          <a:lstStyle/>
          <a:p>
            <a:pPr algn="ctr"/>
            <a:r>
              <a:rPr lang="fr-FR" sz="1000" dirty="0">
                <a:latin typeface="Pangolin" panose="00000500000000000000" pitchFamily="2" charset="0"/>
              </a:rPr>
              <a:t>Si chaque client peut obtenir un repas, la mère peut obtenir :</a:t>
            </a:r>
            <a:endParaRPr lang="de-AT" sz="1000" dirty="0">
              <a:solidFill>
                <a:schemeClr val="tx1"/>
              </a:solidFill>
              <a:latin typeface="Pangolin" panose="00000500000000000000" pitchFamily="2" charset="0"/>
            </a:endParaRPr>
          </a:p>
        </p:txBody>
      </p:sp>
      <p:sp>
        <p:nvSpPr>
          <p:cNvPr id="31" name="Textfeld 30">
            <a:extLst>
              <a:ext uri="{FF2B5EF4-FFF2-40B4-BE49-F238E27FC236}">
                <a16:creationId xmlns:a16="http://schemas.microsoft.com/office/drawing/2014/main" id="{8CD2E9CC-A9A8-4684-AAEA-4F06CFBFBCB9}"/>
              </a:ext>
            </a:extLst>
          </p:cNvPr>
          <p:cNvSpPr txBox="1">
            <a:spLocks noGrp="1"/>
          </p:cNvSpPr>
          <p:nvPr>
            <p:ph type="title" idx="4294967295"/>
          </p:nvPr>
        </p:nvSpPr>
        <p:spPr>
          <a:xfrm>
            <a:off x="2384425" y="8654089"/>
            <a:ext cx="2051050" cy="400110"/>
          </a:xfrm>
          <a:prstGeom prst="rect">
            <a:avLst/>
          </a:prstGeom>
          <a:noFill/>
          <a:ln>
            <a:noFill/>
            <a:prstDash/>
          </a:ln>
          <a:effectLst/>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pPr lvl="0" algn="ctr" defTabSz="457200">
              <a:lnSpc>
                <a:spcPct val="100000"/>
              </a:lnSpc>
              <a:spcBef>
                <a:spcPts val="0"/>
              </a:spcBef>
              <a:defRPr/>
            </a:pPr>
            <a:r>
              <a:rPr lang="fr-FR" sz="1000" dirty="0">
                <a:latin typeface="Pangolin" panose="00000500000000000000" pitchFamily="2" charset="0"/>
                <a:ea typeface="+mn-ea"/>
                <a:cs typeface="+mn-cs"/>
              </a:rPr>
              <a:t>Dans une notation mathématique, cela ressemblerait à ceci :</a:t>
            </a:r>
            <a:endParaRPr kumimoji="0" lang="de-AT" sz="1000" b="0" i="0" u="none" strike="noStrike" kern="1200" cap="none" spc="0" normalizeH="0" baseline="0" noProof="0" dirty="0">
              <a:ln>
                <a:noFill/>
              </a:ln>
              <a:solidFill>
                <a:schemeClr val="tx1"/>
              </a:solidFill>
              <a:effectLst/>
              <a:uLnTx/>
              <a:uFillTx/>
              <a:latin typeface="Pangolin" panose="00000500000000000000" pitchFamily="2" charset="0"/>
              <a:ea typeface="+mn-ea"/>
              <a:cs typeface="+mn-cs"/>
            </a:endParaRPr>
          </a:p>
        </p:txBody>
      </p:sp>
      <p:sp>
        <p:nvSpPr>
          <p:cNvPr id="32" name="Textfeld 31">
            <a:extLst>
              <a:ext uri="{FF2B5EF4-FFF2-40B4-BE49-F238E27FC236}">
                <a16:creationId xmlns:a16="http://schemas.microsoft.com/office/drawing/2014/main" id="{4D6692C8-F446-44D7-B5F5-27CC517352A5}"/>
              </a:ext>
              <a:ext uri="{C183D7F6-B498-43B3-948B-1728B52AA6E4}">
                <adec:decorative xmlns:adec="http://schemas.microsoft.com/office/drawing/2017/decorative" val="1"/>
              </a:ext>
            </a:extLst>
          </p:cNvPr>
          <p:cNvSpPr txBox="1"/>
          <p:nvPr/>
        </p:nvSpPr>
        <p:spPr>
          <a:xfrm>
            <a:off x="2969896" y="9347300"/>
            <a:ext cx="1450704" cy="338554"/>
          </a:xfrm>
          <a:prstGeom prst="rect">
            <a:avLst/>
          </a:prstGeom>
          <a:noFill/>
        </p:spPr>
        <p:txBody>
          <a:bodyPr wrap="square">
            <a:spAutoFit/>
          </a:bodyPr>
          <a:lstStyle/>
          <a:p>
            <a:r>
              <a:rPr lang="fr-FR" sz="800" dirty="0">
                <a:latin typeface="Pangolin" panose="00000500000000000000" pitchFamily="2" charset="0"/>
              </a:rPr>
              <a:t>c’est le symbole mathématique de OU (</a:t>
            </a:r>
            <a:r>
              <a:rPr lang="fr-FR" sz="800" b="1" dirty="0">
                <a:latin typeface="Pangolin" panose="00000500000000000000" pitchFamily="2" charset="0"/>
              </a:rPr>
              <a:t>OR</a:t>
            </a:r>
            <a:r>
              <a:rPr lang="fr-FR" sz="800" dirty="0">
                <a:latin typeface="Pangolin" panose="00000500000000000000" pitchFamily="2" charset="0"/>
              </a:rPr>
              <a:t>)</a:t>
            </a:r>
            <a:endParaRPr lang="de-AT" sz="800" dirty="0">
              <a:solidFill>
                <a:schemeClr val="tx1"/>
              </a:solidFill>
              <a:latin typeface="Pangolin" panose="00000500000000000000" pitchFamily="2" charset="0"/>
            </a:endParaRPr>
          </a:p>
        </p:txBody>
      </p:sp>
      <p:sp>
        <p:nvSpPr>
          <p:cNvPr id="33" name="Textfeld 32">
            <a:extLst>
              <a:ext uri="{FF2B5EF4-FFF2-40B4-BE49-F238E27FC236}">
                <a16:creationId xmlns:a16="http://schemas.microsoft.com/office/drawing/2014/main" id="{02D2558D-A546-4B9A-B699-6F833DB4FCB4}"/>
              </a:ext>
            </a:extLst>
          </p:cNvPr>
          <p:cNvSpPr txBox="1"/>
          <p:nvPr/>
        </p:nvSpPr>
        <p:spPr>
          <a:xfrm>
            <a:off x="4543424" y="6752136"/>
            <a:ext cx="2126209" cy="707886"/>
          </a:xfrm>
          <a:prstGeom prst="rect">
            <a:avLst/>
          </a:prstGeom>
          <a:noFill/>
        </p:spPr>
        <p:txBody>
          <a:bodyPr wrap="square">
            <a:spAutoFit/>
          </a:bodyPr>
          <a:lstStyle/>
          <a:p>
            <a:pPr algn="ctr"/>
            <a:r>
              <a:rPr lang="fr-FR" sz="1000" dirty="0">
                <a:latin typeface="Pangolin" panose="00000500000000000000" pitchFamily="2" charset="0"/>
              </a:rPr>
              <a:t>Après avoir livré deux repas corrects, il sait que son père ne peut pas prendre la salade ou le poisson, car ce qui suit est déjà sur la table :</a:t>
            </a:r>
            <a:endParaRPr lang="de-AT" sz="1000" dirty="0">
              <a:solidFill>
                <a:schemeClr val="tx1"/>
              </a:solidFill>
              <a:latin typeface="Pangolin" panose="00000500000000000000" pitchFamily="2" charset="0"/>
            </a:endParaRPr>
          </a:p>
        </p:txBody>
      </p:sp>
      <p:sp>
        <p:nvSpPr>
          <p:cNvPr id="34" name="Textfeld 33">
            <a:extLst>
              <a:ext uri="{FF2B5EF4-FFF2-40B4-BE49-F238E27FC236}">
                <a16:creationId xmlns:a16="http://schemas.microsoft.com/office/drawing/2014/main" id="{36F85E33-BBCD-4F7A-8FA6-A89CDCBD5801}"/>
              </a:ext>
            </a:extLst>
          </p:cNvPr>
          <p:cNvSpPr txBox="1"/>
          <p:nvPr/>
        </p:nvSpPr>
        <p:spPr>
          <a:xfrm>
            <a:off x="4566230" y="8233659"/>
            <a:ext cx="2051050" cy="553998"/>
          </a:xfrm>
          <a:prstGeom prst="rect">
            <a:avLst/>
          </a:prstGeom>
          <a:noFill/>
        </p:spPr>
        <p:txBody>
          <a:bodyPr wrap="square">
            <a:spAutoFit/>
          </a:bodyPr>
          <a:lstStyle/>
          <a:p>
            <a:pPr algn="ctr"/>
            <a:r>
              <a:rPr lang="fr-FR" sz="1000" dirty="0">
                <a:latin typeface="Pangolin" panose="00000500000000000000" pitchFamily="2" charset="0"/>
              </a:rPr>
              <a:t>Cela signifie que le parent ne reçoit NON la salade ET NON le poisson, ce qui ne laisse que le canard :</a:t>
            </a:r>
            <a:endParaRPr lang="de-AT" sz="1000" dirty="0">
              <a:solidFill>
                <a:schemeClr val="tx1"/>
              </a:solidFill>
              <a:latin typeface="Pangolin" panose="00000500000000000000" pitchFamily="2" charset="0"/>
            </a:endParaRPr>
          </a:p>
        </p:txBody>
      </p:sp>
      <p:sp>
        <p:nvSpPr>
          <p:cNvPr id="35" name="Textfeld 34">
            <a:extLst>
              <a:ext uri="{FF2B5EF4-FFF2-40B4-BE49-F238E27FC236}">
                <a16:creationId xmlns:a16="http://schemas.microsoft.com/office/drawing/2014/main" id="{C3E02E20-DC1A-4BD8-8843-01A92DC2069C}"/>
              </a:ext>
              <a:ext uri="{C183D7F6-B498-43B3-948B-1728B52AA6E4}">
                <adec:decorative xmlns:adec="http://schemas.microsoft.com/office/drawing/2017/decorative" val="1"/>
              </a:ext>
            </a:extLst>
          </p:cNvPr>
          <p:cNvSpPr txBox="1"/>
          <p:nvPr/>
        </p:nvSpPr>
        <p:spPr>
          <a:xfrm>
            <a:off x="4851398" y="8761480"/>
            <a:ext cx="1638763" cy="338554"/>
          </a:xfrm>
          <a:prstGeom prst="rect">
            <a:avLst/>
          </a:prstGeom>
          <a:noFill/>
        </p:spPr>
        <p:txBody>
          <a:bodyPr wrap="square">
            <a:spAutoFit/>
          </a:bodyPr>
          <a:lstStyle/>
          <a:p>
            <a:r>
              <a:rPr lang="fr-FR" sz="800" dirty="0">
                <a:latin typeface="Pangolin" panose="00000500000000000000" pitchFamily="2" charset="0"/>
              </a:rPr>
              <a:t>c’est le symbole mathématique de NON (</a:t>
            </a:r>
            <a:r>
              <a:rPr lang="fr-FR" sz="800" b="1" dirty="0">
                <a:latin typeface="Pangolin" panose="00000500000000000000" pitchFamily="2" charset="0"/>
              </a:rPr>
              <a:t>NOT</a:t>
            </a:r>
            <a:r>
              <a:rPr lang="fr-FR" sz="800" dirty="0">
                <a:latin typeface="Pangolin" panose="00000500000000000000" pitchFamily="2" charset="0"/>
              </a:rPr>
              <a:t>)</a:t>
            </a:r>
            <a:endParaRPr lang="de-AT" sz="800" dirty="0">
              <a:solidFill>
                <a:schemeClr val="tx1"/>
              </a:solidFill>
              <a:latin typeface="Pangolin" panose="00000500000000000000" pitchFamily="2" charset="0"/>
            </a:endParaRPr>
          </a:p>
        </p:txBody>
      </p:sp>
      <p:sp>
        <p:nvSpPr>
          <p:cNvPr id="36" name="Textfeld 35">
            <a:extLst>
              <a:ext uri="{FF2B5EF4-FFF2-40B4-BE49-F238E27FC236}">
                <a16:creationId xmlns:a16="http://schemas.microsoft.com/office/drawing/2014/main" id="{8FD647CD-B233-45DE-88FC-7B235F56923F}"/>
              </a:ext>
              <a:ext uri="{C183D7F6-B498-43B3-948B-1728B52AA6E4}">
                <adec:decorative xmlns:adec="http://schemas.microsoft.com/office/drawing/2017/decorative" val="1"/>
              </a:ext>
            </a:extLst>
          </p:cNvPr>
          <p:cNvSpPr txBox="1"/>
          <p:nvPr/>
        </p:nvSpPr>
        <p:spPr>
          <a:xfrm>
            <a:off x="5112385" y="9400232"/>
            <a:ext cx="1287823" cy="215444"/>
          </a:xfrm>
          <a:prstGeom prst="rect">
            <a:avLst/>
          </a:prstGeom>
          <a:noFill/>
        </p:spPr>
        <p:txBody>
          <a:bodyPr wrap="square">
            <a:spAutoFit/>
          </a:bodyPr>
          <a:lstStyle/>
          <a:p>
            <a:r>
              <a:rPr lang="fr-FR" sz="800" dirty="0">
                <a:latin typeface="Pangolin" panose="00000500000000000000" pitchFamily="2" charset="0"/>
              </a:rPr>
              <a:t>et cela signifie ET (</a:t>
            </a:r>
            <a:r>
              <a:rPr lang="fr-FR" sz="800" b="1" dirty="0">
                <a:latin typeface="Pangolin" panose="00000500000000000000" pitchFamily="2" charset="0"/>
              </a:rPr>
              <a:t>AND</a:t>
            </a:r>
            <a:r>
              <a:rPr lang="fr-FR" sz="800" dirty="0">
                <a:latin typeface="Pangolin" panose="00000500000000000000" pitchFamily="2" charset="0"/>
              </a:rPr>
              <a:t>)</a:t>
            </a:r>
            <a:endParaRPr lang="de-AT" sz="800" dirty="0">
              <a:solidFill>
                <a:schemeClr val="tx1"/>
              </a:solidFill>
              <a:latin typeface="Pangolin" panose="00000500000000000000" pitchFamily="2" charset="0"/>
            </a:endParaRPr>
          </a:p>
        </p:txBody>
      </p:sp>
      <p:sp>
        <p:nvSpPr>
          <p:cNvPr id="53" name="Freeform: Shape 52">
            <a:extLst>
              <a:ext uri="{FF2B5EF4-FFF2-40B4-BE49-F238E27FC236}">
                <a16:creationId xmlns:a16="http://schemas.microsoft.com/office/drawing/2014/main" id="{22096BD4-634F-AB32-2284-F54AD3201503}"/>
              </a:ext>
            </a:extLst>
          </p:cNvPr>
          <p:cNvSpPr/>
          <p:nvPr/>
        </p:nvSpPr>
        <p:spPr>
          <a:xfrm>
            <a:off x="438150" y="804863"/>
            <a:ext cx="1671638" cy="223837"/>
          </a:xfrm>
          <a:custGeom>
            <a:avLst/>
            <a:gdLst>
              <a:gd name="connsiteX0" fmla="*/ 4763 w 1671638"/>
              <a:gd name="connsiteY0" fmla="*/ 223837 h 223837"/>
              <a:gd name="connsiteX1" fmla="*/ 304800 w 1671638"/>
              <a:gd name="connsiteY1" fmla="*/ 219075 h 223837"/>
              <a:gd name="connsiteX2" fmla="*/ 481013 w 1671638"/>
              <a:gd name="connsiteY2" fmla="*/ 204787 h 223837"/>
              <a:gd name="connsiteX3" fmla="*/ 638175 w 1671638"/>
              <a:gd name="connsiteY3" fmla="*/ 190500 h 223837"/>
              <a:gd name="connsiteX4" fmla="*/ 657225 w 1671638"/>
              <a:gd name="connsiteY4" fmla="*/ 180975 h 223837"/>
              <a:gd name="connsiteX5" fmla="*/ 676275 w 1671638"/>
              <a:gd name="connsiteY5" fmla="*/ 176212 h 223837"/>
              <a:gd name="connsiteX6" fmla="*/ 738188 w 1671638"/>
              <a:gd name="connsiteY6" fmla="*/ 166687 h 223837"/>
              <a:gd name="connsiteX7" fmla="*/ 795338 w 1671638"/>
              <a:gd name="connsiteY7" fmla="*/ 157162 h 223837"/>
              <a:gd name="connsiteX8" fmla="*/ 842963 w 1671638"/>
              <a:gd name="connsiteY8" fmla="*/ 138112 h 223837"/>
              <a:gd name="connsiteX9" fmla="*/ 857250 w 1671638"/>
              <a:gd name="connsiteY9" fmla="*/ 133350 h 223837"/>
              <a:gd name="connsiteX10" fmla="*/ 895350 w 1671638"/>
              <a:gd name="connsiteY10" fmla="*/ 138112 h 223837"/>
              <a:gd name="connsiteX11" fmla="*/ 909638 w 1671638"/>
              <a:gd name="connsiteY11" fmla="*/ 152400 h 223837"/>
              <a:gd name="connsiteX12" fmla="*/ 942975 w 1671638"/>
              <a:gd name="connsiteY12" fmla="*/ 171450 h 223837"/>
              <a:gd name="connsiteX13" fmla="*/ 1004888 w 1671638"/>
              <a:gd name="connsiteY13" fmla="*/ 176212 h 223837"/>
              <a:gd name="connsiteX14" fmla="*/ 1462088 w 1671638"/>
              <a:gd name="connsiteY14" fmla="*/ 176212 h 223837"/>
              <a:gd name="connsiteX15" fmla="*/ 1614488 w 1671638"/>
              <a:gd name="connsiteY15" fmla="*/ 171450 h 223837"/>
              <a:gd name="connsiteX16" fmla="*/ 1638300 w 1671638"/>
              <a:gd name="connsiteY16" fmla="*/ 166687 h 223837"/>
              <a:gd name="connsiteX17" fmla="*/ 1657350 w 1671638"/>
              <a:gd name="connsiteY17" fmla="*/ 161925 h 223837"/>
              <a:gd name="connsiteX18" fmla="*/ 1671638 w 1671638"/>
              <a:gd name="connsiteY18" fmla="*/ 123825 h 223837"/>
              <a:gd name="connsiteX19" fmla="*/ 1657350 w 1671638"/>
              <a:gd name="connsiteY19" fmla="*/ 71437 h 223837"/>
              <a:gd name="connsiteX20" fmla="*/ 1652588 w 1671638"/>
              <a:gd name="connsiteY20" fmla="*/ 57150 h 223837"/>
              <a:gd name="connsiteX21" fmla="*/ 1638300 w 1671638"/>
              <a:gd name="connsiteY21" fmla="*/ 47625 h 223837"/>
              <a:gd name="connsiteX22" fmla="*/ 1624013 w 1671638"/>
              <a:gd name="connsiteY22" fmla="*/ 33337 h 223837"/>
              <a:gd name="connsiteX23" fmla="*/ 1571625 w 1671638"/>
              <a:gd name="connsiteY23" fmla="*/ 0 h 223837"/>
              <a:gd name="connsiteX24" fmla="*/ 1438275 w 1671638"/>
              <a:gd name="connsiteY24" fmla="*/ 9525 h 223837"/>
              <a:gd name="connsiteX25" fmla="*/ 1281113 w 1671638"/>
              <a:gd name="connsiteY25" fmla="*/ 19050 h 223837"/>
              <a:gd name="connsiteX26" fmla="*/ 1219200 w 1671638"/>
              <a:gd name="connsiteY26" fmla="*/ 23812 h 223837"/>
              <a:gd name="connsiteX27" fmla="*/ 571500 w 1671638"/>
              <a:gd name="connsiteY27" fmla="*/ 28575 h 223837"/>
              <a:gd name="connsiteX28" fmla="*/ 466725 w 1671638"/>
              <a:gd name="connsiteY28" fmla="*/ 38100 h 223837"/>
              <a:gd name="connsiteX29" fmla="*/ 104775 w 1671638"/>
              <a:gd name="connsiteY29" fmla="*/ 23812 h 223837"/>
              <a:gd name="connsiteX30" fmla="*/ 9525 w 1671638"/>
              <a:gd name="connsiteY30" fmla="*/ 38100 h 223837"/>
              <a:gd name="connsiteX31" fmla="*/ 0 w 1671638"/>
              <a:gd name="connsiteY31" fmla="*/ 52387 h 223837"/>
              <a:gd name="connsiteX32" fmla="*/ 19050 w 1671638"/>
              <a:gd name="connsiteY32" fmla="*/ 142875 h 223837"/>
              <a:gd name="connsiteX33" fmla="*/ 23813 w 1671638"/>
              <a:gd name="connsiteY33" fmla="*/ 161925 h 223837"/>
              <a:gd name="connsiteX34" fmla="*/ 33338 w 1671638"/>
              <a:gd name="connsiteY34" fmla="*/ 190500 h 223837"/>
              <a:gd name="connsiteX35" fmla="*/ 4763 w 1671638"/>
              <a:gd name="connsiteY35" fmla="*/ 223837 h 22383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Lst>
            <a:rect l="l" t="t" r="r" b="b"/>
            <a:pathLst>
              <a:path w="1671638" h="223837">
                <a:moveTo>
                  <a:pt x="4763" y="223837"/>
                </a:moveTo>
                <a:lnTo>
                  <a:pt x="304800" y="219075"/>
                </a:lnTo>
                <a:cubicBezTo>
                  <a:pt x="369230" y="217444"/>
                  <a:pt x="415134" y="209855"/>
                  <a:pt x="481013" y="204787"/>
                </a:cubicBezTo>
                <a:cubicBezTo>
                  <a:pt x="616030" y="194401"/>
                  <a:pt x="563857" y="201116"/>
                  <a:pt x="638175" y="190500"/>
                </a:cubicBezTo>
                <a:cubicBezTo>
                  <a:pt x="644525" y="187325"/>
                  <a:pt x="650578" y="183468"/>
                  <a:pt x="657225" y="180975"/>
                </a:cubicBezTo>
                <a:cubicBezTo>
                  <a:pt x="663354" y="178677"/>
                  <a:pt x="669857" y="177496"/>
                  <a:pt x="676275" y="176212"/>
                </a:cubicBezTo>
                <a:cubicBezTo>
                  <a:pt x="692778" y="172911"/>
                  <a:pt x="722197" y="168972"/>
                  <a:pt x="738188" y="166687"/>
                </a:cubicBezTo>
                <a:cubicBezTo>
                  <a:pt x="777255" y="153666"/>
                  <a:pt x="715579" y="173114"/>
                  <a:pt x="795338" y="157162"/>
                </a:cubicBezTo>
                <a:cubicBezTo>
                  <a:pt x="822440" y="151741"/>
                  <a:pt x="820737" y="147637"/>
                  <a:pt x="842963" y="138112"/>
                </a:cubicBezTo>
                <a:cubicBezTo>
                  <a:pt x="847577" y="136135"/>
                  <a:pt x="852488" y="134937"/>
                  <a:pt x="857250" y="133350"/>
                </a:cubicBezTo>
                <a:cubicBezTo>
                  <a:pt x="869950" y="134937"/>
                  <a:pt x="883322" y="133738"/>
                  <a:pt x="895350" y="138112"/>
                </a:cubicBezTo>
                <a:cubicBezTo>
                  <a:pt x="901680" y="140414"/>
                  <a:pt x="904120" y="148537"/>
                  <a:pt x="909638" y="152400"/>
                </a:cubicBezTo>
                <a:cubicBezTo>
                  <a:pt x="920123" y="159740"/>
                  <a:pt x="930558" y="168346"/>
                  <a:pt x="942975" y="171450"/>
                </a:cubicBezTo>
                <a:cubicBezTo>
                  <a:pt x="963056" y="176470"/>
                  <a:pt x="984250" y="174625"/>
                  <a:pt x="1004888" y="176212"/>
                </a:cubicBezTo>
                <a:cubicBezTo>
                  <a:pt x="1268386" y="164757"/>
                  <a:pt x="956831" y="176212"/>
                  <a:pt x="1462088" y="176212"/>
                </a:cubicBezTo>
                <a:cubicBezTo>
                  <a:pt x="1512913" y="176212"/>
                  <a:pt x="1563688" y="173037"/>
                  <a:pt x="1614488" y="171450"/>
                </a:cubicBezTo>
                <a:cubicBezTo>
                  <a:pt x="1622425" y="169862"/>
                  <a:pt x="1630398" y="168443"/>
                  <a:pt x="1638300" y="166687"/>
                </a:cubicBezTo>
                <a:cubicBezTo>
                  <a:pt x="1644690" y="165267"/>
                  <a:pt x="1652322" y="166115"/>
                  <a:pt x="1657350" y="161925"/>
                </a:cubicBezTo>
                <a:cubicBezTo>
                  <a:pt x="1665214" y="155372"/>
                  <a:pt x="1669383" y="132843"/>
                  <a:pt x="1671638" y="123825"/>
                </a:cubicBezTo>
                <a:cubicBezTo>
                  <a:pt x="1663067" y="55262"/>
                  <a:pt x="1675360" y="107458"/>
                  <a:pt x="1657350" y="71437"/>
                </a:cubicBezTo>
                <a:cubicBezTo>
                  <a:pt x="1655105" y="66947"/>
                  <a:pt x="1655724" y="61070"/>
                  <a:pt x="1652588" y="57150"/>
                </a:cubicBezTo>
                <a:cubicBezTo>
                  <a:pt x="1649012" y="52680"/>
                  <a:pt x="1642697" y="51289"/>
                  <a:pt x="1638300" y="47625"/>
                </a:cubicBezTo>
                <a:cubicBezTo>
                  <a:pt x="1633126" y="43313"/>
                  <a:pt x="1629329" y="37472"/>
                  <a:pt x="1624013" y="33337"/>
                </a:cubicBezTo>
                <a:cubicBezTo>
                  <a:pt x="1610406" y="22754"/>
                  <a:pt x="1586923" y="9178"/>
                  <a:pt x="1571625" y="0"/>
                </a:cubicBezTo>
                <a:cubicBezTo>
                  <a:pt x="1176378" y="23248"/>
                  <a:pt x="1710083" y="-9008"/>
                  <a:pt x="1438275" y="9525"/>
                </a:cubicBezTo>
                <a:lnTo>
                  <a:pt x="1281113" y="19050"/>
                </a:lnTo>
                <a:cubicBezTo>
                  <a:pt x="1260458" y="20397"/>
                  <a:pt x="1239897" y="23534"/>
                  <a:pt x="1219200" y="23812"/>
                </a:cubicBezTo>
                <a:lnTo>
                  <a:pt x="571500" y="28575"/>
                </a:lnTo>
                <a:cubicBezTo>
                  <a:pt x="539457" y="32580"/>
                  <a:pt x="497131" y="38554"/>
                  <a:pt x="466725" y="38100"/>
                </a:cubicBezTo>
                <a:cubicBezTo>
                  <a:pt x="408585" y="37232"/>
                  <a:pt x="198251" y="27877"/>
                  <a:pt x="104775" y="23812"/>
                </a:cubicBezTo>
                <a:cubicBezTo>
                  <a:pt x="85095" y="25326"/>
                  <a:pt x="32749" y="25198"/>
                  <a:pt x="9525" y="38100"/>
                </a:cubicBezTo>
                <a:cubicBezTo>
                  <a:pt x="4522" y="40880"/>
                  <a:pt x="3175" y="47625"/>
                  <a:pt x="0" y="52387"/>
                </a:cubicBezTo>
                <a:cubicBezTo>
                  <a:pt x="6350" y="82550"/>
                  <a:pt x="12502" y="112755"/>
                  <a:pt x="19050" y="142875"/>
                </a:cubicBezTo>
                <a:cubicBezTo>
                  <a:pt x="20440" y="149271"/>
                  <a:pt x="21932" y="155656"/>
                  <a:pt x="23813" y="161925"/>
                </a:cubicBezTo>
                <a:cubicBezTo>
                  <a:pt x="26698" y="171542"/>
                  <a:pt x="33338" y="180460"/>
                  <a:pt x="33338" y="190500"/>
                </a:cubicBezTo>
                <a:lnTo>
                  <a:pt x="4763" y="223837"/>
                </a:lnTo>
                <a:close/>
              </a:path>
            </a:pathLst>
          </a:custGeom>
          <a:solidFill>
            <a:schemeClr val="bg1"/>
          </a:solid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s-419"/>
          </a:p>
        </p:txBody>
      </p:sp>
      <p:sp>
        <p:nvSpPr>
          <p:cNvPr id="52" name="TextBox 51">
            <a:extLst>
              <a:ext uri="{FF2B5EF4-FFF2-40B4-BE49-F238E27FC236}">
                <a16:creationId xmlns:a16="http://schemas.microsoft.com/office/drawing/2014/main" id="{54BD7A3C-92FF-1FEB-F79E-962FEE08C8E0}"/>
              </a:ext>
            </a:extLst>
          </p:cNvPr>
          <p:cNvSpPr txBox="1"/>
          <p:nvPr/>
        </p:nvSpPr>
        <p:spPr>
          <a:xfrm>
            <a:off x="307958" y="685808"/>
            <a:ext cx="1917325" cy="307777"/>
          </a:xfrm>
          <a:prstGeom prst="rect">
            <a:avLst/>
          </a:prstGeom>
          <a:noFill/>
        </p:spPr>
        <p:txBody>
          <a:bodyPr wrap="square" rtlCol="0">
            <a:spAutoFit/>
          </a:bodyPr>
          <a:lstStyle/>
          <a:p>
            <a:pPr algn="ctr"/>
            <a:r>
              <a:rPr lang="pt-BR" sz="1400" b="1" dirty="0">
                <a:latin typeface="Momopresentation Updated 2" panose="02000503000000000000" pitchFamily="2" charset="0"/>
              </a:rPr>
              <a:t>Mère    Enfant   Père</a:t>
            </a:r>
            <a:endParaRPr lang="es-419" sz="1400" b="1" dirty="0">
              <a:latin typeface="Momopresentation Updated 2" panose="02000503000000000000" pitchFamily="2" charset="0"/>
            </a:endParaRPr>
          </a:p>
        </p:txBody>
      </p:sp>
      <p:sp>
        <p:nvSpPr>
          <p:cNvPr id="55" name="Freeform: Shape 54">
            <a:extLst>
              <a:ext uri="{FF2B5EF4-FFF2-40B4-BE49-F238E27FC236}">
                <a16:creationId xmlns:a16="http://schemas.microsoft.com/office/drawing/2014/main" id="{9FA1752B-9A0D-7975-A26E-670E41C42F0D}"/>
              </a:ext>
            </a:extLst>
          </p:cNvPr>
          <p:cNvSpPr/>
          <p:nvPr/>
        </p:nvSpPr>
        <p:spPr>
          <a:xfrm>
            <a:off x="4990508" y="1885950"/>
            <a:ext cx="1557930" cy="284983"/>
          </a:xfrm>
          <a:custGeom>
            <a:avLst/>
            <a:gdLst>
              <a:gd name="connsiteX0" fmla="*/ 10117 w 1557930"/>
              <a:gd name="connsiteY0" fmla="*/ 280988 h 284983"/>
              <a:gd name="connsiteX1" fmla="*/ 143467 w 1557930"/>
              <a:gd name="connsiteY1" fmla="*/ 257175 h 284983"/>
              <a:gd name="connsiteX2" fmla="*/ 214905 w 1557930"/>
              <a:gd name="connsiteY2" fmla="*/ 247650 h 284983"/>
              <a:gd name="connsiteX3" fmla="*/ 238717 w 1557930"/>
              <a:gd name="connsiteY3" fmla="*/ 238125 h 284983"/>
              <a:gd name="connsiteX4" fmla="*/ 253005 w 1557930"/>
              <a:gd name="connsiteY4" fmla="*/ 233363 h 284983"/>
              <a:gd name="connsiteX5" fmla="*/ 343492 w 1557930"/>
              <a:gd name="connsiteY5" fmla="*/ 228600 h 284983"/>
              <a:gd name="connsiteX6" fmla="*/ 419692 w 1557930"/>
              <a:gd name="connsiteY6" fmla="*/ 233363 h 284983"/>
              <a:gd name="connsiteX7" fmla="*/ 453030 w 1557930"/>
              <a:gd name="connsiteY7" fmla="*/ 238125 h 284983"/>
              <a:gd name="connsiteX8" fmla="*/ 510180 w 1557930"/>
              <a:gd name="connsiteY8" fmla="*/ 242888 h 284983"/>
              <a:gd name="connsiteX9" fmla="*/ 543517 w 1557930"/>
              <a:gd name="connsiteY9" fmla="*/ 252413 h 284983"/>
              <a:gd name="connsiteX10" fmla="*/ 567330 w 1557930"/>
              <a:gd name="connsiteY10" fmla="*/ 261938 h 284983"/>
              <a:gd name="connsiteX11" fmla="*/ 900705 w 1557930"/>
              <a:gd name="connsiteY11" fmla="*/ 276225 h 284983"/>
              <a:gd name="connsiteX12" fmla="*/ 986430 w 1557930"/>
              <a:gd name="connsiteY12" fmla="*/ 280988 h 284983"/>
              <a:gd name="connsiteX13" fmla="*/ 1491255 w 1557930"/>
              <a:gd name="connsiteY13" fmla="*/ 266700 h 284983"/>
              <a:gd name="connsiteX14" fmla="*/ 1543642 w 1557930"/>
              <a:gd name="connsiteY14" fmla="*/ 252413 h 284983"/>
              <a:gd name="connsiteX15" fmla="*/ 1557930 w 1557930"/>
              <a:gd name="connsiteY15" fmla="*/ 214313 h 284983"/>
              <a:gd name="connsiteX16" fmla="*/ 1553167 w 1557930"/>
              <a:gd name="connsiteY16" fmla="*/ 142875 h 284983"/>
              <a:gd name="connsiteX17" fmla="*/ 1548405 w 1557930"/>
              <a:gd name="connsiteY17" fmla="*/ 123825 h 284983"/>
              <a:gd name="connsiteX18" fmla="*/ 1543642 w 1557930"/>
              <a:gd name="connsiteY18" fmla="*/ 71438 h 284983"/>
              <a:gd name="connsiteX19" fmla="*/ 1538880 w 1557930"/>
              <a:gd name="connsiteY19" fmla="*/ 57150 h 284983"/>
              <a:gd name="connsiteX20" fmla="*/ 1505542 w 1557930"/>
              <a:gd name="connsiteY20" fmla="*/ 47625 h 284983"/>
              <a:gd name="connsiteX21" fmla="*/ 1386480 w 1557930"/>
              <a:gd name="connsiteY21" fmla="*/ 38100 h 284983"/>
              <a:gd name="connsiteX22" fmla="*/ 1372192 w 1557930"/>
              <a:gd name="connsiteY22" fmla="*/ 33338 h 284983"/>
              <a:gd name="connsiteX23" fmla="*/ 1338855 w 1557930"/>
              <a:gd name="connsiteY23" fmla="*/ 19050 h 284983"/>
              <a:gd name="connsiteX24" fmla="*/ 1276942 w 1557930"/>
              <a:gd name="connsiteY24" fmla="*/ 4763 h 284983"/>
              <a:gd name="connsiteX25" fmla="*/ 1262655 w 1557930"/>
              <a:gd name="connsiteY25" fmla="*/ 0 h 284983"/>
              <a:gd name="connsiteX26" fmla="*/ 1167405 w 1557930"/>
              <a:gd name="connsiteY26" fmla="*/ 9525 h 284983"/>
              <a:gd name="connsiteX27" fmla="*/ 1153117 w 1557930"/>
              <a:gd name="connsiteY27" fmla="*/ 28575 h 284983"/>
              <a:gd name="connsiteX28" fmla="*/ 1105492 w 1557930"/>
              <a:gd name="connsiteY28" fmla="*/ 61913 h 284983"/>
              <a:gd name="connsiteX29" fmla="*/ 919755 w 1557930"/>
              <a:gd name="connsiteY29" fmla="*/ 57150 h 284983"/>
              <a:gd name="connsiteX30" fmla="*/ 848317 w 1557930"/>
              <a:gd name="connsiteY30" fmla="*/ 52388 h 284983"/>
              <a:gd name="connsiteX31" fmla="*/ 448267 w 1557930"/>
              <a:gd name="connsiteY31" fmla="*/ 47625 h 284983"/>
              <a:gd name="connsiteX32" fmla="*/ 343492 w 1557930"/>
              <a:gd name="connsiteY32" fmla="*/ 38100 h 284983"/>
              <a:gd name="connsiteX33" fmla="*/ 310155 w 1557930"/>
              <a:gd name="connsiteY33" fmla="*/ 33338 h 284983"/>
              <a:gd name="connsiteX34" fmla="*/ 229192 w 1557930"/>
              <a:gd name="connsiteY34" fmla="*/ 23813 h 284983"/>
              <a:gd name="connsiteX35" fmla="*/ 176805 w 1557930"/>
              <a:gd name="connsiteY35" fmla="*/ 19050 h 284983"/>
              <a:gd name="connsiteX36" fmla="*/ 133942 w 1557930"/>
              <a:gd name="connsiteY36" fmla="*/ 14288 h 284983"/>
              <a:gd name="connsiteX37" fmla="*/ 43455 w 1557930"/>
              <a:gd name="connsiteY37" fmla="*/ 42863 h 284983"/>
              <a:gd name="connsiteX38" fmla="*/ 33930 w 1557930"/>
              <a:gd name="connsiteY38" fmla="*/ 76200 h 284983"/>
              <a:gd name="connsiteX39" fmla="*/ 29167 w 1557930"/>
              <a:gd name="connsiteY39" fmla="*/ 166688 h 284983"/>
              <a:gd name="connsiteX40" fmla="*/ 33930 w 1557930"/>
              <a:gd name="connsiteY40" fmla="*/ 233363 h 284983"/>
              <a:gd name="connsiteX41" fmla="*/ 10117 w 1557930"/>
              <a:gd name="connsiteY41" fmla="*/ 280988 h 28498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Lst>
            <a:rect l="l" t="t" r="r" b="b"/>
            <a:pathLst>
              <a:path w="1557930" h="284983">
                <a:moveTo>
                  <a:pt x="10117" y="280988"/>
                </a:moveTo>
                <a:cubicBezTo>
                  <a:pt x="28373" y="284957"/>
                  <a:pt x="-78676" y="294199"/>
                  <a:pt x="143467" y="257175"/>
                </a:cubicBezTo>
                <a:cubicBezTo>
                  <a:pt x="167164" y="253226"/>
                  <a:pt x="191092" y="250825"/>
                  <a:pt x="214905" y="247650"/>
                </a:cubicBezTo>
                <a:cubicBezTo>
                  <a:pt x="222842" y="244475"/>
                  <a:pt x="230712" y="241127"/>
                  <a:pt x="238717" y="238125"/>
                </a:cubicBezTo>
                <a:cubicBezTo>
                  <a:pt x="243418" y="236362"/>
                  <a:pt x="248005" y="233818"/>
                  <a:pt x="253005" y="233363"/>
                </a:cubicBezTo>
                <a:cubicBezTo>
                  <a:pt x="283085" y="230628"/>
                  <a:pt x="313330" y="230188"/>
                  <a:pt x="343492" y="228600"/>
                </a:cubicBezTo>
                <a:cubicBezTo>
                  <a:pt x="368892" y="230188"/>
                  <a:pt x="394338" y="231158"/>
                  <a:pt x="419692" y="233363"/>
                </a:cubicBezTo>
                <a:cubicBezTo>
                  <a:pt x="430875" y="234335"/>
                  <a:pt x="441866" y="236950"/>
                  <a:pt x="453030" y="238125"/>
                </a:cubicBezTo>
                <a:cubicBezTo>
                  <a:pt x="472041" y="240126"/>
                  <a:pt x="491130" y="241300"/>
                  <a:pt x="510180" y="242888"/>
                </a:cubicBezTo>
                <a:cubicBezTo>
                  <a:pt x="521292" y="246063"/>
                  <a:pt x="532553" y="248758"/>
                  <a:pt x="543517" y="252413"/>
                </a:cubicBezTo>
                <a:cubicBezTo>
                  <a:pt x="551627" y="255116"/>
                  <a:pt x="558897" y="260533"/>
                  <a:pt x="567330" y="261938"/>
                </a:cubicBezTo>
                <a:cubicBezTo>
                  <a:pt x="666944" y="278540"/>
                  <a:pt x="818150" y="274606"/>
                  <a:pt x="900705" y="276225"/>
                </a:cubicBezTo>
                <a:cubicBezTo>
                  <a:pt x="929280" y="277813"/>
                  <a:pt x="957811" y="280988"/>
                  <a:pt x="986430" y="280988"/>
                </a:cubicBezTo>
                <a:cubicBezTo>
                  <a:pt x="1236047" y="280988"/>
                  <a:pt x="1269827" y="277244"/>
                  <a:pt x="1491255" y="266700"/>
                </a:cubicBezTo>
                <a:cubicBezTo>
                  <a:pt x="1503751" y="264618"/>
                  <a:pt x="1532565" y="261908"/>
                  <a:pt x="1543642" y="252413"/>
                </a:cubicBezTo>
                <a:cubicBezTo>
                  <a:pt x="1551566" y="245621"/>
                  <a:pt x="1555620" y="223551"/>
                  <a:pt x="1557930" y="214313"/>
                </a:cubicBezTo>
                <a:cubicBezTo>
                  <a:pt x="1556342" y="190500"/>
                  <a:pt x="1555665" y="166609"/>
                  <a:pt x="1553167" y="142875"/>
                </a:cubicBezTo>
                <a:cubicBezTo>
                  <a:pt x="1552482" y="136366"/>
                  <a:pt x="1549270" y="130313"/>
                  <a:pt x="1548405" y="123825"/>
                </a:cubicBezTo>
                <a:cubicBezTo>
                  <a:pt x="1546088" y="106444"/>
                  <a:pt x="1546122" y="88796"/>
                  <a:pt x="1543642" y="71438"/>
                </a:cubicBezTo>
                <a:cubicBezTo>
                  <a:pt x="1542932" y="66468"/>
                  <a:pt x="1543137" y="59811"/>
                  <a:pt x="1538880" y="57150"/>
                </a:cubicBezTo>
                <a:cubicBezTo>
                  <a:pt x="1529079" y="51025"/>
                  <a:pt x="1517010" y="49059"/>
                  <a:pt x="1505542" y="47625"/>
                </a:cubicBezTo>
                <a:cubicBezTo>
                  <a:pt x="1466035" y="42687"/>
                  <a:pt x="1426167" y="41275"/>
                  <a:pt x="1386480" y="38100"/>
                </a:cubicBezTo>
                <a:cubicBezTo>
                  <a:pt x="1381717" y="36513"/>
                  <a:pt x="1376853" y="35202"/>
                  <a:pt x="1372192" y="33338"/>
                </a:cubicBezTo>
                <a:cubicBezTo>
                  <a:pt x="1360967" y="28848"/>
                  <a:pt x="1350435" y="22524"/>
                  <a:pt x="1338855" y="19050"/>
                </a:cubicBezTo>
                <a:cubicBezTo>
                  <a:pt x="1318568" y="12964"/>
                  <a:pt x="1297490" y="9900"/>
                  <a:pt x="1276942" y="4763"/>
                </a:cubicBezTo>
                <a:cubicBezTo>
                  <a:pt x="1272072" y="3545"/>
                  <a:pt x="1267417" y="1588"/>
                  <a:pt x="1262655" y="0"/>
                </a:cubicBezTo>
                <a:cubicBezTo>
                  <a:pt x="1230905" y="3175"/>
                  <a:pt x="1198280" y="1471"/>
                  <a:pt x="1167405" y="9525"/>
                </a:cubicBezTo>
                <a:cubicBezTo>
                  <a:pt x="1159724" y="11529"/>
                  <a:pt x="1158427" y="22675"/>
                  <a:pt x="1153117" y="28575"/>
                </a:cubicBezTo>
                <a:cubicBezTo>
                  <a:pt x="1124198" y="60707"/>
                  <a:pt x="1135528" y="54403"/>
                  <a:pt x="1105492" y="61913"/>
                </a:cubicBezTo>
                <a:lnTo>
                  <a:pt x="919755" y="57150"/>
                </a:lnTo>
                <a:cubicBezTo>
                  <a:pt x="895906" y="56267"/>
                  <a:pt x="872178" y="52870"/>
                  <a:pt x="848317" y="52388"/>
                </a:cubicBezTo>
                <a:lnTo>
                  <a:pt x="448267" y="47625"/>
                </a:lnTo>
                <a:cubicBezTo>
                  <a:pt x="416252" y="44957"/>
                  <a:pt x="375891" y="41912"/>
                  <a:pt x="343492" y="38100"/>
                </a:cubicBezTo>
                <a:cubicBezTo>
                  <a:pt x="332344" y="36788"/>
                  <a:pt x="321293" y="34730"/>
                  <a:pt x="310155" y="33338"/>
                </a:cubicBezTo>
                <a:lnTo>
                  <a:pt x="229192" y="23813"/>
                </a:lnTo>
                <a:cubicBezTo>
                  <a:pt x="211757" y="21945"/>
                  <a:pt x="194252" y="20795"/>
                  <a:pt x="176805" y="19050"/>
                </a:cubicBezTo>
                <a:cubicBezTo>
                  <a:pt x="162501" y="17620"/>
                  <a:pt x="148230" y="15875"/>
                  <a:pt x="133942" y="14288"/>
                </a:cubicBezTo>
                <a:cubicBezTo>
                  <a:pt x="30832" y="20016"/>
                  <a:pt x="56460" y="-9160"/>
                  <a:pt x="43455" y="42863"/>
                </a:cubicBezTo>
                <a:cubicBezTo>
                  <a:pt x="40652" y="54075"/>
                  <a:pt x="37105" y="65088"/>
                  <a:pt x="33930" y="76200"/>
                </a:cubicBezTo>
                <a:cubicBezTo>
                  <a:pt x="32342" y="106363"/>
                  <a:pt x="29167" y="136484"/>
                  <a:pt x="29167" y="166688"/>
                </a:cubicBezTo>
                <a:cubicBezTo>
                  <a:pt x="29167" y="188970"/>
                  <a:pt x="33002" y="211101"/>
                  <a:pt x="33930" y="233363"/>
                </a:cubicBezTo>
                <a:cubicBezTo>
                  <a:pt x="34591" y="249224"/>
                  <a:pt x="-8139" y="277019"/>
                  <a:pt x="10117" y="280988"/>
                </a:cubicBezTo>
                <a:close/>
              </a:path>
            </a:pathLst>
          </a:custGeom>
          <a:solidFill>
            <a:schemeClr val="bg1"/>
          </a:solid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s-419"/>
          </a:p>
        </p:txBody>
      </p:sp>
      <p:sp>
        <p:nvSpPr>
          <p:cNvPr id="51" name="TextBox 50">
            <a:extLst>
              <a:ext uri="{FF2B5EF4-FFF2-40B4-BE49-F238E27FC236}">
                <a16:creationId xmlns:a16="http://schemas.microsoft.com/office/drawing/2014/main" id="{E2378EAB-5685-60B0-EFC1-752DC584F5A9}"/>
              </a:ext>
            </a:extLst>
          </p:cNvPr>
          <p:cNvSpPr txBox="1"/>
          <p:nvPr/>
        </p:nvSpPr>
        <p:spPr>
          <a:xfrm>
            <a:off x="4921631" y="1923817"/>
            <a:ext cx="527709" cy="261610"/>
          </a:xfrm>
          <a:prstGeom prst="rect">
            <a:avLst/>
          </a:prstGeom>
          <a:noFill/>
        </p:spPr>
        <p:txBody>
          <a:bodyPr wrap="none" rtlCol="0">
            <a:spAutoFit/>
          </a:bodyPr>
          <a:lstStyle/>
          <a:p>
            <a:r>
              <a:rPr lang="pt-BR" sz="1100" b="1" i="1" dirty="0">
                <a:latin typeface="Momopresentation Updated 2" panose="02000503000000000000" pitchFamily="2" charset="0"/>
              </a:rPr>
              <a:t>Mère</a:t>
            </a:r>
            <a:endParaRPr lang="es-419" sz="1100" b="1" i="1" dirty="0">
              <a:latin typeface="Momopresentation Updated 2" panose="02000503000000000000" pitchFamily="2" charset="0"/>
            </a:endParaRPr>
          </a:p>
        </p:txBody>
      </p:sp>
      <p:sp>
        <p:nvSpPr>
          <p:cNvPr id="54" name="TextBox 53">
            <a:extLst>
              <a:ext uri="{FF2B5EF4-FFF2-40B4-BE49-F238E27FC236}">
                <a16:creationId xmlns:a16="http://schemas.microsoft.com/office/drawing/2014/main" id="{D8CFE944-D1CA-B234-3DA3-AB1B38FF864F}"/>
              </a:ext>
            </a:extLst>
          </p:cNvPr>
          <p:cNvSpPr txBox="1"/>
          <p:nvPr/>
        </p:nvSpPr>
        <p:spPr>
          <a:xfrm>
            <a:off x="5344268" y="1958254"/>
            <a:ext cx="1282723" cy="261610"/>
          </a:xfrm>
          <a:prstGeom prst="rect">
            <a:avLst/>
          </a:prstGeom>
          <a:noFill/>
        </p:spPr>
        <p:txBody>
          <a:bodyPr wrap="square" rtlCol="0">
            <a:spAutoFit/>
          </a:bodyPr>
          <a:lstStyle/>
          <a:p>
            <a:r>
              <a:rPr lang="pt-BR" sz="1100" b="1" i="1" dirty="0">
                <a:latin typeface="Momopresentation Updated 2" panose="02000503000000000000" pitchFamily="2" charset="0"/>
              </a:rPr>
              <a:t>Envie de manger</a:t>
            </a:r>
            <a:endParaRPr lang="es-419" sz="1100" b="1" i="1" dirty="0">
              <a:latin typeface="Momopresentation Updated 2" panose="02000503000000000000" pitchFamily="2" charset="0"/>
            </a:endParaRPr>
          </a:p>
        </p:txBody>
      </p:sp>
      <p:sp>
        <p:nvSpPr>
          <p:cNvPr id="57" name="Freeform: Shape 56">
            <a:extLst>
              <a:ext uri="{FF2B5EF4-FFF2-40B4-BE49-F238E27FC236}">
                <a16:creationId xmlns:a16="http://schemas.microsoft.com/office/drawing/2014/main" id="{18E52020-D203-E4C6-9C76-D63564CC6982}"/>
              </a:ext>
            </a:extLst>
          </p:cNvPr>
          <p:cNvSpPr/>
          <p:nvPr/>
        </p:nvSpPr>
        <p:spPr>
          <a:xfrm>
            <a:off x="955675" y="4594225"/>
            <a:ext cx="882871" cy="241300"/>
          </a:xfrm>
          <a:custGeom>
            <a:avLst/>
            <a:gdLst>
              <a:gd name="connsiteX0" fmla="*/ 282575 w 882871"/>
              <a:gd name="connsiteY0" fmla="*/ 184150 h 241300"/>
              <a:gd name="connsiteX1" fmla="*/ 349250 w 882871"/>
              <a:gd name="connsiteY1" fmla="*/ 196850 h 241300"/>
              <a:gd name="connsiteX2" fmla="*/ 355600 w 882871"/>
              <a:gd name="connsiteY2" fmla="*/ 206375 h 241300"/>
              <a:gd name="connsiteX3" fmla="*/ 352425 w 882871"/>
              <a:gd name="connsiteY3" fmla="*/ 219075 h 241300"/>
              <a:gd name="connsiteX4" fmla="*/ 349250 w 882871"/>
              <a:gd name="connsiteY4" fmla="*/ 228600 h 241300"/>
              <a:gd name="connsiteX5" fmla="*/ 355600 w 882871"/>
              <a:gd name="connsiteY5" fmla="*/ 241300 h 241300"/>
              <a:gd name="connsiteX6" fmla="*/ 384175 w 882871"/>
              <a:gd name="connsiteY6" fmla="*/ 231775 h 241300"/>
              <a:gd name="connsiteX7" fmla="*/ 387350 w 882871"/>
              <a:gd name="connsiteY7" fmla="*/ 219075 h 241300"/>
              <a:gd name="connsiteX8" fmla="*/ 403225 w 882871"/>
              <a:gd name="connsiteY8" fmla="*/ 206375 h 241300"/>
              <a:gd name="connsiteX9" fmla="*/ 428625 w 882871"/>
              <a:gd name="connsiteY9" fmla="*/ 196850 h 241300"/>
              <a:gd name="connsiteX10" fmla="*/ 450850 w 882871"/>
              <a:gd name="connsiteY10" fmla="*/ 193675 h 241300"/>
              <a:gd name="connsiteX11" fmla="*/ 466725 w 882871"/>
              <a:gd name="connsiteY11" fmla="*/ 190500 h 241300"/>
              <a:gd name="connsiteX12" fmla="*/ 863600 w 882871"/>
              <a:gd name="connsiteY12" fmla="*/ 184150 h 241300"/>
              <a:gd name="connsiteX13" fmla="*/ 869950 w 882871"/>
              <a:gd name="connsiteY13" fmla="*/ 171450 h 241300"/>
              <a:gd name="connsiteX14" fmla="*/ 882650 w 882871"/>
              <a:gd name="connsiteY14" fmla="*/ 104775 h 241300"/>
              <a:gd name="connsiteX15" fmla="*/ 876300 w 882871"/>
              <a:gd name="connsiteY15" fmla="*/ 76200 h 241300"/>
              <a:gd name="connsiteX16" fmla="*/ 847725 w 882871"/>
              <a:gd name="connsiteY16" fmla="*/ 66675 h 241300"/>
              <a:gd name="connsiteX17" fmla="*/ 727075 w 882871"/>
              <a:gd name="connsiteY17" fmla="*/ 63500 h 241300"/>
              <a:gd name="connsiteX18" fmla="*/ 698500 w 882871"/>
              <a:gd name="connsiteY18" fmla="*/ 57150 h 241300"/>
              <a:gd name="connsiteX19" fmla="*/ 673100 w 882871"/>
              <a:gd name="connsiteY19" fmla="*/ 53975 h 241300"/>
              <a:gd name="connsiteX20" fmla="*/ 625475 w 882871"/>
              <a:gd name="connsiteY20" fmla="*/ 19050 h 241300"/>
              <a:gd name="connsiteX21" fmla="*/ 612775 w 882871"/>
              <a:gd name="connsiteY21" fmla="*/ 12700 h 241300"/>
              <a:gd name="connsiteX22" fmla="*/ 581025 w 882871"/>
              <a:gd name="connsiteY22" fmla="*/ 15875 h 241300"/>
              <a:gd name="connsiteX23" fmla="*/ 574675 w 882871"/>
              <a:gd name="connsiteY23" fmla="*/ 25400 h 241300"/>
              <a:gd name="connsiteX24" fmla="*/ 561975 w 882871"/>
              <a:gd name="connsiteY24" fmla="*/ 34925 h 241300"/>
              <a:gd name="connsiteX25" fmla="*/ 485775 w 882871"/>
              <a:gd name="connsiteY25" fmla="*/ 31750 h 241300"/>
              <a:gd name="connsiteX26" fmla="*/ 473075 w 882871"/>
              <a:gd name="connsiteY26" fmla="*/ 28575 h 241300"/>
              <a:gd name="connsiteX27" fmla="*/ 434975 w 882871"/>
              <a:gd name="connsiteY27" fmla="*/ 22225 h 241300"/>
              <a:gd name="connsiteX28" fmla="*/ 358775 w 882871"/>
              <a:gd name="connsiteY28" fmla="*/ 25400 h 241300"/>
              <a:gd name="connsiteX29" fmla="*/ 336550 w 882871"/>
              <a:gd name="connsiteY29" fmla="*/ 22225 h 241300"/>
              <a:gd name="connsiteX30" fmla="*/ 307975 w 882871"/>
              <a:gd name="connsiteY30" fmla="*/ 6350 h 241300"/>
              <a:gd name="connsiteX31" fmla="*/ 292100 w 882871"/>
              <a:gd name="connsiteY31" fmla="*/ 0 h 241300"/>
              <a:gd name="connsiteX32" fmla="*/ 269875 w 882871"/>
              <a:gd name="connsiteY32" fmla="*/ 19050 h 241300"/>
              <a:gd name="connsiteX33" fmla="*/ 177800 w 882871"/>
              <a:gd name="connsiteY33" fmla="*/ 22225 h 241300"/>
              <a:gd name="connsiteX34" fmla="*/ 127000 w 882871"/>
              <a:gd name="connsiteY34" fmla="*/ 9525 h 241300"/>
              <a:gd name="connsiteX35" fmla="*/ 76200 w 882871"/>
              <a:gd name="connsiteY35" fmla="*/ 19050 h 241300"/>
              <a:gd name="connsiteX36" fmla="*/ 6350 w 882871"/>
              <a:gd name="connsiteY36" fmla="*/ 53975 h 241300"/>
              <a:gd name="connsiteX37" fmla="*/ 0 w 882871"/>
              <a:gd name="connsiteY37" fmla="*/ 73025 h 241300"/>
              <a:gd name="connsiteX38" fmla="*/ 3175 w 882871"/>
              <a:gd name="connsiteY38" fmla="*/ 95250 h 241300"/>
              <a:gd name="connsiteX39" fmla="*/ 6350 w 882871"/>
              <a:gd name="connsiteY39" fmla="*/ 111125 h 241300"/>
              <a:gd name="connsiteX40" fmla="*/ 9525 w 882871"/>
              <a:gd name="connsiteY40" fmla="*/ 139700 h 241300"/>
              <a:gd name="connsiteX41" fmla="*/ 15875 w 882871"/>
              <a:gd name="connsiteY41" fmla="*/ 152400 h 241300"/>
              <a:gd name="connsiteX42" fmla="*/ 38100 w 882871"/>
              <a:gd name="connsiteY42" fmla="*/ 177800 h 241300"/>
              <a:gd name="connsiteX43" fmla="*/ 73025 w 882871"/>
              <a:gd name="connsiteY43" fmla="*/ 187325 h 241300"/>
              <a:gd name="connsiteX44" fmla="*/ 222250 w 882871"/>
              <a:gd name="connsiteY44" fmla="*/ 187325 h 241300"/>
              <a:gd name="connsiteX45" fmla="*/ 234950 w 882871"/>
              <a:gd name="connsiteY45" fmla="*/ 190500 h 241300"/>
              <a:gd name="connsiteX46" fmla="*/ 282575 w 882871"/>
              <a:gd name="connsiteY46" fmla="*/ 184150 h 2413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Lst>
            <a:rect l="l" t="t" r="r" b="b"/>
            <a:pathLst>
              <a:path w="882871" h="241300">
                <a:moveTo>
                  <a:pt x="282575" y="184150"/>
                </a:moveTo>
                <a:cubicBezTo>
                  <a:pt x="301625" y="185208"/>
                  <a:pt x="327723" y="182499"/>
                  <a:pt x="349250" y="196850"/>
                </a:cubicBezTo>
                <a:cubicBezTo>
                  <a:pt x="352425" y="198967"/>
                  <a:pt x="353483" y="203200"/>
                  <a:pt x="355600" y="206375"/>
                </a:cubicBezTo>
                <a:cubicBezTo>
                  <a:pt x="354542" y="210608"/>
                  <a:pt x="353624" y="214879"/>
                  <a:pt x="352425" y="219075"/>
                </a:cubicBezTo>
                <a:cubicBezTo>
                  <a:pt x="351506" y="222293"/>
                  <a:pt x="348777" y="225287"/>
                  <a:pt x="349250" y="228600"/>
                </a:cubicBezTo>
                <a:cubicBezTo>
                  <a:pt x="349919" y="233285"/>
                  <a:pt x="353483" y="237067"/>
                  <a:pt x="355600" y="241300"/>
                </a:cubicBezTo>
                <a:cubicBezTo>
                  <a:pt x="365125" y="238125"/>
                  <a:pt x="375950" y="237533"/>
                  <a:pt x="384175" y="231775"/>
                </a:cubicBezTo>
                <a:cubicBezTo>
                  <a:pt x="387750" y="229273"/>
                  <a:pt x="384732" y="222566"/>
                  <a:pt x="387350" y="219075"/>
                </a:cubicBezTo>
                <a:cubicBezTo>
                  <a:pt x="391416" y="213654"/>
                  <a:pt x="397414" y="209862"/>
                  <a:pt x="403225" y="206375"/>
                </a:cubicBezTo>
                <a:cubicBezTo>
                  <a:pt x="404240" y="205766"/>
                  <a:pt x="424244" y="197726"/>
                  <a:pt x="428625" y="196850"/>
                </a:cubicBezTo>
                <a:cubicBezTo>
                  <a:pt x="435963" y="195382"/>
                  <a:pt x="443468" y="194905"/>
                  <a:pt x="450850" y="193675"/>
                </a:cubicBezTo>
                <a:cubicBezTo>
                  <a:pt x="456173" y="192788"/>
                  <a:pt x="461330" y="190625"/>
                  <a:pt x="466725" y="190500"/>
                </a:cubicBezTo>
                <a:lnTo>
                  <a:pt x="863600" y="184150"/>
                </a:lnTo>
                <a:cubicBezTo>
                  <a:pt x="865717" y="179917"/>
                  <a:pt x="868845" y="176052"/>
                  <a:pt x="869950" y="171450"/>
                </a:cubicBezTo>
                <a:cubicBezTo>
                  <a:pt x="875230" y="149450"/>
                  <a:pt x="881145" y="127349"/>
                  <a:pt x="882650" y="104775"/>
                </a:cubicBezTo>
                <a:cubicBezTo>
                  <a:pt x="883299" y="95039"/>
                  <a:pt x="882893" y="83393"/>
                  <a:pt x="876300" y="76200"/>
                </a:cubicBezTo>
                <a:cubicBezTo>
                  <a:pt x="869516" y="68799"/>
                  <a:pt x="857729" y="67526"/>
                  <a:pt x="847725" y="66675"/>
                </a:cubicBezTo>
                <a:cubicBezTo>
                  <a:pt x="807639" y="63263"/>
                  <a:pt x="767292" y="64558"/>
                  <a:pt x="727075" y="63500"/>
                </a:cubicBezTo>
                <a:cubicBezTo>
                  <a:pt x="717550" y="61383"/>
                  <a:pt x="708109" y="58846"/>
                  <a:pt x="698500" y="57150"/>
                </a:cubicBezTo>
                <a:cubicBezTo>
                  <a:pt x="690097" y="55667"/>
                  <a:pt x="680990" y="57224"/>
                  <a:pt x="673100" y="53975"/>
                </a:cubicBezTo>
                <a:cubicBezTo>
                  <a:pt x="651162" y="44942"/>
                  <a:pt x="643561" y="31710"/>
                  <a:pt x="625475" y="19050"/>
                </a:cubicBezTo>
                <a:cubicBezTo>
                  <a:pt x="621598" y="16336"/>
                  <a:pt x="617008" y="14817"/>
                  <a:pt x="612775" y="12700"/>
                </a:cubicBezTo>
                <a:cubicBezTo>
                  <a:pt x="602192" y="13758"/>
                  <a:pt x="591115" y="12512"/>
                  <a:pt x="581025" y="15875"/>
                </a:cubicBezTo>
                <a:cubicBezTo>
                  <a:pt x="577405" y="17082"/>
                  <a:pt x="577373" y="22702"/>
                  <a:pt x="574675" y="25400"/>
                </a:cubicBezTo>
                <a:cubicBezTo>
                  <a:pt x="570933" y="29142"/>
                  <a:pt x="566208" y="31750"/>
                  <a:pt x="561975" y="34925"/>
                </a:cubicBezTo>
                <a:cubicBezTo>
                  <a:pt x="536575" y="33867"/>
                  <a:pt x="511132" y="33561"/>
                  <a:pt x="485775" y="31750"/>
                </a:cubicBezTo>
                <a:cubicBezTo>
                  <a:pt x="481422" y="31439"/>
                  <a:pt x="477368" y="29356"/>
                  <a:pt x="473075" y="28575"/>
                </a:cubicBezTo>
                <a:cubicBezTo>
                  <a:pt x="386435" y="12822"/>
                  <a:pt x="500786" y="35387"/>
                  <a:pt x="434975" y="22225"/>
                </a:cubicBezTo>
                <a:cubicBezTo>
                  <a:pt x="409575" y="23283"/>
                  <a:pt x="384197" y="25400"/>
                  <a:pt x="358775" y="25400"/>
                </a:cubicBezTo>
                <a:cubicBezTo>
                  <a:pt x="351291" y="25400"/>
                  <a:pt x="343557" y="24853"/>
                  <a:pt x="336550" y="22225"/>
                </a:cubicBezTo>
                <a:cubicBezTo>
                  <a:pt x="326348" y="18399"/>
                  <a:pt x="317721" y="11223"/>
                  <a:pt x="307975" y="6350"/>
                </a:cubicBezTo>
                <a:cubicBezTo>
                  <a:pt x="302877" y="3801"/>
                  <a:pt x="297392" y="2117"/>
                  <a:pt x="292100" y="0"/>
                </a:cubicBezTo>
                <a:cubicBezTo>
                  <a:pt x="284692" y="6350"/>
                  <a:pt x="277681" y="13196"/>
                  <a:pt x="269875" y="19050"/>
                </a:cubicBezTo>
                <a:cubicBezTo>
                  <a:pt x="238936" y="42254"/>
                  <a:pt x="232099" y="26750"/>
                  <a:pt x="177800" y="22225"/>
                </a:cubicBezTo>
                <a:cubicBezTo>
                  <a:pt x="162188" y="17021"/>
                  <a:pt x="140703" y="9525"/>
                  <a:pt x="127000" y="9525"/>
                </a:cubicBezTo>
                <a:cubicBezTo>
                  <a:pt x="109772" y="9525"/>
                  <a:pt x="93133" y="15875"/>
                  <a:pt x="76200" y="19050"/>
                </a:cubicBezTo>
                <a:cubicBezTo>
                  <a:pt x="52917" y="30692"/>
                  <a:pt x="14582" y="29279"/>
                  <a:pt x="6350" y="53975"/>
                </a:cubicBezTo>
                <a:lnTo>
                  <a:pt x="0" y="73025"/>
                </a:lnTo>
                <a:cubicBezTo>
                  <a:pt x="1058" y="80433"/>
                  <a:pt x="1945" y="87868"/>
                  <a:pt x="3175" y="95250"/>
                </a:cubicBezTo>
                <a:cubicBezTo>
                  <a:pt x="4062" y="100573"/>
                  <a:pt x="5587" y="105783"/>
                  <a:pt x="6350" y="111125"/>
                </a:cubicBezTo>
                <a:cubicBezTo>
                  <a:pt x="7705" y="120612"/>
                  <a:pt x="7370" y="130362"/>
                  <a:pt x="9525" y="139700"/>
                </a:cubicBezTo>
                <a:cubicBezTo>
                  <a:pt x="10589" y="144312"/>
                  <a:pt x="13527" y="148291"/>
                  <a:pt x="15875" y="152400"/>
                </a:cubicBezTo>
                <a:cubicBezTo>
                  <a:pt x="20926" y="161240"/>
                  <a:pt x="30215" y="172782"/>
                  <a:pt x="38100" y="177800"/>
                </a:cubicBezTo>
                <a:cubicBezTo>
                  <a:pt x="45485" y="182500"/>
                  <a:pt x="64119" y="185544"/>
                  <a:pt x="73025" y="187325"/>
                </a:cubicBezTo>
                <a:cubicBezTo>
                  <a:pt x="137421" y="180170"/>
                  <a:pt x="109498" y="181956"/>
                  <a:pt x="222250" y="187325"/>
                </a:cubicBezTo>
                <a:cubicBezTo>
                  <a:pt x="226609" y="187533"/>
                  <a:pt x="230604" y="190105"/>
                  <a:pt x="234950" y="190500"/>
                </a:cubicBezTo>
                <a:cubicBezTo>
                  <a:pt x="242328" y="191171"/>
                  <a:pt x="263525" y="183092"/>
                  <a:pt x="282575" y="184150"/>
                </a:cubicBezTo>
                <a:close/>
              </a:path>
            </a:pathLst>
          </a:custGeom>
          <a:solidFill>
            <a:schemeClr val="bg1"/>
          </a:solid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s-419"/>
          </a:p>
        </p:txBody>
      </p:sp>
      <p:sp>
        <p:nvSpPr>
          <p:cNvPr id="56" name="TextBox 55">
            <a:extLst>
              <a:ext uri="{FF2B5EF4-FFF2-40B4-BE49-F238E27FC236}">
                <a16:creationId xmlns:a16="http://schemas.microsoft.com/office/drawing/2014/main" id="{BC3B7B28-7DA6-A2D2-2072-8434AC471F91}"/>
              </a:ext>
            </a:extLst>
          </p:cNvPr>
          <p:cNvSpPr txBox="1"/>
          <p:nvPr/>
        </p:nvSpPr>
        <p:spPr>
          <a:xfrm>
            <a:off x="825500" y="4584343"/>
            <a:ext cx="934612" cy="261610"/>
          </a:xfrm>
          <a:prstGeom prst="rect">
            <a:avLst/>
          </a:prstGeom>
          <a:noFill/>
        </p:spPr>
        <p:txBody>
          <a:bodyPr wrap="square" rtlCol="0">
            <a:spAutoFit/>
          </a:bodyPr>
          <a:lstStyle/>
          <a:p>
            <a:r>
              <a:rPr lang="pt-BR" sz="1100" b="1" i="1" dirty="0">
                <a:latin typeface="Momopresentation Updated 2" panose="02000503000000000000" pitchFamily="2" charset="0"/>
              </a:rPr>
              <a:t>Nourriture</a:t>
            </a:r>
            <a:endParaRPr lang="es-419" sz="1100" b="1" i="1" dirty="0">
              <a:latin typeface="Momopresentation Updated 2" panose="02000503000000000000" pitchFamily="2" charset="0"/>
            </a:endParaRPr>
          </a:p>
        </p:txBody>
      </p:sp>
      <p:sp>
        <p:nvSpPr>
          <p:cNvPr id="58" name="Freeform: Shape 57">
            <a:extLst>
              <a:ext uri="{FF2B5EF4-FFF2-40B4-BE49-F238E27FC236}">
                <a16:creationId xmlns:a16="http://schemas.microsoft.com/office/drawing/2014/main" id="{0A37A0EF-01C6-3CAF-0DC8-B07041CD25E6}"/>
              </a:ext>
            </a:extLst>
          </p:cNvPr>
          <p:cNvSpPr/>
          <p:nvPr/>
        </p:nvSpPr>
        <p:spPr>
          <a:xfrm>
            <a:off x="3219450" y="4467225"/>
            <a:ext cx="146892" cy="269923"/>
          </a:xfrm>
          <a:custGeom>
            <a:avLst/>
            <a:gdLst>
              <a:gd name="connsiteX0" fmla="*/ 139700 w 146892"/>
              <a:gd name="connsiteY0" fmla="*/ 266700 h 269923"/>
              <a:gd name="connsiteX1" fmla="*/ 139700 w 146892"/>
              <a:gd name="connsiteY1" fmla="*/ 180975 h 269923"/>
              <a:gd name="connsiteX2" fmla="*/ 133350 w 146892"/>
              <a:gd name="connsiteY2" fmla="*/ 161925 h 269923"/>
              <a:gd name="connsiteX3" fmla="*/ 123825 w 146892"/>
              <a:gd name="connsiteY3" fmla="*/ 149225 h 269923"/>
              <a:gd name="connsiteX4" fmla="*/ 120650 w 146892"/>
              <a:gd name="connsiteY4" fmla="*/ 139700 h 269923"/>
              <a:gd name="connsiteX5" fmla="*/ 123825 w 146892"/>
              <a:gd name="connsiteY5" fmla="*/ 117475 h 269923"/>
              <a:gd name="connsiteX6" fmla="*/ 133350 w 146892"/>
              <a:gd name="connsiteY6" fmla="*/ 104775 h 269923"/>
              <a:gd name="connsiteX7" fmla="*/ 142875 w 146892"/>
              <a:gd name="connsiteY7" fmla="*/ 88900 h 269923"/>
              <a:gd name="connsiteX8" fmla="*/ 142875 w 146892"/>
              <a:gd name="connsiteY8" fmla="*/ 19050 h 269923"/>
              <a:gd name="connsiteX9" fmla="*/ 130175 w 146892"/>
              <a:gd name="connsiteY9" fmla="*/ 9525 h 269923"/>
              <a:gd name="connsiteX10" fmla="*/ 111125 w 146892"/>
              <a:gd name="connsiteY10" fmla="*/ 0 h 269923"/>
              <a:gd name="connsiteX11" fmla="*/ 79375 w 146892"/>
              <a:gd name="connsiteY11" fmla="*/ 22225 h 269923"/>
              <a:gd name="connsiteX12" fmla="*/ 63500 w 146892"/>
              <a:gd name="connsiteY12" fmla="*/ 19050 h 269923"/>
              <a:gd name="connsiteX13" fmla="*/ 53975 w 146892"/>
              <a:gd name="connsiteY13" fmla="*/ 12700 h 269923"/>
              <a:gd name="connsiteX14" fmla="*/ 41275 w 146892"/>
              <a:gd name="connsiteY14" fmla="*/ 9525 h 269923"/>
              <a:gd name="connsiteX15" fmla="*/ 25400 w 146892"/>
              <a:gd name="connsiteY15" fmla="*/ 3175 h 269923"/>
              <a:gd name="connsiteX16" fmla="*/ 6350 w 146892"/>
              <a:gd name="connsiteY16" fmla="*/ 9525 h 269923"/>
              <a:gd name="connsiteX17" fmla="*/ 3175 w 146892"/>
              <a:gd name="connsiteY17" fmla="*/ 28575 h 269923"/>
              <a:gd name="connsiteX18" fmla="*/ 0 w 146892"/>
              <a:gd name="connsiteY18" fmla="*/ 44450 h 269923"/>
              <a:gd name="connsiteX19" fmla="*/ 3175 w 146892"/>
              <a:gd name="connsiteY19" fmla="*/ 98425 h 269923"/>
              <a:gd name="connsiteX20" fmla="*/ 6350 w 146892"/>
              <a:gd name="connsiteY20" fmla="*/ 168275 h 269923"/>
              <a:gd name="connsiteX21" fmla="*/ 12700 w 146892"/>
              <a:gd name="connsiteY21" fmla="*/ 231775 h 269923"/>
              <a:gd name="connsiteX22" fmla="*/ 22225 w 146892"/>
              <a:gd name="connsiteY22" fmla="*/ 241300 h 269923"/>
              <a:gd name="connsiteX23" fmla="*/ 38100 w 146892"/>
              <a:gd name="connsiteY23" fmla="*/ 257175 h 269923"/>
              <a:gd name="connsiteX24" fmla="*/ 60325 w 146892"/>
              <a:gd name="connsiteY24" fmla="*/ 238125 h 269923"/>
              <a:gd name="connsiteX25" fmla="*/ 88900 w 146892"/>
              <a:gd name="connsiteY25" fmla="*/ 244475 h 269923"/>
              <a:gd name="connsiteX26" fmla="*/ 98425 w 146892"/>
              <a:gd name="connsiteY26" fmla="*/ 250825 h 269923"/>
              <a:gd name="connsiteX27" fmla="*/ 139700 w 146892"/>
              <a:gd name="connsiteY27" fmla="*/ 266700 h 26992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Lst>
            <a:rect l="l" t="t" r="r" b="b"/>
            <a:pathLst>
              <a:path w="146892" h="269923">
                <a:moveTo>
                  <a:pt x="139700" y="266700"/>
                </a:moveTo>
                <a:cubicBezTo>
                  <a:pt x="146579" y="255058"/>
                  <a:pt x="145450" y="223140"/>
                  <a:pt x="139700" y="180975"/>
                </a:cubicBezTo>
                <a:cubicBezTo>
                  <a:pt x="138796" y="174343"/>
                  <a:pt x="137366" y="167280"/>
                  <a:pt x="133350" y="161925"/>
                </a:cubicBezTo>
                <a:lnTo>
                  <a:pt x="123825" y="149225"/>
                </a:lnTo>
                <a:cubicBezTo>
                  <a:pt x="122767" y="146050"/>
                  <a:pt x="120650" y="143047"/>
                  <a:pt x="120650" y="139700"/>
                </a:cubicBezTo>
                <a:cubicBezTo>
                  <a:pt x="120650" y="132216"/>
                  <a:pt x="121268" y="124508"/>
                  <a:pt x="123825" y="117475"/>
                </a:cubicBezTo>
                <a:cubicBezTo>
                  <a:pt x="125633" y="112502"/>
                  <a:pt x="130415" y="109178"/>
                  <a:pt x="133350" y="104775"/>
                </a:cubicBezTo>
                <a:cubicBezTo>
                  <a:pt x="136773" y="99640"/>
                  <a:pt x="139700" y="94192"/>
                  <a:pt x="142875" y="88900"/>
                </a:cubicBezTo>
                <a:cubicBezTo>
                  <a:pt x="145872" y="64924"/>
                  <a:pt x="150175" y="43871"/>
                  <a:pt x="142875" y="19050"/>
                </a:cubicBezTo>
                <a:cubicBezTo>
                  <a:pt x="141382" y="13973"/>
                  <a:pt x="134481" y="12601"/>
                  <a:pt x="130175" y="9525"/>
                </a:cubicBezTo>
                <a:cubicBezTo>
                  <a:pt x="119404" y="1831"/>
                  <a:pt x="122921" y="3932"/>
                  <a:pt x="111125" y="0"/>
                </a:cubicBezTo>
                <a:cubicBezTo>
                  <a:pt x="106307" y="3854"/>
                  <a:pt x="86604" y="20779"/>
                  <a:pt x="79375" y="22225"/>
                </a:cubicBezTo>
                <a:lnTo>
                  <a:pt x="63500" y="19050"/>
                </a:lnTo>
                <a:cubicBezTo>
                  <a:pt x="60325" y="16933"/>
                  <a:pt x="57482" y="14203"/>
                  <a:pt x="53975" y="12700"/>
                </a:cubicBezTo>
                <a:cubicBezTo>
                  <a:pt x="49964" y="10981"/>
                  <a:pt x="45415" y="10905"/>
                  <a:pt x="41275" y="9525"/>
                </a:cubicBezTo>
                <a:cubicBezTo>
                  <a:pt x="35868" y="7723"/>
                  <a:pt x="30692" y="5292"/>
                  <a:pt x="25400" y="3175"/>
                </a:cubicBezTo>
                <a:cubicBezTo>
                  <a:pt x="19050" y="5292"/>
                  <a:pt x="10758" y="4488"/>
                  <a:pt x="6350" y="9525"/>
                </a:cubicBezTo>
                <a:cubicBezTo>
                  <a:pt x="2111" y="14370"/>
                  <a:pt x="4327" y="22241"/>
                  <a:pt x="3175" y="28575"/>
                </a:cubicBezTo>
                <a:cubicBezTo>
                  <a:pt x="2210" y="33884"/>
                  <a:pt x="1058" y="39158"/>
                  <a:pt x="0" y="44450"/>
                </a:cubicBezTo>
                <a:cubicBezTo>
                  <a:pt x="1058" y="62442"/>
                  <a:pt x="2252" y="80426"/>
                  <a:pt x="3175" y="98425"/>
                </a:cubicBezTo>
                <a:cubicBezTo>
                  <a:pt x="4369" y="121702"/>
                  <a:pt x="4689" y="145027"/>
                  <a:pt x="6350" y="168275"/>
                </a:cubicBezTo>
                <a:cubicBezTo>
                  <a:pt x="7866" y="189493"/>
                  <a:pt x="8181" y="210988"/>
                  <a:pt x="12700" y="231775"/>
                </a:cubicBezTo>
                <a:cubicBezTo>
                  <a:pt x="13654" y="236163"/>
                  <a:pt x="19350" y="237851"/>
                  <a:pt x="22225" y="241300"/>
                </a:cubicBezTo>
                <a:cubicBezTo>
                  <a:pt x="35454" y="257175"/>
                  <a:pt x="20638" y="245533"/>
                  <a:pt x="38100" y="257175"/>
                </a:cubicBezTo>
                <a:cubicBezTo>
                  <a:pt x="39274" y="256001"/>
                  <a:pt x="54885" y="238729"/>
                  <a:pt x="60325" y="238125"/>
                </a:cubicBezTo>
                <a:cubicBezTo>
                  <a:pt x="64316" y="237682"/>
                  <a:pt x="82813" y="241431"/>
                  <a:pt x="88900" y="244475"/>
                </a:cubicBezTo>
                <a:cubicBezTo>
                  <a:pt x="92313" y="246182"/>
                  <a:pt x="94918" y="249322"/>
                  <a:pt x="98425" y="250825"/>
                </a:cubicBezTo>
                <a:cubicBezTo>
                  <a:pt x="108229" y="255027"/>
                  <a:pt x="132821" y="278342"/>
                  <a:pt x="139700" y="266700"/>
                </a:cubicBezTo>
                <a:close/>
              </a:path>
            </a:pathLst>
          </a:custGeom>
          <a:solidFill>
            <a:schemeClr val="bg1"/>
          </a:solid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s-419"/>
          </a:p>
        </p:txBody>
      </p:sp>
      <p:sp>
        <p:nvSpPr>
          <p:cNvPr id="59" name="Freeform: Shape 58">
            <a:extLst>
              <a:ext uri="{FF2B5EF4-FFF2-40B4-BE49-F238E27FC236}">
                <a16:creationId xmlns:a16="http://schemas.microsoft.com/office/drawing/2014/main" id="{AFCEFD32-E8FC-F602-70B5-20C33BC76374}"/>
              </a:ext>
            </a:extLst>
          </p:cNvPr>
          <p:cNvSpPr/>
          <p:nvPr/>
        </p:nvSpPr>
        <p:spPr>
          <a:xfrm>
            <a:off x="3235325" y="4809433"/>
            <a:ext cx="146050" cy="245924"/>
          </a:xfrm>
          <a:custGeom>
            <a:avLst/>
            <a:gdLst>
              <a:gd name="connsiteX0" fmla="*/ 38100 w 146050"/>
              <a:gd name="connsiteY0" fmla="*/ 245167 h 245924"/>
              <a:gd name="connsiteX1" fmla="*/ 66675 w 146050"/>
              <a:gd name="connsiteY1" fmla="*/ 232467 h 245924"/>
              <a:gd name="connsiteX2" fmla="*/ 79375 w 146050"/>
              <a:gd name="connsiteY2" fmla="*/ 210242 h 245924"/>
              <a:gd name="connsiteX3" fmla="*/ 85725 w 146050"/>
              <a:gd name="connsiteY3" fmla="*/ 200717 h 245924"/>
              <a:gd name="connsiteX4" fmla="*/ 92075 w 146050"/>
              <a:gd name="connsiteY4" fmla="*/ 188017 h 245924"/>
              <a:gd name="connsiteX5" fmla="*/ 101600 w 146050"/>
              <a:gd name="connsiteY5" fmla="*/ 178492 h 245924"/>
              <a:gd name="connsiteX6" fmla="*/ 107950 w 146050"/>
              <a:gd name="connsiteY6" fmla="*/ 168967 h 245924"/>
              <a:gd name="connsiteX7" fmla="*/ 123825 w 146050"/>
              <a:gd name="connsiteY7" fmla="*/ 146742 h 245924"/>
              <a:gd name="connsiteX8" fmla="*/ 133350 w 146050"/>
              <a:gd name="connsiteY8" fmla="*/ 121342 h 245924"/>
              <a:gd name="connsiteX9" fmla="*/ 139700 w 146050"/>
              <a:gd name="connsiteY9" fmla="*/ 108642 h 245924"/>
              <a:gd name="connsiteX10" fmla="*/ 146050 w 146050"/>
              <a:gd name="connsiteY10" fmla="*/ 92767 h 245924"/>
              <a:gd name="connsiteX11" fmla="*/ 127000 w 146050"/>
              <a:gd name="connsiteY11" fmla="*/ 32442 h 245924"/>
              <a:gd name="connsiteX12" fmla="*/ 114300 w 146050"/>
              <a:gd name="connsiteY12" fmla="*/ 26092 h 245924"/>
              <a:gd name="connsiteX13" fmla="*/ 104775 w 146050"/>
              <a:gd name="connsiteY13" fmla="*/ 22917 h 245924"/>
              <a:gd name="connsiteX14" fmla="*/ 76200 w 146050"/>
              <a:gd name="connsiteY14" fmla="*/ 10217 h 245924"/>
              <a:gd name="connsiteX15" fmla="*/ 57150 w 146050"/>
              <a:gd name="connsiteY15" fmla="*/ 3867 h 245924"/>
              <a:gd name="connsiteX16" fmla="*/ 47625 w 146050"/>
              <a:gd name="connsiteY16" fmla="*/ 692 h 245924"/>
              <a:gd name="connsiteX17" fmla="*/ 6350 w 146050"/>
              <a:gd name="connsiteY17" fmla="*/ 7042 h 245924"/>
              <a:gd name="connsiteX18" fmla="*/ 3175 w 146050"/>
              <a:gd name="connsiteY18" fmla="*/ 86417 h 245924"/>
              <a:gd name="connsiteX19" fmla="*/ 0 w 146050"/>
              <a:gd name="connsiteY19" fmla="*/ 127692 h 245924"/>
              <a:gd name="connsiteX20" fmla="*/ 3175 w 146050"/>
              <a:gd name="connsiteY20" fmla="*/ 222942 h 245924"/>
              <a:gd name="connsiteX21" fmla="*/ 9525 w 146050"/>
              <a:gd name="connsiteY21" fmla="*/ 241992 h 245924"/>
              <a:gd name="connsiteX22" fmla="*/ 38100 w 146050"/>
              <a:gd name="connsiteY22" fmla="*/ 245167 h 245924"/>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Lst>
            <a:rect l="l" t="t" r="r" b="b"/>
            <a:pathLst>
              <a:path w="146050" h="245924">
                <a:moveTo>
                  <a:pt x="38100" y="245167"/>
                </a:moveTo>
                <a:cubicBezTo>
                  <a:pt x="47625" y="243579"/>
                  <a:pt x="62568" y="235890"/>
                  <a:pt x="66675" y="232467"/>
                </a:cubicBezTo>
                <a:cubicBezTo>
                  <a:pt x="70894" y="228951"/>
                  <a:pt x="77218" y="214017"/>
                  <a:pt x="79375" y="210242"/>
                </a:cubicBezTo>
                <a:cubicBezTo>
                  <a:pt x="81268" y="206929"/>
                  <a:pt x="83832" y="204030"/>
                  <a:pt x="85725" y="200717"/>
                </a:cubicBezTo>
                <a:cubicBezTo>
                  <a:pt x="88073" y="196608"/>
                  <a:pt x="89324" y="191868"/>
                  <a:pt x="92075" y="188017"/>
                </a:cubicBezTo>
                <a:cubicBezTo>
                  <a:pt x="94685" y="184363"/>
                  <a:pt x="98725" y="181941"/>
                  <a:pt x="101600" y="178492"/>
                </a:cubicBezTo>
                <a:cubicBezTo>
                  <a:pt x="104043" y="175561"/>
                  <a:pt x="105732" y="172072"/>
                  <a:pt x="107950" y="168967"/>
                </a:cubicBezTo>
                <a:cubicBezTo>
                  <a:pt x="112817" y="162153"/>
                  <a:pt x="119549" y="154225"/>
                  <a:pt x="123825" y="146742"/>
                </a:cubicBezTo>
                <a:cubicBezTo>
                  <a:pt x="136683" y="124241"/>
                  <a:pt x="124827" y="144071"/>
                  <a:pt x="133350" y="121342"/>
                </a:cubicBezTo>
                <a:cubicBezTo>
                  <a:pt x="135012" y="116910"/>
                  <a:pt x="137778" y="112967"/>
                  <a:pt x="139700" y="108642"/>
                </a:cubicBezTo>
                <a:cubicBezTo>
                  <a:pt x="142015" y="103434"/>
                  <a:pt x="143933" y="98059"/>
                  <a:pt x="146050" y="92767"/>
                </a:cubicBezTo>
                <a:cubicBezTo>
                  <a:pt x="141289" y="57060"/>
                  <a:pt x="150135" y="49793"/>
                  <a:pt x="127000" y="32442"/>
                </a:cubicBezTo>
                <a:cubicBezTo>
                  <a:pt x="123214" y="29602"/>
                  <a:pt x="118650" y="27956"/>
                  <a:pt x="114300" y="26092"/>
                </a:cubicBezTo>
                <a:cubicBezTo>
                  <a:pt x="111224" y="24774"/>
                  <a:pt x="107851" y="24235"/>
                  <a:pt x="104775" y="22917"/>
                </a:cubicBezTo>
                <a:cubicBezTo>
                  <a:pt x="76826" y="10939"/>
                  <a:pt x="108693" y="22033"/>
                  <a:pt x="76200" y="10217"/>
                </a:cubicBezTo>
                <a:cubicBezTo>
                  <a:pt x="69910" y="7930"/>
                  <a:pt x="63500" y="5984"/>
                  <a:pt x="57150" y="3867"/>
                </a:cubicBezTo>
                <a:lnTo>
                  <a:pt x="47625" y="692"/>
                </a:lnTo>
                <a:cubicBezTo>
                  <a:pt x="33867" y="2809"/>
                  <a:pt x="12758" y="-5316"/>
                  <a:pt x="6350" y="7042"/>
                </a:cubicBezTo>
                <a:cubicBezTo>
                  <a:pt x="-5839" y="30549"/>
                  <a:pt x="4567" y="59974"/>
                  <a:pt x="3175" y="86417"/>
                </a:cubicBezTo>
                <a:cubicBezTo>
                  <a:pt x="2450" y="100197"/>
                  <a:pt x="1058" y="113934"/>
                  <a:pt x="0" y="127692"/>
                </a:cubicBezTo>
                <a:cubicBezTo>
                  <a:pt x="1058" y="159442"/>
                  <a:pt x="537" y="191284"/>
                  <a:pt x="3175" y="222942"/>
                </a:cubicBezTo>
                <a:cubicBezTo>
                  <a:pt x="3731" y="229612"/>
                  <a:pt x="6274" y="236141"/>
                  <a:pt x="9525" y="241992"/>
                </a:cubicBezTo>
                <a:cubicBezTo>
                  <a:pt x="11706" y="245917"/>
                  <a:pt x="28575" y="246755"/>
                  <a:pt x="38100" y="245167"/>
                </a:cubicBezTo>
                <a:close/>
              </a:path>
            </a:pathLst>
          </a:custGeom>
          <a:solidFill>
            <a:schemeClr val="bg1"/>
          </a:solid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s-419"/>
          </a:p>
        </p:txBody>
      </p:sp>
      <p:sp>
        <p:nvSpPr>
          <p:cNvPr id="60" name="TextBox 59">
            <a:extLst>
              <a:ext uri="{FF2B5EF4-FFF2-40B4-BE49-F238E27FC236}">
                <a16:creationId xmlns:a16="http://schemas.microsoft.com/office/drawing/2014/main" id="{AD14A36B-C152-6280-91B6-5B22F6C516AA}"/>
              </a:ext>
              <a:ext uri="{C183D7F6-B498-43B3-948B-1728B52AA6E4}">
                <adec:decorative xmlns:adec="http://schemas.microsoft.com/office/drawing/2017/decorative" val="1"/>
              </a:ext>
            </a:extLst>
          </p:cNvPr>
          <p:cNvSpPr txBox="1"/>
          <p:nvPr/>
        </p:nvSpPr>
        <p:spPr>
          <a:xfrm>
            <a:off x="3136456" y="4410167"/>
            <a:ext cx="328936" cy="369332"/>
          </a:xfrm>
          <a:prstGeom prst="rect">
            <a:avLst/>
          </a:prstGeom>
          <a:noFill/>
        </p:spPr>
        <p:txBody>
          <a:bodyPr wrap="none" rtlCol="0">
            <a:spAutoFit/>
          </a:bodyPr>
          <a:lstStyle/>
          <a:p>
            <a:r>
              <a:rPr lang="de-DE" b="1" dirty="0">
                <a:latin typeface="Comic Sans MS" panose="030F0702030302020204" pitchFamily="66" charset="0"/>
              </a:rPr>
              <a:t>E</a:t>
            </a:r>
            <a:endParaRPr lang="pt-BR" b="1" dirty="0">
              <a:latin typeface="Comic Sans MS" panose="030F0702030302020204" pitchFamily="66" charset="0"/>
            </a:endParaRPr>
          </a:p>
        </p:txBody>
      </p:sp>
      <p:sp>
        <p:nvSpPr>
          <p:cNvPr id="61" name="TextBox 60">
            <a:extLst>
              <a:ext uri="{FF2B5EF4-FFF2-40B4-BE49-F238E27FC236}">
                <a16:creationId xmlns:a16="http://schemas.microsoft.com/office/drawing/2014/main" id="{B33BA394-B178-77A5-4FAF-3A1C94B45FD2}"/>
              </a:ext>
              <a:ext uri="{C183D7F6-B498-43B3-948B-1728B52AA6E4}">
                <adec:decorative xmlns:adec="http://schemas.microsoft.com/office/drawing/2017/decorative" val="1"/>
              </a:ext>
            </a:extLst>
          </p:cNvPr>
          <p:cNvSpPr txBox="1"/>
          <p:nvPr/>
        </p:nvSpPr>
        <p:spPr>
          <a:xfrm>
            <a:off x="3157294" y="4747729"/>
            <a:ext cx="308098" cy="369332"/>
          </a:xfrm>
          <a:prstGeom prst="rect">
            <a:avLst/>
          </a:prstGeom>
          <a:noFill/>
        </p:spPr>
        <p:txBody>
          <a:bodyPr wrap="none" rtlCol="0">
            <a:spAutoFit/>
          </a:bodyPr>
          <a:lstStyle/>
          <a:p>
            <a:r>
              <a:rPr lang="de-DE" b="1" dirty="0">
                <a:latin typeface="Comic Sans MS" panose="030F0702030302020204" pitchFamily="66" charset="0"/>
              </a:rPr>
              <a:t>P</a:t>
            </a:r>
            <a:endParaRPr lang="pt-BR" b="1" dirty="0">
              <a:latin typeface="Comic Sans MS" panose="030F0702030302020204" pitchFamily="66" charset="0"/>
            </a:endParaRPr>
          </a:p>
        </p:txBody>
      </p:sp>
    </p:spTree>
    <p:extLst>
      <p:ext uri="{BB962C8B-B14F-4D97-AF65-F5344CB8AC3E}">
        <p14:creationId xmlns:p14="http://schemas.microsoft.com/office/powerpoint/2010/main" val="3278654172"/>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bg>
      <p:bgPr>
        <a:blipFill dpi="0" rotWithShape="1">
          <a:blip r:embed="rId2">
            <a:lum/>
          </a:blip>
          <a:srcRect/>
          <a:stretch>
            <a:fillRect/>
          </a:stretch>
        </a:blipFill>
        <a:effectLst/>
      </p:bgPr>
    </p:bg>
    <p:spTree>
      <p:nvGrpSpPr>
        <p:cNvPr id="1" name=""/>
        <p:cNvGrpSpPr/>
        <p:nvPr/>
      </p:nvGrpSpPr>
      <p:grpSpPr>
        <a:xfrm>
          <a:off x="0" y="0"/>
          <a:ext cx="0" cy="0"/>
          <a:chOff x="0" y="0"/>
          <a:chExt cx="0" cy="0"/>
        </a:xfrm>
      </p:grpSpPr>
      <p:pic>
        <p:nvPicPr>
          <p:cNvPr id="29" name="Grafik 28">
            <a:extLst>
              <a:ext uri="{FF2B5EF4-FFF2-40B4-BE49-F238E27FC236}">
                <a16:creationId xmlns:a16="http://schemas.microsoft.com/office/drawing/2014/main" id="{374A380C-D98A-8814-B18D-1671AE8E6C62}"/>
              </a:ext>
              <a:ext uri="{C183D7F6-B498-43B3-948B-1728B52AA6E4}">
                <adec:decorative xmlns:adec="http://schemas.microsoft.com/office/drawing/2017/decorative" val="1"/>
              </a:ext>
            </a:extLst>
          </p:cNvPr>
          <p:cNvPicPr>
            <a:picLocks noChangeAspect="1"/>
          </p:cNvPicPr>
          <p:nvPr/>
        </p:nvPicPr>
        <p:blipFill>
          <a:blip r:embed="rId3">
            <a:extLst>
              <a:ext uri="{28A0092B-C50C-407E-A947-70E740481C1C}">
                <a14:useLocalDpi xmlns:a14="http://schemas.microsoft.com/office/drawing/2010/main" val="0"/>
              </a:ext>
            </a:extLst>
          </a:blip>
          <a:srcRect/>
          <a:stretch/>
        </p:blipFill>
        <p:spPr>
          <a:xfrm>
            <a:off x="-1" y="615"/>
            <a:ext cx="6857999" cy="9905385"/>
          </a:xfrm>
          <a:prstGeom prst="rect">
            <a:avLst/>
          </a:prstGeom>
        </p:spPr>
      </p:pic>
      <p:pic>
        <p:nvPicPr>
          <p:cNvPr id="31" name="Grafik 30">
            <a:extLst>
              <a:ext uri="{FF2B5EF4-FFF2-40B4-BE49-F238E27FC236}">
                <a16:creationId xmlns:a16="http://schemas.microsoft.com/office/drawing/2014/main" id="{869CE862-9165-338E-CE96-9F123D77AB36}"/>
              </a:ext>
              <a:ext uri="{C183D7F6-B498-43B3-948B-1728B52AA6E4}">
                <adec:decorative xmlns:adec="http://schemas.microsoft.com/office/drawing/2017/decorative" val="1"/>
              </a:ext>
            </a:extLst>
          </p:cNvPr>
          <p:cNvPicPr>
            <a:picLocks noChangeAspect="1"/>
          </p:cNvPicPr>
          <p:nvPr/>
        </p:nvPicPr>
        <p:blipFill>
          <a:blip r:embed="rId4">
            <a:extLst>
              <a:ext uri="{28A0092B-C50C-407E-A947-70E740481C1C}">
                <a14:useLocalDpi xmlns:a14="http://schemas.microsoft.com/office/drawing/2010/main" val="0"/>
              </a:ext>
            </a:extLst>
          </a:blip>
          <a:stretch>
            <a:fillRect/>
          </a:stretch>
        </p:blipFill>
        <p:spPr>
          <a:xfrm>
            <a:off x="0" y="307"/>
            <a:ext cx="6858000" cy="9905385"/>
          </a:xfrm>
          <a:prstGeom prst="rect">
            <a:avLst/>
          </a:prstGeom>
        </p:spPr>
      </p:pic>
      <p:sp>
        <p:nvSpPr>
          <p:cNvPr id="34" name="Freeform: Shape 33">
            <a:extLst>
              <a:ext uri="{FF2B5EF4-FFF2-40B4-BE49-F238E27FC236}">
                <a16:creationId xmlns:a16="http://schemas.microsoft.com/office/drawing/2014/main" id="{30F20512-030B-1DC7-DEFE-C9F4A1646471}"/>
              </a:ext>
            </a:extLst>
          </p:cNvPr>
          <p:cNvSpPr/>
          <p:nvPr/>
        </p:nvSpPr>
        <p:spPr>
          <a:xfrm>
            <a:off x="298732" y="7529513"/>
            <a:ext cx="573032" cy="1871662"/>
          </a:xfrm>
          <a:custGeom>
            <a:avLst/>
            <a:gdLst>
              <a:gd name="connsiteX0" fmla="*/ 510893 w 573032"/>
              <a:gd name="connsiteY0" fmla="*/ 1814512 h 1871662"/>
              <a:gd name="connsiteX1" fmla="*/ 534706 w 573032"/>
              <a:gd name="connsiteY1" fmla="*/ 1795462 h 1871662"/>
              <a:gd name="connsiteX2" fmla="*/ 548993 w 573032"/>
              <a:gd name="connsiteY2" fmla="*/ 1766887 h 1871662"/>
              <a:gd name="connsiteX3" fmla="*/ 553756 w 573032"/>
              <a:gd name="connsiteY3" fmla="*/ 1738312 h 1871662"/>
              <a:gd name="connsiteX4" fmla="*/ 563281 w 573032"/>
              <a:gd name="connsiteY4" fmla="*/ 1714500 h 1871662"/>
              <a:gd name="connsiteX5" fmla="*/ 568043 w 573032"/>
              <a:gd name="connsiteY5" fmla="*/ 1695450 h 1871662"/>
              <a:gd name="connsiteX6" fmla="*/ 553756 w 573032"/>
              <a:gd name="connsiteY6" fmla="*/ 1662112 h 1871662"/>
              <a:gd name="connsiteX7" fmla="*/ 544231 w 573032"/>
              <a:gd name="connsiteY7" fmla="*/ 1604962 h 1871662"/>
              <a:gd name="connsiteX8" fmla="*/ 525181 w 573032"/>
              <a:gd name="connsiteY8" fmla="*/ 1566862 h 1871662"/>
              <a:gd name="connsiteX9" fmla="*/ 510893 w 573032"/>
              <a:gd name="connsiteY9" fmla="*/ 1533525 h 1871662"/>
              <a:gd name="connsiteX10" fmla="*/ 491843 w 573032"/>
              <a:gd name="connsiteY10" fmla="*/ 1462087 h 1871662"/>
              <a:gd name="connsiteX11" fmla="*/ 472793 w 573032"/>
              <a:gd name="connsiteY11" fmla="*/ 1414462 h 1871662"/>
              <a:gd name="connsiteX12" fmla="*/ 463268 w 573032"/>
              <a:gd name="connsiteY12" fmla="*/ 1385887 h 1871662"/>
              <a:gd name="connsiteX13" fmla="*/ 458506 w 573032"/>
              <a:gd name="connsiteY13" fmla="*/ 1357312 h 1871662"/>
              <a:gd name="connsiteX14" fmla="*/ 453743 w 573032"/>
              <a:gd name="connsiteY14" fmla="*/ 1319212 h 1871662"/>
              <a:gd name="connsiteX15" fmla="*/ 444218 w 573032"/>
              <a:gd name="connsiteY15" fmla="*/ 1285875 h 1871662"/>
              <a:gd name="connsiteX16" fmla="*/ 434693 w 573032"/>
              <a:gd name="connsiteY16" fmla="*/ 1238250 h 1871662"/>
              <a:gd name="connsiteX17" fmla="*/ 444218 w 573032"/>
              <a:gd name="connsiteY17" fmla="*/ 1143000 h 1871662"/>
              <a:gd name="connsiteX18" fmla="*/ 453743 w 573032"/>
              <a:gd name="connsiteY18" fmla="*/ 1123950 h 1871662"/>
              <a:gd name="connsiteX19" fmla="*/ 477556 w 573032"/>
              <a:gd name="connsiteY19" fmla="*/ 1085850 h 1871662"/>
              <a:gd name="connsiteX20" fmla="*/ 506131 w 573032"/>
              <a:gd name="connsiteY20" fmla="*/ 1057275 h 1871662"/>
              <a:gd name="connsiteX21" fmla="*/ 525181 w 573032"/>
              <a:gd name="connsiteY21" fmla="*/ 1023937 h 1871662"/>
              <a:gd name="connsiteX22" fmla="*/ 534706 w 573032"/>
              <a:gd name="connsiteY22" fmla="*/ 1009650 h 1871662"/>
              <a:gd name="connsiteX23" fmla="*/ 548993 w 573032"/>
              <a:gd name="connsiteY23" fmla="*/ 1000125 h 1871662"/>
              <a:gd name="connsiteX24" fmla="*/ 563281 w 573032"/>
              <a:gd name="connsiteY24" fmla="*/ 947737 h 1871662"/>
              <a:gd name="connsiteX25" fmla="*/ 572806 w 573032"/>
              <a:gd name="connsiteY25" fmla="*/ 823912 h 1871662"/>
              <a:gd name="connsiteX26" fmla="*/ 558518 w 573032"/>
              <a:gd name="connsiteY26" fmla="*/ 804862 h 1871662"/>
              <a:gd name="connsiteX27" fmla="*/ 529943 w 573032"/>
              <a:gd name="connsiteY27" fmla="*/ 766762 h 1871662"/>
              <a:gd name="connsiteX28" fmla="*/ 520418 w 573032"/>
              <a:gd name="connsiteY28" fmla="*/ 733425 h 1871662"/>
              <a:gd name="connsiteX29" fmla="*/ 506131 w 573032"/>
              <a:gd name="connsiteY29" fmla="*/ 690562 h 1871662"/>
              <a:gd name="connsiteX30" fmla="*/ 496606 w 573032"/>
              <a:gd name="connsiteY30" fmla="*/ 652462 h 1871662"/>
              <a:gd name="connsiteX31" fmla="*/ 491843 w 573032"/>
              <a:gd name="connsiteY31" fmla="*/ 604837 h 1871662"/>
              <a:gd name="connsiteX32" fmla="*/ 487081 w 573032"/>
              <a:gd name="connsiteY32" fmla="*/ 576262 h 1871662"/>
              <a:gd name="connsiteX33" fmla="*/ 477556 w 573032"/>
              <a:gd name="connsiteY33" fmla="*/ 490537 h 1871662"/>
              <a:gd name="connsiteX34" fmla="*/ 487081 w 573032"/>
              <a:gd name="connsiteY34" fmla="*/ 280987 h 1871662"/>
              <a:gd name="connsiteX35" fmla="*/ 496606 w 573032"/>
              <a:gd name="connsiteY35" fmla="*/ 214312 h 1871662"/>
              <a:gd name="connsiteX36" fmla="*/ 487081 w 573032"/>
              <a:gd name="connsiteY36" fmla="*/ 100012 h 1871662"/>
              <a:gd name="connsiteX37" fmla="*/ 425168 w 573032"/>
              <a:gd name="connsiteY37" fmla="*/ 47625 h 1871662"/>
              <a:gd name="connsiteX38" fmla="*/ 344206 w 573032"/>
              <a:gd name="connsiteY38" fmla="*/ 14287 h 1871662"/>
              <a:gd name="connsiteX39" fmla="*/ 306106 w 573032"/>
              <a:gd name="connsiteY39" fmla="*/ 9525 h 1871662"/>
              <a:gd name="connsiteX40" fmla="*/ 239431 w 573032"/>
              <a:gd name="connsiteY40" fmla="*/ 0 h 1871662"/>
              <a:gd name="connsiteX41" fmla="*/ 96556 w 573032"/>
              <a:gd name="connsiteY41" fmla="*/ 33337 h 1871662"/>
              <a:gd name="connsiteX42" fmla="*/ 82268 w 573032"/>
              <a:gd name="connsiteY42" fmla="*/ 47625 h 1871662"/>
              <a:gd name="connsiteX43" fmla="*/ 25118 w 573032"/>
              <a:gd name="connsiteY43" fmla="*/ 95250 h 1871662"/>
              <a:gd name="connsiteX44" fmla="*/ 6068 w 573032"/>
              <a:gd name="connsiteY44" fmla="*/ 142875 h 1871662"/>
              <a:gd name="connsiteX45" fmla="*/ 25118 w 573032"/>
              <a:gd name="connsiteY45" fmla="*/ 204787 h 1871662"/>
              <a:gd name="connsiteX46" fmla="*/ 63218 w 573032"/>
              <a:gd name="connsiteY46" fmla="*/ 252412 h 1871662"/>
              <a:gd name="connsiteX47" fmla="*/ 96556 w 573032"/>
              <a:gd name="connsiteY47" fmla="*/ 290512 h 1871662"/>
              <a:gd name="connsiteX48" fmla="*/ 182281 w 573032"/>
              <a:gd name="connsiteY48" fmla="*/ 390525 h 1871662"/>
              <a:gd name="connsiteX49" fmla="*/ 220381 w 573032"/>
              <a:gd name="connsiteY49" fmla="*/ 438150 h 1871662"/>
              <a:gd name="connsiteX50" fmla="*/ 225143 w 573032"/>
              <a:gd name="connsiteY50" fmla="*/ 452437 h 1871662"/>
              <a:gd name="connsiteX51" fmla="*/ 220381 w 573032"/>
              <a:gd name="connsiteY51" fmla="*/ 495300 h 1871662"/>
              <a:gd name="connsiteX52" fmla="*/ 210856 w 573032"/>
              <a:gd name="connsiteY52" fmla="*/ 514350 h 1871662"/>
              <a:gd name="connsiteX53" fmla="*/ 187043 w 573032"/>
              <a:gd name="connsiteY53" fmla="*/ 552450 h 1871662"/>
              <a:gd name="connsiteX54" fmla="*/ 182281 w 573032"/>
              <a:gd name="connsiteY54" fmla="*/ 566737 h 1871662"/>
              <a:gd name="connsiteX55" fmla="*/ 139418 w 573032"/>
              <a:gd name="connsiteY55" fmla="*/ 647700 h 1871662"/>
              <a:gd name="connsiteX56" fmla="*/ 129893 w 573032"/>
              <a:gd name="connsiteY56" fmla="*/ 700087 h 1871662"/>
              <a:gd name="connsiteX57" fmla="*/ 125131 w 573032"/>
              <a:gd name="connsiteY57" fmla="*/ 728662 h 1871662"/>
              <a:gd name="connsiteX58" fmla="*/ 120368 w 573032"/>
              <a:gd name="connsiteY58" fmla="*/ 762000 h 1871662"/>
              <a:gd name="connsiteX59" fmla="*/ 77506 w 573032"/>
              <a:gd name="connsiteY59" fmla="*/ 804862 h 1871662"/>
              <a:gd name="connsiteX60" fmla="*/ 53693 w 573032"/>
              <a:gd name="connsiteY60" fmla="*/ 809625 h 1871662"/>
              <a:gd name="connsiteX61" fmla="*/ 44168 w 573032"/>
              <a:gd name="connsiteY61" fmla="*/ 823912 h 1871662"/>
              <a:gd name="connsiteX62" fmla="*/ 29881 w 573032"/>
              <a:gd name="connsiteY62" fmla="*/ 895350 h 1871662"/>
              <a:gd name="connsiteX63" fmla="*/ 25118 w 573032"/>
              <a:gd name="connsiteY63" fmla="*/ 923925 h 1871662"/>
              <a:gd name="connsiteX64" fmla="*/ 39406 w 573032"/>
              <a:gd name="connsiteY64" fmla="*/ 1004887 h 1871662"/>
              <a:gd name="connsiteX65" fmla="*/ 63218 w 573032"/>
              <a:gd name="connsiteY65" fmla="*/ 1028700 h 1871662"/>
              <a:gd name="connsiteX66" fmla="*/ 110843 w 573032"/>
              <a:gd name="connsiteY66" fmla="*/ 1066800 h 1871662"/>
              <a:gd name="connsiteX67" fmla="*/ 139418 w 573032"/>
              <a:gd name="connsiteY67" fmla="*/ 1090612 h 1871662"/>
              <a:gd name="connsiteX68" fmla="*/ 172756 w 573032"/>
              <a:gd name="connsiteY68" fmla="*/ 1114425 h 1871662"/>
              <a:gd name="connsiteX69" fmla="*/ 187043 w 573032"/>
              <a:gd name="connsiteY69" fmla="*/ 1128712 h 1871662"/>
              <a:gd name="connsiteX70" fmla="*/ 263243 w 573032"/>
              <a:gd name="connsiteY70" fmla="*/ 1214437 h 1871662"/>
              <a:gd name="connsiteX71" fmla="*/ 282293 w 573032"/>
              <a:gd name="connsiteY71" fmla="*/ 1238250 h 1871662"/>
              <a:gd name="connsiteX72" fmla="*/ 348968 w 573032"/>
              <a:gd name="connsiteY72" fmla="*/ 1309687 h 1871662"/>
              <a:gd name="connsiteX73" fmla="*/ 363256 w 573032"/>
              <a:gd name="connsiteY73" fmla="*/ 1333500 h 1871662"/>
              <a:gd name="connsiteX74" fmla="*/ 372781 w 573032"/>
              <a:gd name="connsiteY74" fmla="*/ 1371600 h 1871662"/>
              <a:gd name="connsiteX75" fmla="*/ 344206 w 573032"/>
              <a:gd name="connsiteY75" fmla="*/ 1471612 h 1871662"/>
              <a:gd name="connsiteX76" fmla="*/ 282293 w 573032"/>
              <a:gd name="connsiteY76" fmla="*/ 1504950 h 1871662"/>
              <a:gd name="connsiteX77" fmla="*/ 225143 w 573032"/>
              <a:gd name="connsiteY77" fmla="*/ 1514475 h 1871662"/>
              <a:gd name="connsiteX78" fmla="*/ 82268 w 573032"/>
              <a:gd name="connsiteY78" fmla="*/ 1524000 h 1871662"/>
              <a:gd name="connsiteX79" fmla="*/ 63218 w 573032"/>
              <a:gd name="connsiteY79" fmla="*/ 1528762 h 1871662"/>
              <a:gd name="connsiteX80" fmla="*/ 20356 w 573032"/>
              <a:gd name="connsiteY80" fmla="*/ 1581150 h 1871662"/>
              <a:gd name="connsiteX81" fmla="*/ 10831 w 573032"/>
              <a:gd name="connsiteY81" fmla="*/ 1595437 h 1871662"/>
              <a:gd name="connsiteX82" fmla="*/ 1306 w 573032"/>
              <a:gd name="connsiteY82" fmla="*/ 1724025 h 1871662"/>
              <a:gd name="connsiteX83" fmla="*/ 20356 w 573032"/>
              <a:gd name="connsiteY83" fmla="*/ 1809750 h 1871662"/>
              <a:gd name="connsiteX84" fmla="*/ 34643 w 573032"/>
              <a:gd name="connsiteY84" fmla="*/ 1828800 h 1871662"/>
              <a:gd name="connsiteX85" fmla="*/ 53693 w 573032"/>
              <a:gd name="connsiteY85" fmla="*/ 1847850 h 1871662"/>
              <a:gd name="connsiteX86" fmla="*/ 91793 w 573032"/>
              <a:gd name="connsiteY86" fmla="*/ 1862137 h 1871662"/>
              <a:gd name="connsiteX87" fmla="*/ 153706 w 573032"/>
              <a:gd name="connsiteY87" fmla="*/ 1871662 h 1871662"/>
              <a:gd name="connsiteX88" fmla="*/ 225143 w 573032"/>
              <a:gd name="connsiteY88" fmla="*/ 1862137 h 1871662"/>
              <a:gd name="connsiteX89" fmla="*/ 325156 w 573032"/>
              <a:gd name="connsiteY89" fmla="*/ 1819275 h 1871662"/>
              <a:gd name="connsiteX90" fmla="*/ 372781 w 573032"/>
              <a:gd name="connsiteY90" fmla="*/ 1809750 h 1871662"/>
              <a:gd name="connsiteX91" fmla="*/ 401356 w 573032"/>
              <a:gd name="connsiteY91" fmla="*/ 1804987 h 1871662"/>
              <a:gd name="connsiteX92" fmla="*/ 472793 w 573032"/>
              <a:gd name="connsiteY92" fmla="*/ 1814512 h 1871662"/>
              <a:gd name="connsiteX93" fmla="*/ 487081 w 573032"/>
              <a:gd name="connsiteY93" fmla="*/ 1819275 h 1871662"/>
              <a:gd name="connsiteX94" fmla="*/ 506131 w 573032"/>
              <a:gd name="connsiteY94" fmla="*/ 1824037 h 1871662"/>
              <a:gd name="connsiteX95" fmla="*/ 510893 w 573032"/>
              <a:gd name="connsiteY95" fmla="*/ 1814512 h 187166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Lst>
            <a:rect l="l" t="t" r="r" b="b"/>
            <a:pathLst>
              <a:path w="573032" h="1871662">
                <a:moveTo>
                  <a:pt x="510893" y="1814512"/>
                </a:moveTo>
                <a:cubicBezTo>
                  <a:pt x="515655" y="1809750"/>
                  <a:pt x="527518" y="1802650"/>
                  <a:pt x="534706" y="1795462"/>
                </a:cubicBezTo>
                <a:cubicBezTo>
                  <a:pt x="542047" y="1788121"/>
                  <a:pt x="546779" y="1776849"/>
                  <a:pt x="548993" y="1766887"/>
                </a:cubicBezTo>
                <a:cubicBezTo>
                  <a:pt x="551088" y="1757461"/>
                  <a:pt x="551215" y="1747628"/>
                  <a:pt x="553756" y="1738312"/>
                </a:cubicBezTo>
                <a:cubicBezTo>
                  <a:pt x="556005" y="1730064"/>
                  <a:pt x="560578" y="1722610"/>
                  <a:pt x="563281" y="1714500"/>
                </a:cubicBezTo>
                <a:cubicBezTo>
                  <a:pt x="565351" y="1708290"/>
                  <a:pt x="566456" y="1701800"/>
                  <a:pt x="568043" y="1695450"/>
                </a:cubicBezTo>
                <a:cubicBezTo>
                  <a:pt x="548736" y="1618216"/>
                  <a:pt x="578417" y="1727872"/>
                  <a:pt x="553756" y="1662112"/>
                </a:cubicBezTo>
                <a:cubicBezTo>
                  <a:pt x="544415" y="1637203"/>
                  <a:pt x="553433" y="1632570"/>
                  <a:pt x="544231" y="1604962"/>
                </a:cubicBezTo>
                <a:cubicBezTo>
                  <a:pt x="539741" y="1591492"/>
                  <a:pt x="531186" y="1579729"/>
                  <a:pt x="525181" y="1566862"/>
                </a:cubicBezTo>
                <a:cubicBezTo>
                  <a:pt x="520068" y="1555906"/>
                  <a:pt x="515233" y="1544809"/>
                  <a:pt x="510893" y="1533525"/>
                </a:cubicBezTo>
                <a:cubicBezTo>
                  <a:pt x="487843" y="1473598"/>
                  <a:pt x="516514" y="1540214"/>
                  <a:pt x="491843" y="1462087"/>
                </a:cubicBezTo>
                <a:cubicBezTo>
                  <a:pt x="486694" y="1445783"/>
                  <a:pt x="478796" y="1430471"/>
                  <a:pt x="472793" y="1414462"/>
                </a:cubicBezTo>
                <a:cubicBezTo>
                  <a:pt x="469268" y="1405061"/>
                  <a:pt x="466443" y="1395412"/>
                  <a:pt x="463268" y="1385887"/>
                </a:cubicBezTo>
                <a:cubicBezTo>
                  <a:pt x="461681" y="1376362"/>
                  <a:pt x="459872" y="1366871"/>
                  <a:pt x="458506" y="1357312"/>
                </a:cubicBezTo>
                <a:cubicBezTo>
                  <a:pt x="456696" y="1344642"/>
                  <a:pt x="456253" y="1331762"/>
                  <a:pt x="453743" y="1319212"/>
                </a:cubicBezTo>
                <a:cubicBezTo>
                  <a:pt x="451476" y="1307879"/>
                  <a:pt x="446865" y="1297125"/>
                  <a:pt x="444218" y="1285875"/>
                </a:cubicBezTo>
                <a:cubicBezTo>
                  <a:pt x="440510" y="1270116"/>
                  <a:pt x="437868" y="1254125"/>
                  <a:pt x="434693" y="1238250"/>
                </a:cubicBezTo>
                <a:cubicBezTo>
                  <a:pt x="436491" y="1207681"/>
                  <a:pt x="431513" y="1172646"/>
                  <a:pt x="444218" y="1143000"/>
                </a:cubicBezTo>
                <a:cubicBezTo>
                  <a:pt x="447015" y="1136474"/>
                  <a:pt x="450295" y="1130156"/>
                  <a:pt x="453743" y="1123950"/>
                </a:cubicBezTo>
                <a:cubicBezTo>
                  <a:pt x="454401" y="1122765"/>
                  <a:pt x="473145" y="1090813"/>
                  <a:pt x="477556" y="1085850"/>
                </a:cubicBezTo>
                <a:cubicBezTo>
                  <a:pt x="486505" y="1075782"/>
                  <a:pt x="506131" y="1057275"/>
                  <a:pt x="506131" y="1057275"/>
                </a:cubicBezTo>
                <a:cubicBezTo>
                  <a:pt x="513859" y="1034089"/>
                  <a:pt x="507160" y="1049165"/>
                  <a:pt x="525181" y="1023937"/>
                </a:cubicBezTo>
                <a:cubicBezTo>
                  <a:pt x="528508" y="1019280"/>
                  <a:pt x="530659" y="1013697"/>
                  <a:pt x="534706" y="1009650"/>
                </a:cubicBezTo>
                <a:cubicBezTo>
                  <a:pt x="538753" y="1005603"/>
                  <a:pt x="544231" y="1003300"/>
                  <a:pt x="548993" y="1000125"/>
                </a:cubicBezTo>
                <a:cubicBezTo>
                  <a:pt x="561078" y="963871"/>
                  <a:pt x="556549" y="981395"/>
                  <a:pt x="563281" y="947737"/>
                </a:cubicBezTo>
                <a:cubicBezTo>
                  <a:pt x="565883" y="921716"/>
                  <a:pt x="574533" y="841178"/>
                  <a:pt x="572806" y="823912"/>
                </a:cubicBezTo>
                <a:cubicBezTo>
                  <a:pt x="572016" y="816014"/>
                  <a:pt x="562921" y="811466"/>
                  <a:pt x="558518" y="804862"/>
                </a:cubicBezTo>
                <a:cubicBezTo>
                  <a:pt x="534847" y="769355"/>
                  <a:pt x="555083" y="791902"/>
                  <a:pt x="529943" y="766762"/>
                </a:cubicBezTo>
                <a:cubicBezTo>
                  <a:pt x="526768" y="755650"/>
                  <a:pt x="523865" y="744456"/>
                  <a:pt x="520418" y="733425"/>
                </a:cubicBezTo>
                <a:cubicBezTo>
                  <a:pt x="515926" y="719050"/>
                  <a:pt x="510380" y="705011"/>
                  <a:pt x="506131" y="690562"/>
                </a:cubicBezTo>
                <a:cubicBezTo>
                  <a:pt x="502437" y="678003"/>
                  <a:pt x="499781" y="665162"/>
                  <a:pt x="496606" y="652462"/>
                </a:cubicBezTo>
                <a:cubicBezTo>
                  <a:pt x="495018" y="636587"/>
                  <a:pt x="493822" y="620668"/>
                  <a:pt x="491843" y="604837"/>
                </a:cubicBezTo>
                <a:cubicBezTo>
                  <a:pt x="490645" y="595255"/>
                  <a:pt x="488209" y="585852"/>
                  <a:pt x="487081" y="576262"/>
                </a:cubicBezTo>
                <a:cubicBezTo>
                  <a:pt x="471668" y="445253"/>
                  <a:pt x="490965" y="584410"/>
                  <a:pt x="477556" y="490537"/>
                </a:cubicBezTo>
                <a:cubicBezTo>
                  <a:pt x="480731" y="420687"/>
                  <a:pt x="482270" y="350743"/>
                  <a:pt x="487081" y="280987"/>
                </a:cubicBezTo>
                <a:cubicBezTo>
                  <a:pt x="488626" y="258590"/>
                  <a:pt x="496606" y="214312"/>
                  <a:pt x="496606" y="214312"/>
                </a:cubicBezTo>
                <a:cubicBezTo>
                  <a:pt x="493431" y="176212"/>
                  <a:pt x="495502" y="137305"/>
                  <a:pt x="487081" y="100012"/>
                </a:cubicBezTo>
                <a:cubicBezTo>
                  <a:pt x="479533" y="66584"/>
                  <a:pt x="449990" y="60863"/>
                  <a:pt x="425168" y="47625"/>
                </a:cubicBezTo>
                <a:cubicBezTo>
                  <a:pt x="383158" y="25220"/>
                  <a:pt x="396686" y="25949"/>
                  <a:pt x="344206" y="14287"/>
                </a:cubicBezTo>
                <a:cubicBezTo>
                  <a:pt x="331712" y="11511"/>
                  <a:pt x="318817" y="11020"/>
                  <a:pt x="306106" y="9525"/>
                </a:cubicBezTo>
                <a:cubicBezTo>
                  <a:pt x="251164" y="3061"/>
                  <a:pt x="279611" y="8035"/>
                  <a:pt x="239431" y="0"/>
                </a:cubicBezTo>
                <a:cubicBezTo>
                  <a:pt x="179098" y="9050"/>
                  <a:pt x="146390" y="6503"/>
                  <a:pt x="96556" y="33337"/>
                </a:cubicBezTo>
                <a:cubicBezTo>
                  <a:pt x="90626" y="36530"/>
                  <a:pt x="87358" y="43214"/>
                  <a:pt x="82268" y="47625"/>
                </a:cubicBezTo>
                <a:cubicBezTo>
                  <a:pt x="63529" y="63866"/>
                  <a:pt x="25118" y="95250"/>
                  <a:pt x="25118" y="95250"/>
                </a:cubicBezTo>
                <a:cubicBezTo>
                  <a:pt x="19856" y="105775"/>
                  <a:pt x="6068" y="128186"/>
                  <a:pt x="6068" y="142875"/>
                </a:cubicBezTo>
                <a:cubicBezTo>
                  <a:pt x="6068" y="161557"/>
                  <a:pt x="15479" y="189891"/>
                  <a:pt x="25118" y="204787"/>
                </a:cubicBezTo>
                <a:cubicBezTo>
                  <a:pt x="36162" y="221855"/>
                  <a:pt x="50203" y="236794"/>
                  <a:pt x="63218" y="252412"/>
                </a:cubicBezTo>
                <a:cubicBezTo>
                  <a:pt x="74021" y="265376"/>
                  <a:pt x="86431" y="277011"/>
                  <a:pt x="96556" y="290512"/>
                </a:cubicBezTo>
                <a:cubicBezTo>
                  <a:pt x="125673" y="329336"/>
                  <a:pt x="136263" y="344507"/>
                  <a:pt x="182281" y="390525"/>
                </a:cubicBezTo>
                <a:cubicBezTo>
                  <a:pt x="209426" y="417670"/>
                  <a:pt x="196350" y="402103"/>
                  <a:pt x="220381" y="438150"/>
                </a:cubicBezTo>
                <a:cubicBezTo>
                  <a:pt x="221968" y="442912"/>
                  <a:pt x="225143" y="447417"/>
                  <a:pt x="225143" y="452437"/>
                </a:cubicBezTo>
                <a:cubicBezTo>
                  <a:pt x="225143" y="466813"/>
                  <a:pt x="223613" y="481293"/>
                  <a:pt x="220381" y="495300"/>
                </a:cubicBezTo>
                <a:cubicBezTo>
                  <a:pt x="218785" y="502218"/>
                  <a:pt x="214378" y="508186"/>
                  <a:pt x="210856" y="514350"/>
                </a:cubicBezTo>
                <a:cubicBezTo>
                  <a:pt x="195743" y="540798"/>
                  <a:pt x="205009" y="516518"/>
                  <a:pt x="187043" y="552450"/>
                </a:cubicBezTo>
                <a:cubicBezTo>
                  <a:pt x="184798" y="556940"/>
                  <a:pt x="184661" y="562317"/>
                  <a:pt x="182281" y="566737"/>
                </a:cubicBezTo>
                <a:cubicBezTo>
                  <a:pt x="155486" y="616499"/>
                  <a:pt x="155774" y="602720"/>
                  <a:pt x="139418" y="647700"/>
                </a:cubicBezTo>
                <a:cubicBezTo>
                  <a:pt x="133988" y="662633"/>
                  <a:pt x="132059" y="686007"/>
                  <a:pt x="129893" y="700087"/>
                </a:cubicBezTo>
                <a:cubicBezTo>
                  <a:pt x="128425" y="709631"/>
                  <a:pt x="126599" y="719118"/>
                  <a:pt x="125131" y="728662"/>
                </a:cubicBezTo>
                <a:cubicBezTo>
                  <a:pt x="123424" y="739757"/>
                  <a:pt x="125072" y="751808"/>
                  <a:pt x="120368" y="762000"/>
                </a:cubicBezTo>
                <a:cubicBezTo>
                  <a:pt x="115720" y="772071"/>
                  <a:pt x="90954" y="798885"/>
                  <a:pt x="77506" y="804862"/>
                </a:cubicBezTo>
                <a:cubicBezTo>
                  <a:pt x="70109" y="808150"/>
                  <a:pt x="61631" y="808037"/>
                  <a:pt x="53693" y="809625"/>
                </a:cubicBezTo>
                <a:cubicBezTo>
                  <a:pt x="50518" y="814387"/>
                  <a:pt x="46493" y="818682"/>
                  <a:pt x="44168" y="823912"/>
                </a:cubicBezTo>
                <a:cubicBezTo>
                  <a:pt x="30935" y="853686"/>
                  <a:pt x="34552" y="860318"/>
                  <a:pt x="29881" y="895350"/>
                </a:cubicBezTo>
                <a:cubicBezTo>
                  <a:pt x="28605" y="904922"/>
                  <a:pt x="26706" y="914400"/>
                  <a:pt x="25118" y="923925"/>
                </a:cubicBezTo>
                <a:cubicBezTo>
                  <a:pt x="29881" y="950912"/>
                  <a:pt x="30041" y="979133"/>
                  <a:pt x="39406" y="1004887"/>
                </a:cubicBezTo>
                <a:cubicBezTo>
                  <a:pt x="43242" y="1015436"/>
                  <a:pt x="54735" y="1021348"/>
                  <a:pt x="63218" y="1028700"/>
                </a:cubicBezTo>
                <a:cubicBezTo>
                  <a:pt x="78581" y="1042015"/>
                  <a:pt x="95225" y="1053785"/>
                  <a:pt x="110843" y="1066800"/>
                </a:cubicBezTo>
                <a:cubicBezTo>
                  <a:pt x="120368" y="1074737"/>
                  <a:pt x="129590" y="1083052"/>
                  <a:pt x="139418" y="1090612"/>
                </a:cubicBezTo>
                <a:cubicBezTo>
                  <a:pt x="150242" y="1098938"/>
                  <a:pt x="162092" y="1105894"/>
                  <a:pt x="172756" y="1114425"/>
                </a:cubicBezTo>
                <a:cubicBezTo>
                  <a:pt x="178015" y="1118632"/>
                  <a:pt x="182524" y="1123718"/>
                  <a:pt x="187043" y="1128712"/>
                </a:cubicBezTo>
                <a:cubicBezTo>
                  <a:pt x="212693" y="1157062"/>
                  <a:pt x="238156" y="1185587"/>
                  <a:pt x="263243" y="1214437"/>
                </a:cubicBezTo>
                <a:cubicBezTo>
                  <a:pt x="269913" y="1222108"/>
                  <a:pt x="275105" y="1231062"/>
                  <a:pt x="282293" y="1238250"/>
                </a:cubicBezTo>
                <a:cubicBezTo>
                  <a:pt x="305981" y="1261938"/>
                  <a:pt x="329367" y="1282735"/>
                  <a:pt x="348968" y="1309687"/>
                </a:cubicBezTo>
                <a:cubicBezTo>
                  <a:pt x="354413" y="1317173"/>
                  <a:pt x="358493" y="1325562"/>
                  <a:pt x="363256" y="1333500"/>
                </a:cubicBezTo>
                <a:cubicBezTo>
                  <a:pt x="366431" y="1346200"/>
                  <a:pt x="373326" y="1358520"/>
                  <a:pt x="372781" y="1371600"/>
                </a:cubicBezTo>
                <a:cubicBezTo>
                  <a:pt x="372243" y="1384507"/>
                  <a:pt x="366253" y="1451569"/>
                  <a:pt x="344206" y="1471612"/>
                </a:cubicBezTo>
                <a:cubicBezTo>
                  <a:pt x="334127" y="1480774"/>
                  <a:pt x="299878" y="1500812"/>
                  <a:pt x="282293" y="1504950"/>
                </a:cubicBezTo>
                <a:cubicBezTo>
                  <a:pt x="263494" y="1509373"/>
                  <a:pt x="244328" y="1512261"/>
                  <a:pt x="225143" y="1514475"/>
                </a:cubicBezTo>
                <a:cubicBezTo>
                  <a:pt x="209622" y="1516266"/>
                  <a:pt x="93285" y="1523311"/>
                  <a:pt x="82268" y="1524000"/>
                </a:cubicBezTo>
                <a:cubicBezTo>
                  <a:pt x="75918" y="1525587"/>
                  <a:pt x="69072" y="1525835"/>
                  <a:pt x="63218" y="1528762"/>
                </a:cubicBezTo>
                <a:cubicBezTo>
                  <a:pt x="39032" y="1540855"/>
                  <a:pt x="35460" y="1557415"/>
                  <a:pt x="20356" y="1581150"/>
                </a:cubicBezTo>
                <a:cubicBezTo>
                  <a:pt x="17283" y="1585979"/>
                  <a:pt x="10831" y="1595437"/>
                  <a:pt x="10831" y="1595437"/>
                </a:cubicBezTo>
                <a:cubicBezTo>
                  <a:pt x="-1474" y="1644652"/>
                  <a:pt x="-1033" y="1637486"/>
                  <a:pt x="1306" y="1724025"/>
                </a:cubicBezTo>
                <a:cubicBezTo>
                  <a:pt x="2213" y="1757587"/>
                  <a:pt x="3833" y="1783313"/>
                  <a:pt x="20356" y="1809750"/>
                </a:cubicBezTo>
                <a:cubicBezTo>
                  <a:pt x="24563" y="1816481"/>
                  <a:pt x="29416" y="1822826"/>
                  <a:pt x="34643" y="1828800"/>
                </a:cubicBezTo>
                <a:cubicBezTo>
                  <a:pt x="40556" y="1835558"/>
                  <a:pt x="45936" y="1843325"/>
                  <a:pt x="53693" y="1847850"/>
                </a:cubicBezTo>
                <a:cubicBezTo>
                  <a:pt x="65409" y="1854684"/>
                  <a:pt x="78598" y="1858995"/>
                  <a:pt x="91793" y="1862137"/>
                </a:cubicBezTo>
                <a:cubicBezTo>
                  <a:pt x="112106" y="1866973"/>
                  <a:pt x="133068" y="1868487"/>
                  <a:pt x="153706" y="1871662"/>
                </a:cubicBezTo>
                <a:cubicBezTo>
                  <a:pt x="177518" y="1868487"/>
                  <a:pt x="201748" y="1867596"/>
                  <a:pt x="225143" y="1862137"/>
                </a:cubicBezTo>
                <a:cubicBezTo>
                  <a:pt x="319291" y="1840169"/>
                  <a:pt x="270292" y="1849756"/>
                  <a:pt x="325156" y="1819275"/>
                </a:cubicBezTo>
                <a:cubicBezTo>
                  <a:pt x="336769" y="1812823"/>
                  <a:pt x="364265" y="1811060"/>
                  <a:pt x="372781" y="1809750"/>
                </a:cubicBezTo>
                <a:cubicBezTo>
                  <a:pt x="382325" y="1808282"/>
                  <a:pt x="391831" y="1806575"/>
                  <a:pt x="401356" y="1804987"/>
                </a:cubicBezTo>
                <a:cubicBezTo>
                  <a:pt x="425168" y="1808162"/>
                  <a:pt x="449097" y="1810562"/>
                  <a:pt x="472793" y="1814512"/>
                </a:cubicBezTo>
                <a:cubicBezTo>
                  <a:pt x="477745" y="1815337"/>
                  <a:pt x="482254" y="1817896"/>
                  <a:pt x="487081" y="1819275"/>
                </a:cubicBezTo>
                <a:cubicBezTo>
                  <a:pt x="493375" y="1821073"/>
                  <a:pt x="500277" y="1821110"/>
                  <a:pt x="506131" y="1824037"/>
                </a:cubicBezTo>
                <a:cubicBezTo>
                  <a:pt x="507551" y="1824747"/>
                  <a:pt x="506131" y="1819274"/>
                  <a:pt x="510893" y="1814512"/>
                </a:cubicBezTo>
                <a:close/>
              </a:path>
            </a:pathLst>
          </a:custGeom>
          <a:solidFill>
            <a:schemeClr val="bg1"/>
          </a:solid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s-419"/>
          </a:p>
        </p:txBody>
      </p:sp>
      <p:sp>
        <p:nvSpPr>
          <p:cNvPr id="4" name="Rechteck 3">
            <a:extLst>
              <a:ext uri="{FF2B5EF4-FFF2-40B4-BE49-F238E27FC236}">
                <a16:creationId xmlns:a16="http://schemas.microsoft.com/office/drawing/2014/main" id="{18BF69B6-CC77-4407-9583-DAB155BEB2E8}"/>
              </a:ext>
              <a:ext uri="{C183D7F6-B498-43B3-948B-1728B52AA6E4}">
                <adec:decorative xmlns:adec="http://schemas.microsoft.com/office/drawing/2017/decorative" val="1"/>
              </a:ext>
            </a:extLst>
          </p:cNvPr>
          <p:cNvSpPr/>
          <p:nvPr/>
        </p:nvSpPr>
        <p:spPr>
          <a:xfrm>
            <a:off x="225425" y="3622675"/>
            <a:ext cx="2051050" cy="2951163"/>
          </a:xfrm>
          <a:custGeom>
            <a:avLst/>
            <a:gdLst>
              <a:gd name="connsiteX0" fmla="*/ 0 w 2051050"/>
              <a:gd name="connsiteY0" fmla="*/ 0 h 2951163"/>
              <a:gd name="connsiteX1" fmla="*/ 622152 w 2051050"/>
              <a:gd name="connsiteY1" fmla="*/ 0 h 2951163"/>
              <a:gd name="connsiteX2" fmla="*/ 1264814 w 2051050"/>
              <a:gd name="connsiteY2" fmla="*/ 0 h 2951163"/>
              <a:gd name="connsiteX3" fmla="*/ 2051050 w 2051050"/>
              <a:gd name="connsiteY3" fmla="*/ 0 h 2951163"/>
              <a:gd name="connsiteX4" fmla="*/ 2051050 w 2051050"/>
              <a:gd name="connsiteY4" fmla="*/ 560721 h 2951163"/>
              <a:gd name="connsiteX5" fmla="*/ 2051050 w 2051050"/>
              <a:gd name="connsiteY5" fmla="*/ 1209977 h 2951163"/>
              <a:gd name="connsiteX6" fmla="*/ 2051050 w 2051050"/>
              <a:gd name="connsiteY6" fmla="*/ 1711675 h 2951163"/>
              <a:gd name="connsiteX7" fmla="*/ 2051050 w 2051050"/>
              <a:gd name="connsiteY7" fmla="*/ 2242884 h 2951163"/>
              <a:gd name="connsiteX8" fmla="*/ 2051050 w 2051050"/>
              <a:gd name="connsiteY8" fmla="*/ 2951163 h 2951163"/>
              <a:gd name="connsiteX9" fmla="*/ 1428898 w 2051050"/>
              <a:gd name="connsiteY9" fmla="*/ 2951163 h 2951163"/>
              <a:gd name="connsiteX10" fmla="*/ 786236 w 2051050"/>
              <a:gd name="connsiteY10" fmla="*/ 2951163 h 2951163"/>
              <a:gd name="connsiteX11" fmla="*/ 0 w 2051050"/>
              <a:gd name="connsiteY11" fmla="*/ 2951163 h 2951163"/>
              <a:gd name="connsiteX12" fmla="*/ 0 w 2051050"/>
              <a:gd name="connsiteY12" fmla="*/ 2449465 h 2951163"/>
              <a:gd name="connsiteX13" fmla="*/ 0 w 2051050"/>
              <a:gd name="connsiteY13" fmla="*/ 1829721 h 2951163"/>
              <a:gd name="connsiteX14" fmla="*/ 0 w 2051050"/>
              <a:gd name="connsiteY14" fmla="*/ 1239488 h 2951163"/>
              <a:gd name="connsiteX15" fmla="*/ 0 w 2051050"/>
              <a:gd name="connsiteY15" fmla="*/ 708279 h 2951163"/>
              <a:gd name="connsiteX16" fmla="*/ 0 w 2051050"/>
              <a:gd name="connsiteY16" fmla="*/ 0 h 295116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Lst>
            <a:rect l="l" t="t" r="r" b="b"/>
            <a:pathLst>
              <a:path w="2051050" h="2951163" extrusionOk="0">
                <a:moveTo>
                  <a:pt x="0" y="0"/>
                </a:moveTo>
                <a:cubicBezTo>
                  <a:pt x="306279" y="21950"/>
                  <a:pt x="339620" y="1228"/>
                  <a:pt x="622152" y="0"/>
                </a:cubicBezTo>
                <a:cubicBezTo>
                  <a:pt x="904684" y="-1228"/>
                  <a:pt x="1011457" y="20320"/>
                  <a:pt x="1264814" y="0"/>
                </a:cubicBezTo>
                <a:cubicBezTo>
                  <a:pt x="1518171" y="-20320"/>
                  <a:pt x="1857420" y="-30729"/>
                  <a:pt x="2051050" y="0"/>
                </a:cubicBezTo>
                <a:cubicBezTo>
                  <a:pt x="2063232" y="245709"/>
                  <a:pt x="2041507" y="343479"/>
                  <a:pt x="2051050" y="560721"/>
                </a:cubicBezTo>
                <a:cubicBezTo>
                  <a:pt x="2060593" y="777963"/>
                  <a:pt x="2080940" y="886218"/>
                  <a:pt x="2051050" y="1209977"/>
                </a:cubicBezTo>
                <a:cubicBezTo>
                  <a:pt x="2021160" y="1533736"/>
                  <a:pt x="2044051" y="1542940"/>
                  <a:pt x="2051050" y="1711675"/>
                </a:cubicBezTo>
                <a:cubicBezTo>
                  <a:pt x="2058049" y="1880410"/>
                  <a:pt x="2060947" y="2114975"/>
                  <a:pt x="2051050" y="2242884"/>
                </a:cubicBezTo>
                <a:cubicBezTo>
                  <a:pt x="2041153" y="2370793"/>
                  <a:pt x="2081957" y="2753717"/>
                  <a:pt x="2051050" y="2951163"/>
                </a:cubicBezTo>
                <a:cubicBezTo>
                  <a:pt x="1910115" y="2975025"/>
                  <a:pt x="1602720" y="2978995"/>
                  <a:pt x="1428898" y="2951163"/>
                </a:cubicBezTo>
                <a:cubicBezTo>
                  <a:pt x="1255076" y="2923331"/>
                  <a:pt x="924160" y="2933002"/>
                  <a:pt x="786236" y="2951163"/>
                </a:cubicBezTo>
                <a:cubicBezTo>
                  <a:pt x="648312" y="2969324"/>
                  <a:pt x="370261" y="2923618"/>
                  <a:pt x="0" y="2951163"/>
                </a:cubicBezTo>
                <a:cubicBezTo>
                  <a:pt x="14797" y="2840414"/>
                  <a:pt x="24747" y="2604392"/>
                  <a:pt x="0" y="2449465"/>
                </a:cubicBezTo>
                <a:cubicBezTo>
                  <a:pt x="-24747" y="2294538"/>
                  <a:pt x="12162" y="2112558"/>
                  <a:pt x="0" y="1829721"/>
                </a:cubicBezTo>
                <a:cubicBezTo>
                  <a:pt x="-12162" y="1546884"/>
                  <a:pt x="8429" y="1364361"/>
                  <a:pt x="0" y="1239488"/>
                </a:cubicBezTo>
                <a:cubicBezTo>
                  <a:pt x="-8429" y="1114615"/>
                  <a:pt x="7141" y="949936"/>
                  <a:pt x="0" y="708279"/>
                </a:cubicBezTo>
                <a:cubicBezTo>
                  <a:pt x="-7141" y="466622"/>
                  <a:pt x="-34761" y="237017"/>
                  <a:pt x="0" y="0"/>
                </a:cubicBezTo>
                <a:close/>
              </a:path>
            </a:pathLst>
          </a:custGeom>
          <a:noFill/>
          <a:ln w="25400">
            <a:solidFill>
              <a:schemeClr val="tx1">
                <a:lumMod val="95000"/>
                <a:lumOff val="5000"/>
              </a:schemeClr>
            </a:solidFill>
            <a:extLst>
              <a:ext uri="{C807C97D-BFC1-408E-A445-0C87EB9F89A2}">
                <ask:lineSketchStyleProps xmlns:ask="http://schemas.microsoft.com/office/drawing/2018/sketchyshapes" sd="1762638383">
                  <a:prstGeom prst="rect">
                    <a:avLst/>
                  </a:prstGeom>
                  <ask:type>
                    <ask:lineSketchFreehand/>
                  </ask:type>
                </ask:lineSketchStyleProps>
              </a:ext>
            </a:extLst>
          </a:ln>
        </p:spPr>
        <p:style>
          <a:lnRef idx="2">
            <a:schemeClr val="accent3">
              <a:shade val="50000"/>
            </a:schemeClr>
          </a:lnRef>
          <a:fillRef idx="1">
            <a:schemeClr val="accent3"/>
          </a:fillRef>
          <a:effectRef idx="0">
            <a:schemeClr val="accent3"/>
          </a:effectRef>
          <a:fontRef idx="minor">
            <a:schemeClr val="lt1"/>
          </a:fontRef>
        </p:style>
        <p:txBody>
          <a:bodyPr rtlCol="0" anchor="ctr"/>
          <a:lstStyle/>
          <a:p>
            <a:pPr algn="ctr"/>
            <a:endParaRPr lang="de-AT" dirty="0"/>
          </a:p>
        </p:txBody>
      </p:sp>
      <p:sp>
        <p:nvSpPr>
          <p:cNvPr id="7" name="Rechteck 6">
            <a:extLst>
              <a:ext uri="{FF2B5EF4-FFF2-40B4-BE49-F238E27FC236}">
                <a16:creationId xmlns:a16="http://schemas.microsoft.com/office/drawing/2014/main" id="{40C67BAC-4C76-4AEB-8ECF-8BA259B8DBA9}"/>
              </a:ext>
              <a:ext uri="{C183D7F6-B498-43B3-948B-1728B52AA6E4}">
                <adec:decorative xmlns:adec="http://schemas.microsoft.com/office/drawing/2017/decorative" val="1"/>
              </a:ext>
            </a:extLst>
          </p:cNvPr>
          <p:cNvSpPr/>
          <p:nvPr/>
        </p:nvSpPr>
        <p:spPr>
          <a:xfrm>
            <a:off x="117474" y="1513373"/>
            <a:ext cx="107951" cy="1878564"/>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de-AT"/>
          </a:p>
        </p:txBody>
      </p:sp>
      <p:sp>
        <p:nvSpPr>
          <p:cNvPr id="6" name="Rechteck 5">
            <a:extLst>
              <a:ext uri="{FF2B5EF4-FFF2-40B4-BE49-F238E27FC236}">
                <a16:creationId xmlns:a16="http://schemas.microsoft.com/office/drawing/2014/main" id="{D4EE5FB8-5C56-44E1-AA80-669D67DFE7B8}"/>
              </a:ext>
              <a:ext uri="{C183D7F6-B498-43B3-948B-1728B52AA6E4}">
                <adec:decorative xmlns:adec="http://schemas.microsoft.com/office/drawing/2017/decorative" val="1"/>
              </a:ext>
            </a:extLst>
          </p:cNvPr>
          <p:cNvSpPr/>
          <p:nvPr/>
        </p:nvSpPr>
        <p:spPr>
          <a:xfrm>
            <a:off x="2276474" y="1208573"/>
            <a:ext cx="107951" cy="1878564"/>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de-AT"/>
          </a:p>
        </p:txBody>
      </p:sp>
      <p:sp>
        <p:nvSpPr>
          <p:cNvPr id="5" name="Rechteck 4">
            <a:extLst>
              <a:ext uri="{FF2B5EF4-FFF2-40B4-BE49-F238E27FC236}">
                <a16:creationId xmlns:a16="http://schemas.microsoft.com/office/drawing/2014/main" id="{35A35FD0-A55E-40A1-BF07-64653A3272E6}"/>
              </a:ext>
              <a:ext uri="{C183D7F6-B498-43B3-948B-1728B52AA6E4}">
                <adec:decorative xmlns:adec="http://schemas.microsoft.com/office/drawing/2017/decorative" val="1"/>
              </a:ext>
            </a:extLst>
          </p:cNvPr>
          <p:cNvSpPr/>
          <p:nvPr/>
        </p:nvSpPr>
        <p:spPr>
          <a:xfrm>
            <a:off x="225425" y="523875"/>
            <a:ext cx="2051050" cy="2951163"/>
          </a:xfrm>
          <a:custGeom>
            <a:avLst/>
            <a:gdLst>
              <a:gd name="connsiteX0" fmla="*/ 0 w 2051050"/>
              <a:gd name="connsiteY0" fmla="*/ 0 h 2951163"/>
              <a:gd name="connsiteX1" fmla="*/ 622152 w 2051050"/>
              <a:gd name="connsiteY1" fmla="*/ 0 h 2951163"/>
              <a:gd name="connsiteX2" fmla="*/ 1264814 w 2051050"/>
              <a:gd name="connsiteY2" fmla="*/ 0 h 2951163"/>
              <a:gd name="connsiteX3" fmla="*/ 2051050 w 2051050"/>
              <a:gd name="connsiteY3" fmla="*/ 0 h 2951163"/>
              <a:gd name="connsiteX4" fmla="*/ 2051050 w 2051050"/>
              <a:gd name="connsiteY4" fmla="*/ 560721 h 2951163"/>
              <a:gd name="connsiteX5" fmla="*/ 2051050 w 2051050"/>
              <a:gd name="connsiteY5" fmla="*/ 1209977 h 2951163"/>
              <a:gd name="connsiteX6" fmla="*/ 2051050 w 2051050"/>
              <a:gd name="connsiteY6" fmla="*/ 1711675 h 2951163"/>
              <a:gd name="connsiteX7" fmla="*/ 2051050 w 2051050"/>
              <a:gd name="connsiteY7" fmla="*/ 2242884 h 2951163"/>
              <a:gd name="connsiteX8" fmla="*/ 2051050 w 2051050"/>
              <a:gd name="connsiteY8" fmla="*/ 2951163 h 2951163"/>
              <a:gd name="connsiteX9" fmla="*/ 1428898 w 2051050"/>
              <a:gd name="connsiteY9" fmla="*/ 2951163 h 2951163"/>
              <a:gd name="connsiteX10" fmla="*/ 786236 w 2051050"/>
              <a:gd name="connsiteY10" fmla="*/ 2951163 h 2951163"/>
              <a:gd name="connsiteX11" fmla="*/ 0 w 2051050"/>
              <a:gd name="connsiteY11" fmla="*/ 2951163 h 2951163"/>
              <a:gd name="connsiteX12" fmla="*/ 0 w 2051050"/>
              <a:gd name="connsiteY12" fmla="*/ 2449465 h 2951163"/>
              <a:gd name="connsiteX13" fmla="*/ 0 w 2051050"/>
              <a:gd name="connsiteY13" fmla="*/ 1829721 h 2951163"/>
              <a:gd name="connsiteX14" fmla="*/ 0 w 2051050"/>
              <a:gd name="connsiteY14" fmla="*/ 1239488 h 2951163"/>
              <a:gd name="connsiteX15" fmla="*/ 0 w 2051050"/>
              <a:gd name="connsiteY15" fmla="*/ 708279 h 2951163"/>
              <a:gd name="connsiteX16" fmla="*/ 0 w 2051050"/>
              <a:gd name="connsiteY16" fmla="*/ 0 h 295116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Lst>
            <a:rect l="l" t="t" r="r" b="b"/>
            <a:pathLst>
              <a:path w="2051050" h="2951163" extrusionOk="0">
                <a:moveTo>
                  <a:pt x="0" y="0"/>
                </a:moveTo>
                <a:cubicBezTo>
                  <a:pt x="306279" y="21950"/>
                  <a:pt x="339620" y="1228"/>
                  <a:pt x="622152" y="0"/>
                </a:cubicBezTo>
                <a:cubicBezTo>
                  <a:pt x="904684" y="-1228"/>
                  <a:pt x="1011457" y="20320"/>
                  <a:pt x="1264814" y="0"/>
                </a:cubicBezTo>
                <a:cubicBezTo>
                  <a:pt x="1518171" y="-20320"/>
                  <a:pt x="1857420" y="-30729"/>
                  <a:pt x="2051050" y="0"/>
                </a:cubicBezTo>
                <a:cubicBezTo>
                  <a:pt x="2063232" y="245709"/>
                  <a:pt x="2041507" y="343479"/>
                  <a:pt x="2051050" y="560721"/>
                </a:cubicBezTo>
                <a:cubicBezTo>
                  <a:pt x="2060593" y="777963"/>
                  <a:pt x="2080940" y="886218"/>
                  <a:pt x="2051050" y="1209977"/>
                </a:cubicBezTo>
                <a:cubicBezTo>
                  <a:pt x="2021160" y="1533736"/>
                  <a:pt x="2044051" y="1542940"/>
                  <a:pt x="2051050" y="1711675"/>
                </a:cubicBezTo>
                <a:cubicBezTo>
                  <a:pt x="2058049" y="1880410"/>
                  <a:pt x="2060947" y="2114975"/>
                  <a:pt x="2051050" y="2242884"/>
                </a:cubicBezTo>
                <a:cubicBezTo>
                  <a:pt x="2041153" y="2370793"/>
                  <a:pt x="2081957" y="2753717"/>
                  <a:pt x="2051050" y="2951163"/>
                </a:cubicBezTo>
                <a:cubicBezTo>
                  <a:pt x="1910115" y="2975025"/>
                  <a:pt x="1602720" y="2978995"/>
                  <a:pt x="1428898" y="2951163"/>
                </a:cubicBezTo>
                <a:cubicBezTo>
                  <a:pt x="1255076" y="2923331"/>
                  <a:pt x="924160" y="2933002"/>
                  <a:pt x="786236" y="2951163"/>
                </a:cubicBezTo>
                <a:cubicBezTo>
                  <a:pt x="648312" y="2969324"/>
                  <a:pt x="370261" y="2923618"/>
                  <a:pt x="0" y="2951163"/>
                </a:cubicBezTo>
                <a:cubicBezTo>
                  <a:pt x="14797" y="2840414"/>
                  <a:pt x="24747" y="2604392"/>
                  <a:pt x="0" y="2449465"/>
                </a:cubicBezTo>
                <a:cubicBezTo>
                  <a:pt x="-24747" y="2294538"/>
                  <a:pt x="12162" y="2112558"/>
                  <a:pt x="0" y="1829721"/>
                </a:cubicBezTo>
                <a:cubicBezTo>
                  <a:pt x="-12162" y="1546884"/>
                  <a:pt x="8429" y="1364361"/>
                  <a:pt x="0" y="1239488"/>
                </a:cubicBezTo>
                <a:cubicBezTo>
                  <a:pt x="-8429" y="1114615"/>
                  <a:pt x="7141" y="949936"/>
                  <a:pt x="0" y="708279"/>
                </a:cubicBezTo>
                <a:cubicBezTo>
                  <a:pt x="-7141" y="466622"/>
                  <a:pt x="-34761" y="237017"/>
                  <a:pt x="0" y="0"/>
                </a:cubicBezTo>
                <a:close/>
              </a:path>
            </a:pathLst>
          </a:custGeom>
          <a:noFill/>
          <a:ln w="25400">
            <a:solidFill>
              <a:schemeClr val="tx1">
                <a:lumMod val="95000"/>
                <a:lumOff val="5000"/>
              </a:schemeClr>
            </a:solidFill>
            <a:extLst>
              <a:ext uri="{C807C97D-BFC1-408E-A445-0C87EB9F89A2}">
                <ask:lineSketchStyleProps xmlns:ask="http://schemas.microsoft.com/office/drawing/2018/sketchyshapes" sd="1762638383">
                  <a:prstGeom prst="rect">
                    <a:avLst/>
                  </a:prstGeom>
                  <ask:type>
                    <ask:lineSketchFreehand/>
                  </ask:type>
                </ask:lineSketchStyleProps>
              </a:ext>
            </a:extLst>
          </a:ln>
        </p:spPr>
        <p:style>
          <a:lnRef idx="2">
            <a:schemeClr val="accent3">
              <a:shade val="50000"/>
            </a:schemeClr>
          </a:lnRef>
          <a:fillRef idx="1">
            <a:schemeClr val="accent3"/>
          </a:fillRef>
          <a:effectRef idx="0">
            <a:schemeClr val="accent3"/>
          </a:effectRef>
          <a:fontRef idx="minor">
            <a:schemeClr val="lt1"/>
          </a:fontRef>
        </p:style>
        <p:txBody>
          <a:bodyPr rtlCol="0" anchor="ctr"/>
          <a:lstStyle/>
          <a:p>
            <a:pPr algn="ctr"/>
            <a:endParaRPr lang="de-AT" dirty="0"/>
          </a:p>
        </p:txBody>
      </p:sp>
      <p:sp>
        <p:nvSpPr>
          <p:cNvPr id="8" name="Rechteck 7">
            <a:extLst>
              <a:ext uri="{FF2B5EF4-FFF2-40B4-BE49-F238E27FC236}">
                <a16:creationId xmlns:a16="http://schemas.microsoft.com/office/drawing/2014/main" id="{8F7BB68B-4EA1-453C-81FF-328783FC13FF}"/>
              </a:ext>
              <a:ext uri="{C183D7F6-B498-43B3-948B-1728B52AA6E4}">
                <adec:decorative xmlns:adec="http://schemas.microsoft.com/office/drawing/2017/decorative" val="1"/>
              </a:ext>
            </a:extLst>
          </p:cNvPr>
          <p:cNvSpPr/>
          <p:nvPr/>
        </p:nvSpPr>
        <p:spPr>
          <a:xfrm>
            <a:off x="2403475" y="525462"/>
            <a:ext cx="2051050" cy="2951163"/>
          </a:xfrm>
          <a:custGeom>
            <a:avLst/>
            <a:gdLst>
              <a:gd name="connsiteX0" fmla="*/ 0 w 2051050"/>
              <a:gd name="connsiteY0" fmla="*/ 0 h 2951163"/>
              <a:gd name="connsiteX1" fmla="*/ 622152 w 2051050"/>
              <a:gd name="connsiteY1" fmla="*/ 0 h 2951163"/>
              <a:gd name="connsiteX2" fmla="*/ 1264814 w 2051050"/>
              <a:gd name="connsiteY2" fmla="*/ 0 h 2951163"/>
              <a:gd name="connsiteX3" fmla="*/ 2051050 w 2051050"/>
              <a:gd name="connsiteY3" fmla="*/ 0 h 2951163"/>
              <a:gd name="connsiteX4" fmla="*/ 2051050 w 2051050"/>
              <a:gd name="connsiteY4" fmla="*/ 560721 h 2951163"/>
              <a:gd name="connsiteX5" fmla="*/ 2051050 w 2051050"/>
              <a:gd name="connsiteY5" fmla="*/ 1209977 h 2951163"/>
              <a:gd name="connsiteX6" fmla="*/ 2051050 w 2051050"/>
              <a:gd name="connsiteY6" fmla="*/ 1711675 h 2951163"/>
              <a:gd name="connsiteX7" fmla="*/ 2051050 w 2051050"/>
              <a:gd name="connsiteY7" fmla="*/ 2242884 h 2951163"/>
              <a:gd name="connsiteX8" fmla="*/ 2051050 w 2051050"/>
              <a:gd name="connsiteY8" fmla="*/ 2951163 h 2951163"/>
              <a:gd name="connsiteX9" fmla="*/ 1428898 w 2051050"/>
              <a:gd name="connsiteY9" fmla="*/ 2951163 h 2951163"/>
              <a:gd name="connsiteX10" fmla="*/ 786236 w 2051050"/>
              <a:gd name="connsiteY10" fmla="*/ 2951163 h 2951163"/>
              <a:gd name="connsiteX11" fmla="*/ 0 w 2051050"/>
              <a:gd name="connsiteY11" fmla="*/ 2951163 h 2951163"/>
              <a:gd name="connsiteX12" fmla="*/ 0 w 2051050"/>
              <a:gd name="connsiteY12" fmla="*/ 2449465 h 2951163"/>
              <a:gd name="connsiteX13" fmla="*/ 0 w 2051050"/>
              <a:gd name="connsiteY13" fmla="*/ 1829721 h 2951163"/>
              <a:gd name="connsiteX14" fmla="*/ 0 w 2051050"/>
              <a:gd name="connsiteY14" fmla="*/ 1239488 h 2951163"/>
              <a:gd name="connsiteX15" fmla="*/ 0 w 2051050"/>
              <a:gd name="connsiteY15" fmla="*/ 708279 h 2951163"/>
              <a:gd name="connsiteX16" fmla="*/ 0 w 2051050"/>
              <a:gd name="connsiteY16" fmla="*/ 0 h 295116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Lst>
            <a:rect l="l" t="t" r="r" b="b"/>
            <a:pathLst>
              <a:path w="2051050" h="2951163" extrusionOk="0">
                <a:moveTo>
                  <a:pt x="0" y="0"/>
                </a:moveTo>
                <a:cubicBezTo>
                  <a:pt x="306279" y="21950"/>
                  <a:pt x="339620" y="1228"/>
                  <a:pt x="622152" y="0"/>
                </a:cubicBezTo>
                <a:cubicBezTo>
                  <a:pt x="904684" y="-1228"/>
                  <a:pt x="1011457" y="20320"/>
                  <a:pt x="1264814" y="0"/>
                </a:cubicBezTo>
                <a:cubicBezTo>
                  <a:pt x="1518171" y="-20320"/>
                  <a:pt x="1857420" y="-30729"/>
                  <a:pt x="2051050" y="0"/>
                </a:cubicBezTo>
                <a:cubicBezTo>
                  <a:pt x="2063232" y="245709"/>
                  <a:pt x="2041507" y="343479"/>
                  <a:pt x="2051050" y="560721"/>
                </a:cubicBezTo>
                <a:cubicBezTo>
                  <a:pt x="2060593" y="777963"/>
                  <a:pt x="2080940" y="886218"/>
                  <a:pt x="2051050" y="1209977"/>
                </a:cubicBezTo>
                <a:cubicBezTo>
                  <a:pt x="2021160" y="1533736"/>
                  <a:pt x="2044051" y="1542940"/>
                  <a:pt x="2051050" y="1711675"/>
                </a:cubicBezTo>
                <a:cubicBezTo>
                  <a:pt x="2058049" y="1880410"/>
                  <a:pt x="2060947" y="2114975"/>
                  <a:pt x="2051050" y="2242884"/>
                </a:cubicBezTo>
                <a:cubicBezTo>
                  <a:pt x="2041153" y="2370793"/>
                  <a:pt x="2081957" y="2753717"/>
                  <a:pt x="2051050" y="2951163"/>
                </a:cubicBezTo>
                <a:cubicBezTo>
                  <a:pt x="1910115" y="2975025"/>
                  <a:pt x="1602720" y="2978995"/>
                  <a:pt x="1428898" y="2951163"/>
                </a:cubicBezTo>
                <a:cubicBezTo>
                  <a:pt x="1255076" y="2923331"/>
                  <a:pt x="924160" y="2933002"/>
                  <a:pt x="786236" y="2951163"/>
                </a:cubicBezTo>
                <a:cubicBezTo>
                  <a:pt x="648312" y="2969324"/>
                  <a:pt x="370261" y="2923618"/>
                  <a:pt x="0" y="2951163"/>
                </a:cubicBezTo>
                <a:cubicBezTo>
                  <a:pt x="14797" y="2840414"/>
                  <a:pt x="24747" y="2604392"/>
                  <a:pt x="0" y="2449465"/>
                </a:cubicBezTo>
                <a:cubicBezTo>
                  <a:pt x="-24747" y="2294538"/>
                  <a:pt x="12162" y="2112558"/>
                  <a:pt x="0" y="1829721"/>
                </a:cubicBezTo>
                <a:cubicBezTo>
                  <a:pt x="-12162" y="1546884"/>
                  <a:pt x="8429" y="1364361"/>
                  <a:pt x="0" y="1239488"/>
                </a:cubicBezTo>
                <a:cubicBezTo>
                  <a:pt x="-8429" y="1114615"/>
                  <a:pt x="7141" y="949936"/>
                  <a:pt x="0" y="708279"/>
                </a:cubicBezTo>
                <a:cubicBezTo>
                  <a:pt x="-7141" y="466622"/>
                  <a:pt x="-34761" y="237017"/>
                  <a:pt x="0" y="0"/>
                </a:cubicBezTo>
                <a:close/>
              </a:path>
            </a:pathLst>
          </a:custGeom>
          <a:noFill/>
          <a:ln w="25400">
            <a:solidFill>
              <a:schemeClr val="tx1">
                <a:lumMod val="95000"/>
                <a:lumOff val="5000"/>
              </a:schemeClr>
            </a:solidFill>
            <a:extLst>
              <a:ext uri="{C807C97D-BFC1-408E-A445-0C87EB9F89A2}">
                <ask:lineSketchStyleProps xmlns:ask="http://schemas.microsoft.com/office/drawing/2018/sketchyshapes" sd="1762638383">
                  <a:prstGeom prst="rect">
                    <a:avLst/>
                  </a:prstGeom>
                  <ask:type>
                    <ask:lineSketchFreehand/>
                  </ask:type>
                </ask:lineSketchStyleProps>
              </a:ext>
            </a:extLst>
          </a:ln>
        </p:spPr>
        <p:style>
          <a:lnRef idx="2">
            <a:schemeClr val="accent3">
              <a:shade val="50000"/>
            </a:schemeClr>
          </a:lnRef>
          <a:fillRef idx="1">
            <a:schemeClr val="accent3"/>
          </a:fillRef>
          <a:effectRef idx="0">
            <a:schemeClr val="accent3"/>
          </a:effectRef>
          <a:fontRef idx="minor">
            <a:schemeClr val="lt1"/>
          </a:fontRef>
        </p:style>
        <p:txBody>
          <a:bodyPr rtlCol="0" anchor="ctr"/>
          <a:lstStyle/>
          <a:p>
            <a:pPr algn="ctr"/>
            <a:endParaRPr lang="de-AT" dirty="0"/>
          </a:p>
        </p:txBody>
      </p:sp>
      <p:sp>
        <p:nvSpPr>
          <p:cNvPr id="9" name="Rechteck 8">
            <a:extLst>
              <a:ext uri="{FF2B5EF4-FFF2-40B4-BE49-F238E27FC236}">
                <a16:creationId xmlns:a16="http://schemas.microsoft.com/office/drawing/2014/main" id="{1D5CFDC9-2DA5-4C79-A306-63C77D5FB1C0}"/>
              </a:ext>
              <a:ext uri="{C183D7F6-B498-43B3-948B-1728B52AA6E4}">
                <adec:decorative xmlns:adec="http://schemas.microsoft.com/office/drawing/2017/decorative" val="1"/>
              </a:ext>
            </a:extLst>
          </p:cNvPr>
          <p:cNvSpPr/>
          <p:nvPr/>
        </p:nvSpPr>
        <p:spPr>
          <a:xfrm>
            <a:off x="4581525" y="523874"/>
            <a:ext cx="2051050" cy="2951163"/>
          </a:xfrm>
          <a:custGeom>
            <a:avLst/>
            <a:gdLst>
              <a:gd name="connsiteX0" fmla="*/ 0 w 2051050"/>
              <a:gd name="connsiteY0" fmla="*/ 0 h 2951163"/>
              <a:gd name="connsiteX1" fmla="*/ 622152 w 2051050"/>
              <a:gd name="connsiteY1" fmla="*/ 0 h 2951163"/>
              <a:gd name="connsiteX2" fmla="*/ 1264814 w 2051050"/>
              <a:gd name="connsiteY2" fmla="*/ 0 h 2951163"/>
              <a:gd name="connsiteX3" fmla="*/ 2051050 w 2051050"/>
              <a:gd name="connsiteY3" fmla="*/ 0 h 2951163"/>
              <a:gd name="connsiteX4" fmla="*/ 2051050 w 2051050"/>
              <a:gd name="connsiteY4" fmla="*/ 560721 h 2951163"/>
              <a:gd name="connsiteX5" fmla="*/ 2051050 w 2051050"/>
              <a:gd name="connsiteY5" fmla="*/ 1209977 h 2951163"/>
              <a:gd name="connsiteX6" fmla="*/ 2051050 w 2051050"/>
              <a:gd name="connsiteY6" fmla="*/ 1711675 h 2951163"/>
              <a:gd name="connsiteX7" fmla="*/ 2051050 w 2051050"/>
              <a:gd name="connsiteY7" fmla="*/ 2242884 h 2951163"/>
              <a:gd name="connsiteX8" fmla="*/ 2051050 w 2051050"/>
              <a:gd name="connsiteY8" fmla="*/ 2951163 h 2951163"/>
              <a:gd name="connsiteX9" fmla="*/ 1428898 w 2051050"/>
              <a:gd name="connsiteY9" fmla="*/ 2951163 h 2951163"/>
              <a:gd name="connsiteX10" fmla="*/ 786236 w 2051050"/>
              <a:gd name="connsiteY10" fmla="*/ 2951163 h 2951163"/>
              <a:gd name="connsiteX11" fmla="*/ 0 w 2051050"/>
              <a:gd name="connsiteY11" fmla="*/ 2951163 h 2951163"/>
              <a:gd name="connsiteX12" fmla="*/ 0 w 2051050"/>
              <a:gd name="connsiteY12" fmla="*/ 2449465 h 2951163"/>
              <a:gd name="connsiteX13" fmla="*/ 0 w 2051050"/>
              <a:gd name="connsiteY13" fmla="*/ 1829721 h 2951163"/>
              <a:gd name="connsiteX14" fmla="*/ 0 w 2051050"/>
              <a:gd name="connsiteY14" fmla="*/ 1239488 h 2951163"/>
              <a:gd name="connsiteX15" fmla="*/ 0 w 2051050"/>
              <a:gd name="connsiteY15" fmla="*/ 708279 h 2951163"/>
              <a:gd name="connsiteX16" fmla="*/ 0 w 2051050"/>
              <a:gd name="connsiteY16" fmla="*/ 0 h 295116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Lst>
            <a:rect l="l" t="t" r="r" b="b"/>
            <a:pathLst>
              <a:path w="2051050" h="2951163" extrusionOk="0">
                <a:moveTo>
                  <a:pt x="0" y="0"/>
                </a:moveTo>
                <a:cubicBezTo>
                  <a:pt x="306279" y="21950"/>
                  <a:pt x="339620" y="1228"/>
                  <a:pt x="622152" y="0"/>
                </a:cubicBezTo>
                <a:cubicBezTo>
                  <a:pt x="904684" y="-1228"/>
                  <a:pt x="1011457" y="20320"/>
                  <a:pt x="1264814" y="0"/>
                </a:cubicBezTo>
                <a:cubicBezTo>
                  <a:pt x="1518171" y="-20320"/>
                  <a:pt x="1857420" y="-30729"/>
                  <a:pt x="2051050" y="0"/>
                </a:cubicBezTo>
                <a:cubicBezTo>
                  <a:pt x="2063232" y="245709"/>
                  <a:pt x="2041507" y="343479"/>
                  <a:pt x="2051050" y="560721"/>
                </a:cubicBezTo>
                <a:cubicBezTo>
                  <a:pt x="2060593" y="777963"/>
                  <a:pt x="2080940" y="886218"/>
                  <a:pt x="2051050" y="1209977"/>
                </a:cubicBezTo>
                <a:cubicBezTo>
                  <a:pt x="2021160" y="1533736"/>
                  <a:pt x="2044051" y="1542940"/>
                  <a:pt x="2051050" y="1711675"/>
                </a:cubicBezTo>
                <a:cubicBezTo>
                  <a:pt x="2058049" y="1880410"/>
                  <a:pt x="2060947" y="2114975"/>
                  <a:pt x="2051050" y="2242884"/>
                </a:cubicBezTo>
                <a:cubicBezTo>
                  <a:pt x="2041153" y="2370793"/>
                  <a:pt x="2081957" y="2753717"/>
                  <a:pt x="2051050" y="2951163"/>
                </a:cubicBezTo>
                <a:cubicBezTo>
                  <a:pt x="1910115" y="2975025"/>
                  <a:pt x="1602720" y="2978995"/>
                  <a:pt x="1428898" y="2951163"/>
                </a:cubicBezTo>
                <a:cubicBezTo>
                  <a:pt x="1255076" y="2923331"/>
                  <a:pt x="924160" y="2933002"/>
                  <a:pt x="786236" y="2951163"/>
                </a:cubicBezTo>
                <a:cubicBezTo>
                  <a:pt x="648312" y="2969324"/>
                  <a:pt x="370261" y="2923618"/>
                  <a:pt x="0" y="2951163"/>
                </a:cubicBezTo>
                <a:cubicBezTo>
                  <a:pt x="14797" y="2840414"/>
                  <a:pt x="24747" y="2604392"/>
                  <a:pt x="0" y="2449465"/>
                </a:cubicBezTo>
                <a:cubicBezTo>
                  <a:pt x="-24747" y="2294538"/>
                  <a:pt x="12162" y="2112558"/>
                  <a:pt x="0" y="1829721"/>
                </a:cubicBezTo>
                <a:cubicBezTo>
                  <a:pt x="-12162" y="1546884"/>
                  <a:pt x="8429" y="1364361"/>
                  <a:pt x="0" y="1239488"/>
                </a:cubicBezTo>
                <a:cubicBezTo>
                  <a:pt x="-8429" y="1114615"/>
                  <a:pt x="7141" y="949936"/>
                  <a:pt x="0" y="708279"/>
                </a:cubicBezTo>
                <a:cubicBezTo>
                  <a:pt x="-7141" y="466622"/>
                  <a:pt x="-34761" y="237017"/>
                  <a:pt x="0" y="0"/>
                </a:cubicBezTo>
                <a:close/>
              </a:path>
            </a:pathLst>
          </a:custGeom>
          <a:noFill/>
          <a:ln w="25400">
            <a:solidFill>
              <a:schemeClr val="tx1">
                <a:lumMod val="95000"/>
                <a:lumOff val="5000"/>
              </a:schemeClr>
            </a:solidFill>
            <a:extLst>
              <a:ext uri="{C807C97D-BFC1-408E-A445-0C87EB9F89A2}">
                <ask:lineSketchStyleProps xmlns:ask="http://schemas.microsoft.com/office/drawing/2018/sketchyshapes" sd="1762638383">
                  <a:prstGeom prst="rect">
                    <a:avLst/>
                  </a:prstGeom>
                  <ask:type>
                    <ask:lineSketchFreehand/>
                  </ask:type>
                </ask:lineSketchStyleProps>
              </a:ext>
            </a:extLst>
          </a:ln>
        </p:spPr>
        <p:style>
          <a:lnRef idx="2">
            <a:schemeClr val="accent3">
              <a:shade val="50000"/>
            </a:schemeClr>
          </a:lnRef>
          <a:fillRef idx="1">
            <a:schemeClr val="accent3"/>
          </a:fillRef>
          <a:effectRef idx="0">
            <a:schemeClr val="accent3"/>
          </a:effectRef>
          <a:fontRef idx="minor">
            <a:schemeClr val="lt1"/>
          </a:fontRef>
        </p:style>
        <p:txBody>
          <a:bodyPr rtlCol="0" anchor="ctr"/>
          <a:lstStyle/>
          <a:p>
            <a:pPr algn="ctr"/>
            <a:endParaRPr lang="de-AT" dirty="0"/>
          </a:p>
        </p:txBody>
      </p:sp>
      <p:sp>
        <p:nvSpPr>
          <p:cNvPr id="10" name="Rechteck 9">
            <a:extLst>
              <a:ext uri="{FF2B5EF4-FFF2-40B4-BE49-F238E27FC236}">
                <a16:creationId xmlns:a16="http://schemas.microsoft.com/office/drawing/2014/main" id="{2F2BAE84-6669-487D-9AFB-6B798F617EED}"/>
              </a:ext>
              <a:ext uri="{C183D7F6-B498-43B3-948B-1728B52AA6E4}">
                <adec:decorative xmlns:adec="http://schemas.microsoft.com/office/drawing/2017/decorative" val="1"/>
              </a:ext>
            </a:extLst>
          </p:cNvPr>
          <p:cNvSpPr/>
          <p:nvPr/>
        </p:nvSpPr>
        <p:spPr>
          <a:xfrm>
            <a:off x="2403475" y="3621088"/>
            <a:ext cx="4229100" cy="2951163"/>
          </a:xfrm>
          <a:custGeom>
            <a:avLst/>
            <a:gdLst>
              <a:gd name="connsiteX0" fmla="*/ 0 w 4229100"/>
              <a:gd name="connsiteY0" fmla="*/ 0 h 2951163"/>
              <a:gd name="connsiteX1" fmla="*/ 477284 w 4229100"/>
              <a:gd name="connsiteY1" fmla="*/ 0 h 2951163"/>
              <a:gd name="connsiteX2" fmla="*/ 996859 w 4229100"/>
              <a:gd name="connsiteY2" fmla="*/ 0 h 2951163"/>
              <a:gd name="connsiteX3" fmla="*/ 1601016 w 4229100"/>
              <a:gd name="connsiteY3" fmla="*/ 0 h 2951163"/>
              <a:gd name="connsiteX4" fmla="*/ 2162883 w 4229100"/>
              <a:gd name="connsiteY4" fmla="*/ 0 h 2951163"/>
              <a:gd name="connsiteX5" fmla="*/ 2682458 w 4229100"/>
              <a:gd name="connsiteY5" fmla="*/ 0 h 2951163"/>
              <a:gd name="connsiteX6" fmla="*/ 3328906 w 4229100"/>
              <a:gd name="connsiteY6" fmla="*/ 0 h 2951163"/>
              <a:gd name="connsiteX7" fmla="*/ 4229100 w 4229100"/>
              <a:gd name="connsiteY7" fmla="*/ 0 h 2951163"/>
              <a:gd name="connsiteX8" fmla="*/ 4229100 w 4229100"/>
              <a:gd name="connsiteY8" fmla="*/ 649256 h 2951163"/>
              <a:gd name="connsiteX9" fmla="*/ 4229100 w 4229100"/>
              <a:gd name="connsiteY9" fmla="*/ 1150954 h 2951163"/>
              <a:gd name="connsiteX10" fmla="*/ 4229100 w 4229100"/>
              <a:gd name="connsiteY10" fmla="*/ 1800209 h 2951163"/>
              <a:gd name="connsiteX11" fmla="*/ 4229100 w 4229100"/>
              <a:gd name="connsiteY11" fmla="*/ 2331419 h 2951163"/>
              <a:gd name="connsiteX12" fmla="*/ 4229100 w 4229100"/>
              <a:gd name="connsiteY12" fmla="*/ 2951163 h 2951163"/>
              <a:gd name="connsiteX13" fmla="*/ 3540361 w 4229100"/>
              <a:gd name="connsiteY13" fmla="*/ 2951163 h 2951163"/>
              <a:gd name="connsiteX14" fmla="*/ 2978495 w 4229100"/>
              <a:gd name="connsiteY14" fmla="*/ 2951163 h 2951163"/>
              <a:gd name="connsiteX15" fmla="*/ 2332047 w 4229100"/>
              <a:gd name="connsiteY15" fmla="*/ 2951163 h 2951163"/>
              <a:gd name="connsiteX16" fmla="*/ 1854762 w 4229100"/>
              <a:gd name="connsiteY16" fmla="*/ 2951163 h 2951163"/>
              <a:gd name="connsiteX17" fmla="*/ 1377478 w 4229100"/>
              <a:gd name="connsiteY17" fmla="*/ 2951163 h 2951163"/>
              <a:gd name="connsiteX18" fmla="*/ 857903 w 4229100"/>
              <a:gd name="connsiteY18" fmla="*/ 2951163 h 2951163"/>
              <a:gd name="connsiteX19" fmla="*/ 0 w 4229100"/>
              <a:gd name="connsiteY19" fmla="*/ 2951163 h 2951163"/>
              <a:gd name="connsiteX20" fmla="*/ 0 w 4229100"/>
              <a:gd name="connsiteY20" fmla="*/ 2390442 h 2951163"/>
              <a:gd name="connsiteX21" fmla="*/ 0 w 4229100"/>
              <a:gd name="connsiteY21" fmla="*/ 1800209 h 2951163"/>
              <a:gd name="connsiteX22" fmla="*/ 0 w 4229100"/>
              <a:gd name="connsiteY22" fmla="*/ 1269000 h 2951163"/>
              <a:gd name="connsiteX23" fmla="*/ 0 w 4229100"/>
              <a:gd name="connsiteY23" fmla="*/ 737791 h 2951163"/>
              <a:gd name="connsiteX24" fmla="*/ 0 w 4229100"/>
              <a:gd name="connsiteY24" fmla="*/ 0 h 295116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Lst>
            <a:rect l="l" t="t" r="r" b="b"/>
            <a:pathLst>
              <a:path w="4229100" h="2951163" extrusionOk="0">
                <a:moveTo>
                  <a:pt x="0" y="0"/>
                </a:moveTo>
                <a:cubicBezTo>
                  <a:pt x="226729" y="11653"/>
                  <a:pt x="260739" y="-11885"/>
                  <a:pt x="477284" y="0"/>
                </a:cubicBezTo>
                <a:cubicBezTo>
                  <a:pt x="693829" y="11885"/>
                  <a:pt x="816080" y="-1007"/>
                  <a:pt x="996859" y="0"/>
                </a:cubicBezTo>
                <a:cubicBezTo>
                  <a:pt x="1177638" y="1007"/>
                  <a:pt x="1312168" y="15822"/>
                  <a:pt x="1601016" y="0"/>
                </a:cubicBezTo>
                <a:cubicBezTo>
                  <a:pt x="1889864" y="-15822"/>
                  <a:pt x="1918296" y="-16857"/>
                  <a:pt x="2162883" y="0"/>
                </a:cubicBezTo>
                <a:cubicBezTo>
                  <a:pt x="2407470" y="16857"/>
                  <a:pt x="2482670" y="8801"/>
                  <a:pt x="2682458" y="0"/>
                </a:cubicBezTo>
                <a:cubicBezTo>
                  <a:pt x="2882246" y="-8801"/>
                  <a:pt x="3148831" y="-8718"/>
                  <a:pt x="3328906" y="0"/>
                </a:cubicBezTo>
                <a:cubicBezTo>
                  <a:pt x="3508981" y="8718"/>
                  <a:pt x="3823410" y="31949"/>
                  <a:pt x="4229100" y="0"/>
                </a:cubicBezTo>
                <a:cubicBezTo>
                  <a:pt x="4229205" y="211258"/>
                  <a:pt x="4222629" y="514894"/>
                  <a:pt x="4229100" y="649256"/>
                </a:cubicBezTo>
                <a:cubicBezTo>
                  <a:pt x="4235571" y="783618"/>
                  <a:pt x="4215589" y="969180"/>
                  <a:pt x="4229100" y="1150954"/>
                </a:cubicBezTo>
                <a:cubicBezTo>
                  <a:pt x="4242611" y="1332728"/>
                  <a:pt x="4232970" y="1576998"/>
                  <a:pt x="4229100" y="1800209"/>
                </a:cubicBezTo>
                <a:cubicBezTo>
                  <a:pt x="4225230" y="2023421"/>
                  <a:pt x="4234991" y="2072380"/>
                  <a:pt x="4229100" y="2331419"/>
                </a:cubicBezTo>
                <a:cubicBezTo>
                  <a:pt x="4223210" y="2590458"/>
                  <a:pt x="4206136" y="2806842"/>
                  <a:pt x="4229100" y="2951163"/>
                </a:cubicBezTo>
                <a:cubicBezTo>
                  <a:pt x="3981958" y="2920508"/>
                  <a:pt x="3849829" y="2968634"/>
                  <a:pt x="3540361" y="2951163"/>
                </a:cubicBezTo>
                <a:cubicBezTo>
                  <a:pt x="3230893" y="2933692"/>
                  <a:pt x="3170035" y="2925978"/>
                  <a:pt x="2978495" y="2951163"/>
                </a:cubicBezTo>
                <a:cubicBezTo>
                  <a:pt x="2786955" y="2976348"/>
                  <a:pt x="2489744" y="2981132"/>
                  <a:pt x="2332047" y="2951163"/>
                </a:cubicBezTo>
                <a:cubicBezTo>
                  <a:pt x="2174350" y="2921194"/>
                  <a:pt x="2033243" y="2973754"/>
                  <a:pt x="1854762" y="2951163"/>
                </a:cubicBezTo>
                <a:cubicBezTo>
                  <a:pt x="1676281" y="2928572"/>
                  <a:pt x="1550800" y="2969045"/>
                  <a:pt x="1377478" y="2951163"/>
                </a:cubicBezTo>
                <a:cubicBezTo>
                  <a:pt x="1204156" y="2933281"/>
                  <a:pt x="998686" y="2939351"/>
                  <a:pt x="857903" y="2951163"/>
                </a:cubicBezTo>
                <a:cubicBezTo>
                  <a:pt x="717120" y="2962975"/>
                  <a:pt x="256719" y="2943287"/>
                  <a:pt x="0" y="2951163"/>
                </a:cubicBezTo>
                <a:cubicBezTo>
                  <a:pt x="-26144" y="2766674"/>
                  <a:pt x="27931" y="2563789"/>
                  <a:pt x="0" y="2390442"/>
                </a:cubicBezTo>
                <a:cubicBezTo>
                  <a:pt x="-27931" y="2217095"/>
                  <a:pt x="-19940" y="2036067"/>
                  <a:pt x="0" y="1800209"/>
                </a:cubicBezTo>
                <a:cubicBezTo>
                  <a:pt x="19940" y="1564351"/>
                  <a:pt x="5937" y="1533559"/>
                  <a:pt x="0" y="1269000"/>
                </a:cubicBezTo>
                <a:cubicBezTo>
                  <a:pt x="-5937" y="1004441"/>
                  <a:pt x="-2113" y="947347"/>
                  <a:pt x="0" y="737791"/>
                </a:cubicBezTo>
                <a:cubicBezTo>
                  <a:pt x="2113" y="528235"/>
                  <a:pt x="20187" y="343573"/>
                  <a:pt x="0" y="0"/>
                </a:cubicBezTo>
                <a:close/>
              </a:path>
            </a:pathLst>
          </a:custGeom>
          <a:noFill/>
          <a:ln w="25400">
            <a:solidFill>
              <a:schemeClr val="tx1">
                <a:lumMod val="95000"/>
                <a:lumOff val="5000"/>
              </a:schemeClr>
            </a:solidFill>
            <a:extLst>
              <a:ext uri="{C807C97D-BFC1-408E-A445-0C87EB9F89A2}">
                <ask:lineSketchStyleProps xmlns:ask="http://schemas.microsoft.com/office/drawing/2018/sketchyshapes" sd="1762638383">
                  <a:prstGeom prst="rect">
                    <a:avLst/>
                  </a:prstGeom>
                  <ask:type>
                    <ask:lineSketchFreehand/>
                  </ask:type>
                </ask:lineSketchStyleProps>
              </a:ext>
            </a:extLst>
          </a:ln>
        </p:spPr>
        <p:style>
          <a:lnRef idx="2">
            <a:schemeClr val="accent3">
              <a:shade val="50000"/>
            </a:schemeClr>
          </a:lnRef>
          <a:fillRef idx="1">
            <a:schemeClr val="accent3"/>
          </a:fillRef>
          <a:effectRef idx="0">
            <a:schemeClr val="accent3"/>
          </a:effectRef>
          <a:fontRef idx="minor">
            <a:schemeClr val="lt1"/>
          </a:fontRef>
        </p:style>
        <p:txBody>
          <a:bodyPr rtlCol="0" anchor="ctr"/>
          <a:lstStyle/>
          <a:p>
            <a:pPr algn="ctr"/>
            <a:endParaRPr lang="de-AT" dirty="0"/>
          </a:p>
        </p:txBody>
      </p:sp>
      <p:sp>
        <p:nvSpPr>
          <p:cNvPr id="11" name="Rechteck 10">
            <a:extLst>
              <a:ext uri="{FF2B5EF4-FFF2-40B4-BE49-F238E27FC236}">
                <a16:creationId xmlns:a16="http://schemas.microsoft.com/office/drawing/2014/main" id="{7C571028-DEB5-4A49-8D2B-222F52D8F4AA}"/>
              </a:ext>
              <a:ext uri="{C183D7F6-B498-43B3-948B-1728B52AA6E4}">
                <adec:decorative xmlns:adec="http://schemas.microsoft.com/office/drawing/2017/decorative" val="1"/>
              </a:ext>
            </a:extLst>
          </p:cNvPr>
          <p:cNvSpPr/>
          <p:nvPr/>
        </p:nvSpPr>
        <p:spPr>
          <a:xfrm>
            <a:off x="4581525" y="6716713"/>
            <a:ext cx="2051050" cy="2951163"/>
          </a:xfrm>
          <a:custGeom>
            <a:avLst/>
            <a:gdLst>
              <a:gd name="connsiteX0" fmla="*/ 0 w 2051050"/>
              <a:gd name="connsiteY0" fmla="*/ 0 h 2951163"/>
              <a:gd name="connsiteX1" fmla="*/ 622152 w 2051050"/>
              <a:gd name="connsiteY1" fmla="*/ 0 h 2951163"/>
              <a:gd name="connsiteX2" fmla="*/ 1264814 w 2051050"/>
              <a:gd name="connsiteY2" fmla="*/ 0 h 2951163"/>
              <a:gd name="connsiteX3" fmla="*/ 2051050 w 2051050"/>
              <a:gd name="connsiteY3" fmla="*/ 0 h 2951163"/>
              <a:gd name="connsiteX4" fmla="*/ 2051050 w 2051050"/>
              <a:gd name="connsiteY4" fmla="*/ 560721 h 2951163"/>
              <a:gd name="connsiteX5" fmla="*/ 2051050 w 2051050"/>
              <a:gd name="connsiteY5" fmla="*/ 1209977 h 2951163"/>
              <a:gd name="connsiteX6" fmla="*/ 2051050 w 2051050"/>
              <a:gd name="connsiteY6" fmla="*/ 1711675 h 2951163"/>
              <a:gd name="connsiteX7" fmla="*/ 2051050 w 2051050"/>
              <a:gd name="connsiteY7" fmla="*/ 2242884 h 2951163"/>
              <a:gd name="connsiteX8" fmla="*/ 2051050 w 2051050"/>
              <a:gd name="connsiteY8" fmla="*/ 2951163 h 2951163"/>
              <a:gd name="connsiteX9" fmla="*/ 1428898 w 2051050"/>
              <a:gd name="connsiteY9" fmla="*/ 2951163 h 2951163"/>
              <a:gd name="connsiteX10" fmla="*/ 786236 w 2051050"/>
              <a:gd name="connsiteY10" fmla="*/ 2951163 h 2951163"/>
              <a:gd name="connsiteX11" fmla="*/ 0 w 2051050"/>
              <a:gd name="connsiteY11" fmla="*/ 2951163 h 2951163"/>
              <a:gd name="connsiteX12" fmla="*/ 0 w 2051050"/>
              <a:gd name="connsiteY12" fmla="*/ 2449465 h 2951163"/>
              <a:gd name="connsiteX13" fmla="*/ 0 w 2051050"/>
              <a:gd name="connsiteY13" fmla="*/ 1829721 h 2951163"/>
              <a:gd name="connsiteX14" fmla="*/ 0 w 2051050"/>
              <a:gd name="connsiteY14" fmla="*/ 1239488 h 2951163"/>
              <a:gd name="connsiteX15" fmla="*/ 0 w 2051050"/>
              <a:gd name="connsiteY15" fmla="*/ 708279 h 2951163"/>
              <a:gd name="connsiteX16" fmla="*/ 0 w 2051050"/>
              <a:gd name="connsiteY16" fmla="*/ 0 h 295116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Lst>
            <a:rect l="l" t="t" r="r" b="b"/>
            <a:pathLst>
              <a:path w="2051050" h="2951163" extrusionOk="0">
                <a:moveTo>
                  <a:pt x="0" y="0"/>
                </a:moveTo>
                <a:cubicBezTo>
                  <a:pt x="306279" y="21950"/>
                  <a:pt x="339620" y="1228"/>
                  <a:pt x="622152" y="0"/>
                </a:cubicBezTo>
                <a:cubicBezTo>
                  <a:pt x="904684" y="-1228"/>
                  <a:pt x="1011457" y="20320"/>
                  <a:pt x="1264814" y="0"/>
                </a:cubicBezTo>
                <a:cubicBezTo>
                  <a:pt x="1518171" y="-20320"/>
                  <a:pt x="1857420" y="-30729"/>
                  <a:pt x="2051050" y="0"/>
                </a:cubicBezTo>
                <a:cubicBezTo>
                  <a:pt x="2063232" y="245709"/>
                  <a:pt x="2041507" y="343479"/>
                  <a:pt x="2051050" y="560721"/>
                </a:cubicBezTo>
                <a:cubicBezTo>
                  <a:pt x="2060593" y="777963"/>
                  <a:pt x="2080940" y="886218"/>
                  <a:pt x="2051050" y="1209977"/>
                </a:cubicBezTo>
                <a:cubicBezTo>
                  <a:pt x="2021160" y="1533736"/>
                  <a:pt x="2044051" y="1542940"/>
                  <a:pt x="2051050" y="1711675"/>
                </a:cubicBezTo>
                <a:cubicBezTo>
                  <a:pt x="2058049" y="1880410"/>
                  <a:pt x="2060947" y="2114975"/>
                  <a:pt x="2051050" y="2242884"/>
                </a:cubicBezTo>
                <a:cubicBezTo>
                  <a:pt x="2041153" y="2370793"/>
                  <a:pt x="2081957" y="2753717"/>
                  <a:pt x="2051050" y="2951163"/>
                </a:cubicBezTo>
                <a:cubicBezTo>
                  <a:pt x="1910115" y="2975025"/>
                  <a:pt x="1602720" y="2978995"/>
                  <a:pt x="1428898" y="2951163"/>
                </a:cubicBezTo>
                <a:cubicBezTo>
                  <a:pt x="1255076" y="2923331"/>
                  <a:pt x="924160" y="2933002"/>
                  <a:pt x="786236" y="2951163"/>
                </a:cubicBezTo>
                <a:cubicBezTo>
                  <a:pt x="648312" y="2969324"/>
                  <a:pt x="370261" y="2923618"/>
                  <a:pt x="0" y="2951163"/>
                </a:cubicBezTo>
                <a:cubicBezTo>
                  <a:pt x="14797" y="2840414"/>
                  <a:pt x="24747" y="2604392"/>
                  <a:pt x="0" y="2449465"/>
                </a:cubicBezTo>
                <a:cubicBezTo>
                  <a:pt x="-24747" y="2294538"/>
                  <a:pt x="12162" y="2112558"/>
                  <a:pt x="0" y="1829721"/>
                </a:cubicBezTo>
                <a:cubicBezTo>
                  <a:pt x="-12162" y="1546884"/>
                  <a:pt x="8429" y="1364361"/>
                  <a:pt x="0" y="1239488"/>
                </a:cubicBezTo>
                <a:cubicBezTo>
                  <a:pt x="-8429" y="1114615"/>
                  <a:pt x="7141" y="949936"/>
                  <a:pt x="0" y="708279"/>
                </a:cubicBezTo>
                <a:cubicBezTo>
                  <a:pt x="-7141" y="466622"/>
                  <a:pt x="-34761" y="237017"/>
                  <a:pt x="0" y="0"/>
                </a:cubicBezTo>
                <a:close/>
              </a:path>
            </a:pathLst>
          </a:custGeom>
          <a:noFill/>
          <a:ln w="25400">
            <a:solidFill>
              <a:schemeClr val="tx1">
                <a:lumMod val="95000"/>
                <a:lumOff val="5000"/>
              </a:schemeClr>
            </a:solidFill>
            <a:extLst>
              <a:ext uri="{C807C97D-BFC1-408E-A445-0C87EB9F89A2}">
                <ask:lineSketchStyleProps xmlns:ask="http://schemas.microsoft.com/office/drawing/2018/sketchyshapes" sd="1762638383">
                  <a:prstGeom prst="rect">
                    <a:avLst/>
                  </a:prstGeom>
                  <ask:type>
                    <ask:lineSketchFreehand/>
                  </ask:type>
                </ask:lineSketchStyleProps>
              </a:ext>
            </a:extLst>
          </a:ln>
        </p:spPr>
        <p:style>
          <a:lnRef idx="2">
            <a:schemeClr val="accent3">
              <a:shade val="50000"/>
            </a:schemeClr>
          </a:lnRef>
          <a:fillRef idx="1">
            <a:schemeClr val="accent3"/>
          </a:fillRef>
          <a:effectRef idx="0">
            <a:schemeClr val="accent3"/>
          </a:effectRef>
          <a:fontRef idx="minor">
            <a:schemeClr val="lt1"/>
          </a:fontRef>
        </p:style>
        <p:txBody>
          <a:bodyPr rtlCol="0" anchor="ctr"/>
          <a:lstStyle/>
          <a:p>
            <a:pPr algn="ctr"/>
            <a:endParaRPr lang="de-AT" dirty="0"/>
          </a:p>
        </p:txBody>
      </p:sp>
      <p:sp>
        <p:nvSpPr>
          <p:cNvPr id="12" name="Rechteck 11">
            <a:extLst>
              <a:ext uri="{FF2B5EF4-FFF2-40B4-BE49-F238E27FC236}">
                <a16:creationId xmlns:a16="http://schemas.microsoft.com/office/drawing/2014/main" id="{04D2C42B-317B-4A88-BF61-7B3A3B5CD6CF}"/>
              </a:ext>
              <a:ext uri="{C183D7F6-B498-43B3-948B-1728B52AA6E4}">
                <adec:decorative xmlns:adec="http://schemas.microsoft.com/office/drawing/2017/decorative" val="1"/>
              </a:ext>
            </a:extLst>
          </p:cNvPr>
          <p:cNvSpPr/>
          <p:nvPr/>
        </p:nvSpPr>
        <p:spPr>
          <a:xfrm>
            <a:off x="225425" y="6718300"/>
            <a:ext cx="4229100" cy="2951163"/>
          </a:xfrm>
          <a:custGeom>
            <a:avLst/>
            <a:gdLst>
              <a:gd name="connsiteX0" fmla="*/ 0 w 4229100"/>
              <a:gd name="connsiteY0" fmla="*/ 0 h 2951163"/>
              <a:gd name="connsiteX1" fmla="*/ 477284 w 4229100"/>
              <a:gd name="connsiteY1" fmla="*/ 0 h 2951163"/>
              <a:gd name="connsiteX2" fmla="*/ 996859 w 4229100"/>
              <a:gd name="connsiteY2" fmla="*/ 0 h 2951163"/>
              <a:gd name="connsiteX3" fmla="*/ 1601016 w 4229100"/>
              <a:gd name="connsiteY3" fmla="*/ 0 h 2951163"/>
              <a:gd name="connsiteX4" fmla="*/ 2162883 w 4229100"/>
              <a:gd name="connsiteY4" fmla="*/ 0 h 2951163"/>
              <a:gd name="connsiteX5" fmla="*/ 2682458 w 4229100"/>
              <a:gd name="connsiteY5" fmla="*/ 0 h 2951163"/>
              <a:gd name="connsiteX6" fmla="*/ 3328906 w 4229100"/>
              <a:gd name="connsiteY6" fmla="*/ 0 h 2951163"/>
              <a:gd name="connsiteX7" fmla="*/ 4229100 w 4229100"/>
              <a:gd name="connsiteY7" fmla="*/ 0 h 2951163"/>
              <a:gd name="connsiteX8" fmla="*/ 4229100 w 4229100"/>
              <a:gd name="connsiteY8" fmla="*/ 649256 h 2951163"/>
              <a:gd name="connsiteX9" fmla="*/ 4229100 w 4229100"/>
              <a:gd name="connsiteY9" fmla="*/ 1150954 h 2951163"/>
              <a:gd name="connsiteX10" fmla="*/ 4229100 w 4229100"/>
              <a:gd name="connsiteY10" fmla="*/ 1800209 h 2951163"/>
              <a:gd name="connsiteX11" fmla="*/ 4229100 w 4229100"/>
              <a:gd name="connsiteY11" fmla="*/ 2331419 h 2951163"/>
              <a:gd name="connsiteX12" fmla="*/ 4229100 w 4229100"/>
              <a:gd name="connsiteY12" fmla="*/ 2951163 h 2951163"/>
              <a:gd name="connsiteX13" fmla="*/ 3540361 w 4229100"/>
              <a:gd name="connsiteY13" fmla="*/ 2951163 h 2951163"/>
              <a:gd name="connsiteX14" fmla="*/ 2978495 w 4229100"/>
              <a:gd name="connsiteY14" fmla="*/ 2951163 h 2951163"/>
              <a:gd name="connsiteX15" fmla="*/ 2332047 w 4229100"/>
              <a:gd name="connsiteY15" fmla="*/ 2951163 h 2951163"/>
              <a:gd name="connsiteX16" fmla="*/ 1854762 w 4229100"/>
              <a:gd name="connsiteY16" fmla="*/ 2951163 h 2951163"/>
              <a:gd name="connsiteX17" fmla="*/ 1377478 w 4229100"/>
              <a:gd name="connsiteY17" fmla="*/ 2951163 h 2951163"/>
              <a:gd name="connsiteX18" fmla="*/ 857903 w 4229100"/>
              <a:gd name="connsiteY18" fmla="*/ 2951163 h 2951163"/>
              <a:gd name="connsiteX19" fmla="*/ 0 w 4229100"/>
              <a:gd name="connsiteY19" fmla="*/ 2951163 h 2951163"/>
              <a:gd name="connsiteX20" fmla="*/ 0 w 4229100"/>
              <a:gd name="connsiteY20" fmla="*/ 2390442 h 2951163"/>
              <a:gd name="connsiteX21" fmla="*/ 0 w 4229100"/>
              <a:gd name="connsiteY21" fmla="*/ 1800209 h 2951163"/>
              <a:gd name="connsiteX22" fmla="*/ 0 w 4229100"/>
              <a:gd name="connsiteY22" fmla="*/ 1269000 h 2951163"/>
              <a:gd name="connsiteX23" fmla="*/ 0 w 4229100"/>
              <a:gd name="connsiteY23" fmla="*/ 737791 h 2951163"/>
              <a:gd name="connsiteX24" fmla="*/ 0 w 4229100"/>
              <a:gd name="connsiteY24" fmla="*/ 0 h 295116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Lst>
            <a:rect l="l" t="t" r="r" b="b"/>
            <a:pathLst>
              <a:path w="4229100" h="2951163" extrusionOk="0">
                <a:moveTo>
                  <a:pt x="0" y="0"/>
                </a:moveTo>
                <a:cubicBezTo>
                  <a:pt x="226729" y="11653"/>
                  <a:pt x="260739" y="-11885"/>
                  <a:pt x="477284" y="0"/>
                </a:cubicBezTo>
                <a:cubicBezTo>
                  <a:pt x="693829" y="11885"/>
                  <a:pt x="816080" y="-1007"/>
                  <a:pt x="996859" y="0"/>
                </a:cubicBezTo>
                <a:cubicBezTo>
                  <a:pt x="1177638" y="1007"/>
                  <a:pt x="1312168" y="15822"/>
                  <a:pt x="1601016" y="0"/>
                </a:cubicBezTo>
                <a:cubicBezTo>
                  <a:pt x="1889864" y="-15822"/>
                  <a:pt x="1918296" y="-16857"/>
                  <a:pt x="2162883" y="0"/>
                </a:cubicBezTo>
                <a:cubicBezTo>
                  <a:pt x="2407470" y="16857"/>
                  <a:pt x="2482670" y="8801"/>
                  <a:pt x="2682458" y="0"/>
                </a:cubicBezTo>
                <a:cubicBezTo>
                  <a:pt x="2882246" y="-8801"/>
                  <a:pt x="3148831" y="-8718"/>
                  <a:pt x="3328906" y="0"/>
                </a:cubicBezTo>
                <a:cubicBezTo>
                  <a:pt x="3508981" y="8718"/>
                  <a:pt x="3823410" y="31949"/>
                  <a:pt x="4229100" y="0"/>
                </a:cubicBezTo>
                <a:cubicBezTo>
                  <a:pt x="4229205" y="211258"/>
                  <a:pt x="4222629" y="514894"/>
                  <a:pt x="4229100" y="649256"/>
                </a:cubicBezTo>
                <a:cubicBezTo>
                  <a:pt x="4235571" y="783618"/>
                  <a:pt x="4215589" y="969180"/>
                  <a:pt x="4229100" y="1150954"/>
                </a:cubicBezTo>
                <a:cubicBezTo>
                  <a:pt x="4242611" y="1332728"/>
                  <a:pt x="4232970" y="1576998"/>
                  <a:pt x="4229100" y="1800209"/>
                </a:cubicBezTo>
                <a:cubicBezTo>
                  <a:pt x="4225230" y="2023421"/>
                  <a:pt x="4234991" y="2072380"/>
                  <a:pt x="4229100" y="2331419"/>
                </a:cubicBezTo>
                <a:cubicBezTo>
                  <a:pt x="4223210" y="2590458"/>
                  <a:pt x="4206136" y="2806842"/>
                  <a:pt x="4229100" y="2951163"/>
                </a:cubicBezTo>
                <a:cubicBezTo>
                  <a:pt x="3981958" y="2920508"/>
                  <a:pt x="3849829" y="2968634"/>
                  <a:pt x="3540361" y="2951163"/>
                </a:cubicBezTo>
                <a:cubicBezTo>
                  <a:pt x="3230893" y="2933692"/>
                  <a:pt x="3170035" y="2925978"/>
                  <a:pt x="2978495" y="2951163"/>
                </a:cubicBezTo>
                <a:cubicBezTo>
                  <a:pt x="2786955" y="2976348"/>
                  <a:pt x="2489744" y="2981132"/>
                  <a:pt x="2332047" y="2951163"/>
                </a:cubicBezTo>
                <a:cubicBezTo>
                  <a:pt x="2174350" y="2921194"/>
                  <a:pt x="2033243" y="2973754"/>
                  <a:pt x="1854762" y="2951163"/>
                </a:cubicBezTo>
                <a:cubicBezTo>
                  <a:pt x="1676281" y="2928572"/>
                  <a:pt x="1550800" y="2969045"/>
                  <a:pt x="1377478" y="2951163"/>
                </a:cubicBezTo>
                <a:cubicBezTo>
                  <a:pt x="1204156" y="2933281"/>
                  <a:pt x="998686" y="2939351"/>
                  <a:pt x="857903" y="2951163"/>
                </a:cubicBezTo>
                <a:cubicBezTo>
                  <a:pt x="717120" y="2962975"/>
                  <a:pt x="256719" y="2943287"/>
                  <a:pt x="0" y="2951163"/>
                </a:cubicBezTo>
                <a:cubicBezTo>
                  <a:pt x="-26144" y="2766674"/>
                  <a:pt x="27931" y="2563789"/>
                  <a:pt x="0" y="2390442"/>
                </a:cubicBezTo>
                <a:cubicBezTo>
                  <a:pt x="-27931" y="2217095"/>
                  <a:pt x="-19940" y="2036067"/>
                  <a:pt x="0" y="1800209"/>
                </a:cubicBezTo>
                <a:cubicBezTo>
                  <a:pt x="19940" y="1564351"/>
                  <a:pt x="5937" y="1533559"/>
                  <a:pt x="0" y="1269000"/>
                </a:cubicBezTo>
                <a:cubicBezTo>
                  <a:pt x="-5937" y="1004441"/>
                  <a:pt x="-2113" y="947347"/>
                  <a:pt x="0" y="737791"/>
                </a:cubicBezTo>
                <a:cubicBezTo>
                  <a:pt x="2113" y="528235"/>
                  <a:pt x="20187" y="343573"/>
                  <a:pt x="0" y="0"/>
                </a:cubicBezTo>
                <a:close/>
              </a:path>
            </a:pathLst>
          </a:custGeom>
          <a:noFill/>
          <a:ln w="25400">
            <a:solidFill>
              <a:schemeClr val="tx1">
                <a:lumMod val="95000"/>
                <a:lumOff val="5000"/>
              </a:schemeClr>
            </a:solidFill>
            <a:extLst>
              <a:ext uri="{C807C97D-BFC1-408E-A445-0C87EB9F89A2}">
                <ask:lineSketchStyleProps xmlns:ask="http://schemas.microsoft.com/office/drawing/2018/sketchyshapes" sd="1762638383">
                  <a:prstGeom prst="rect">
                    <a:avLst/>
                  </a:prstGeom>
                  <ask:type>
                    <ask:lineSketchFreehand/>
                  </ask:type>
                </ask:lineSketchStyleProps>
              </a:ext>
            </a:extLst>
          </a:ln>
        </p:spPr>
        <p:style>
          <a:lnRef idx="2">
            <a:schemeClr val="accent3">
              <a:shade val="50000"/>
            </a:schemeClr>
          </a:lnRef>
          <a:fillRef idx="1">
            <a:schemeClr val="accent3"/>
          </a:fillRef>
          <a:effectRef idx="0">
            <a:schemeClr val="accent3"/>
          </a:effectRef>
          <a:fontRef idx="minor">
            <a:schemeClr val="lt1"/>
          </a:fontRef>
        </p:style>
        <p:txBody>
          <a:bodyPr rtlCol="0" anchor="ctr"/>
          <a:lstStyle/>
          <a:p>
            <a:pPr algn="ctr"/>
            <a:endParaRPr lang="de-AT" dirty="0"/>
          </a:p>
        </p:txBody>
      </p:sp>
      <p:pic>
        <p:nvPicPr>
          <p:cNvPr id="16" name="Grafik 15">
            <a:extLst>
              <a:ext uri="{FF2B5EF4-FFF2-40B4-BE49-F238E27FC236}">
                <a16:creationId xmlns:a16="http://schemas.microsoft.com/office/drawing/2014/main" id="{89D102F6-0BB4-47CD-9233-3C556C89C8F1}"/>
              </a:ext>
              <a:ext uri="{C183D7F6-B498-43B3-948B-1728B52AA6E4}">
                <adec:decorative xmlns:adec="http://schemas.microsoft.com/office/drawing/2017/decorative" val="1"/>
              </a:ext>
            </a:extLst>
          </p:cNvPr>
          <p:cNvPicPr>
            <a:picLocks noChangeAspect="1"/>
          </p:cNvPicPr>
          <p:nvPr/>
        </p:nvPicPr>
        <p:blipFill>
          <a:blip r:embed="rId5">
            <a:extLst>
              <a:ext uri="{28A0092B-C50C-407E-A947-70E740481C1C}">
                <a14:useLocalDpi xmlns:a14="http://schemas.microsoft.com/office/drawing/2010/main" val="0"/>
              </a:ext>
            </a:extLst>
          </a:blip>
          <a:stretch>
            <a:fillRect/>
          </a:stretch>
        </p:blipFill>
        <p:spPr>
          <a:xfrm>
            <a:off x="5320983" y="7709318"/>
            <a:ext cx="209550" cy="246896"/>
          </a:xfrm>
          <a:prstGeom prst="rect">
            <a:avLst/>
          </a:prstGeom>
        </p:spPr>
      </p:pic>
      <p:pic>
        <p:nvPicPr>
          <p:cNvPr id="26" name="Grafik 25">
            <a:extLst>
              <a:ext uri="{FF2B5EF4-FFF2-40B4-BE49-F238E27FC236}">
                <a16:creationId xmlns:a16="http://schemas.microsoft.com/office/drawing/2014/main" id="{A0E1ACAB-FAE3-49DF-828D-33602DAB4CED}"/>
              </a:ext>
              <a:ext uri="{C183D7F6-B498-43B3-948B-1728B52AA6E4}">
                <adec:decorative xmlns:adec="http://schemas.microsoft.com/office/drawing/2017/decorative" val="1"/>
              </a:ext>
            </a:extLst>
          </p:cNvPr>
          <p:cNvPicPr>
            <a:picLocks noChangeAspect="1"/>
          </p:cNvPicPr>
          <p:nvPr/>
        </p:nvPicPr>
        <p:blipFill>
          <a:blip r:embed="rId6">
            <a:extLst>
              <a:ext uri="{28A0092B-C50C-407E-A947-70E740481C1C}">
                <a14:useLocalDpi xmlns:a14="http://schemas.microsoft.com/office/drawing/2010/main" val="0"/>
              </a:ext>
            </a:extLst>
          </a:blip>
          <a:stretch>
            <a:fillRect/>
          </a:stretch>
        </p:blipFill>
        <p:spPr>
          <a:xfrm>
            <a:off x="3294531" y="3904167"/>
            <a:ext cx="178947" cy="164034"/>
          </a:xfrm>
          <a:prstGeom prst="rect">
            <a:avLst/>
          </a:prstGeom>
        </p:spPr>
      </p:pic>
      <p:pic>
        <p:nvPicPr>
          <p:cNvPr id="22" name="Grafik 21">
            <a:extLst>
              <a:ext uri="{FF2B5EF4-FFF2-40B4-BE49-F238E27FC236}">
                <a16:creationId xmlns:a16="http://schemas.microsoft.com/office/drawing/2014/main" id="{E7032948-9687-4D75-A4CA-4BE6746CB549}"/>
              </a:ext>
              <a:ext uri="{C183D7F6-B498-43B3-948B-1728B52AA6E4}">
                <adec:decorative xmlns:adec="http://schemas.microsoft.com/office/drawing/2017/decorative" val="1"/>
              </a:ext>
            </a:extLst>
          </p:cNvPr>
          <p:cNvPicPr>
            <a:picLocks noChangeAspect="1"/>
          </p:cNvPicPr>
          <p:nvPr/>
        </p:nvPicPr>
        <p:blipFill>
          <a:blip r:embed="rId6">
            <a:extLst>
              <a:ext uri="{28A0092B-C50C-407E-A947-70E740481C1C}">
                <a14:useLocalDpi xmlns:a14="http://schemas.microsoft.com/office/drawing/2010/main" val="0"/>
              </a:ext>
            </a:extLst>
          </a:blip>
          <a:stretch>
            <a:fillRect/>
          </a:stretch>
        </p:blipFill>
        <p:spPr>
          <a:xfrm>
            <a:off x="5921740" y="607472"/>
            <a:ext cx="215990" cy="197990"/>
          </a:xfrm>
          <a:prstGeom prst="rect">
            <a:avLst/>
          </a:prstGeom>
        </p:spPr>
      </p:pic>
      <p:pic>
        <p:nvPicPr>
          <p:cNvPr id="23" name="Grafik 22">
            <a:extLst>
              <a:ext uri="{FF2B5EF4-FFF2-40B4-BE49-F238E27FC236}">
                <a16:creationId xmlns:a16="http://schemas.microsoft.com/office/drawing/2014/main" id="{710D30BE-E79C-4E59-BEC8-9F38CEDDE9A2}"/>
              </a:ext>
              <a:ext uri="{C183D7F6-B498-43B3-948B-1728B52AA6E4}">
                <adec:decorative xmlns:adec="http://schemas.microsoft.com/office/drawing/2017/decorative" val="1"/>
              </a:ext>
            </a:extLst>
          </p:cNvPr>
          <p:cNvPicPr>
            <a:picLocks noChangeAspect="1"/>
          </p:cNvPicPr>
          <p:nvPr/>
        </p:nvPicPr>
        <p:blipFill>
          <a:blip r:embed="rId6">
            <a:extLst>
              <a:ext uri="{28A0092B-C50C-407E-A947-70E740481C1C}">
                <a14:useLocalDpi xmlns:a14="http://schemas.microsoft.com/office/drawing/2010/main" val="0"/>
              </a:ext>
            </a:extLst>
          </a:blip>
          <a:stretch>
            <a:fillRect/>
          </a:stretch>
        </p:blipFill>
        <p:spPr>
          <a:xfrm>
            <a:off x="5262563" y="994832"/>
            <a:ext cx="215990" cy="197990"/>
          </a:xfrm>
          <a:prstGeom prst="rect">
            <a:avLst/>
          </a:prstGeom>
        </p:spPr>
      </p:pic>
      <p:sp>
        <p:nvSpPr>
          <p:cNvPr id="21" name="Freeform: Shape 20">
            <a:extLst>
              <a:ext uri="{FF2B5EF4-FFF2-40B4-BE49-F238E27FC236}">
                <a16:creationId xmlns:a16="http://schemas.microsoft.com/office/drawing/2014/main" id="{3C36A165-F5DE-F36D-FEDD-63342CB9BA78}"/>
              </a:ext>
              <a:ext uri="{C183D7F6-B498-43B3-948B-1728B52AA6E4}">
                <adec:decorative xmlns:adec="http://schemas.microsoft.com/office/drawing/2017/decorative" val="1"/>
              </a:ext>
            </a:extLst>
          </p:cNvPr>
          <p:cNvSpPr/>
          <p:nvPr/>
        </p:nvSpPr>
        <p:spPr>
          <a:xfrm>
            <a:off x="2657475" y="2276475"/>
            <a:ext cx="262508" cy="676275"/>
          </a:xfrm>
          <a:custGeom>
            <a:avLst/>
            <a:gdLst>
              <a:gd name="connsiteX0" fmla="*/ 28575 w 262508"/>
              <a:gd name="connsiteY0" fmla="*/ 23813 h 676275"/>
              <a:gd name="connsiteX1" fmla="*/ 52388 w 262508"/>
              <a:gd name="connsiteY1" fmla="*/ 14288 h 676275"/>
              <a:gd name="connsiteX2" fmla="*/ 138113 w 262508"/>
              <a:gd name="connsiteY2" fmla="*/ 0 h 676275"/>
              <a:gd name="connsiteX3" fmla="*/ 214313 w 262508"/>
              <a:gd name="connsiteY3" fmla="*/ 4763 h 676275"/>
              <a:gd name="connsiteX4" fmla="*/ 228600 w 262508"/>
              <a:gd name="connsiteY4" fmla="*/ 19050 h 676275"/>
              <a:gd name="connsiteX5" fmla="*/ 252413 w 262508"/>
              <a:gd name="connsiteY5" fmla="*/ 71438 h 676275"/>
              <a:gd name="connsiteX6" fmla="*/ 247650 w 262508"/>
              <a:gd name="connsiteY6" fmla="*/ 161925 h 676275"/>
              <a:gd name="connsiteX7" fmla="*/ 242888 w 262508"/>
              <a:gd name="connsiteY7" fmla="*/ 204788 h 676275"/>
              <a:gd name="connsiteX8" fmla="*/ 247650 w 262508"/>
              <a:gd name="connsiteY8" fmla="*/ 428625 h 676275"/>
              <a:gd name="connsiteX9" fmla="*/ 204788 w 262508"/>
              <a:gd name="connsiteY9" fmla="*/ 666750 h 676275"/>
              <a:gd name="connsiteX10" fmla="*/ 147638 w 262508"/>
              <a:gd name="connsiteY10" fmla="*/ 676275 h 676275"/>
              <a:gd name="connsiteX11" fmla="*/ 100013 w 262508"/>
              <a:gd name="connsiteY11" fmla="*/ 671513 h 676275"/>
              <a:gd name="connsiteX12" fmla="*/ 47625 w 262508"/>
              <a:gd name="connsiteY12" fmla="*/ 642938 h 676275"/>
              <a:gd name="connsiteX13" fmla="*/ 33338 w 262508"/>
              <a:gd name="connsiteY13" fmla="*/ 619125 h 676275"/>
              <a:gd name="connsiteX14" fmla="*/ 19050 w 262508"/>
              <a:gd name="connsiteY14" fmla="*/ 519113 h 676275"/>
              <a:gd name="connsiteX15" fmla="*/ 9525 w 262508"/>
              <a:gd name="connsiteY15" fmla="*/ 428625 h 676275"/>
              <a:gd name="connsiteX16" fmla="*/ 4763 w 262508"/>
              <a:gd name="connsiteY16" fmla="*/ 338138 h 676275"/>
              <a:gd name="connsiteX17" fmla="*/ 0 w 262508"/>
              <a:gd name="connsiteY17" fmla="*/ 295275 h 676275"/>
              <a:gd name="connsiteX18" fmla="*/ 4763 w 262508"/>
              <a:gd name="connsiteY18" fmla="*/ 114300 h 676275"/>
              <a:gd name="connsiteX19" fmla="*/ 19050 w 262508"/>
              <a:gd name="connsiteY19" fmla="*/ 57150 h 676275"/>
              <a:gd name="connsiteX20" fmla="*/ 28575 w 262508"/>
              <a:gd name="connsiteY20" fmla="*/ 23813 h 67627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Lst>
            <a:rect l="l" t="t" r="r" b="b"/>
            <a:pathLst>
              <a:path w="262508" h="676275">
                <a:moveTo>
                  <a:pt x="28575" y="23813"/>
                </a:moveTo>
                <a:cubicBezTo>
                  <a:pt x="34131" y="16669"/>
                  <a:pt x="44034" y="16104"/>
                  <a:pt x="52388" y="14288"/>
                </a:cubicBezTo>
                <a:cubicBezTo>
                  <a:pt x="80696" y="8134"/>
                  <a:pt x="138113" y="0"/>
                  <a:pt x="138113" y="0"/>
                </a:cubicBezTo>
                <a:cubicBezTo>
                  <a:pt x="163513" y="1588"/>
                  <a:pt x="189409" y="-480"/>
                  <a:pt x="214313" y="4763"/>
                </a:cubicBezTo>
                <a:cubicBezTo>
                  <a:pt x="220903" y="6150"/>
                  <a:pt x="224984" y="13368"/>
                  <a:pt x="228600" y="19050"/>
                </a:cubicBezTo>
                <a:cubicBezTo>
                  <a:pt x="243506" y="42473"/>
                  <a:pt x="245419" y="50456"/>
                  <a:pt x="252413" y="71438"/>
                </a:cubicBezTo>
                <a:cubicBezTo>
                  <a:pt x="250825" y="101600"/>
                  <a:pt x="249802" y="131798"/>
                  <a:pt x="247650" y="161925"/>
                </a:cubicBezTo>
                <a:cubicBezTo>
                  <a:pt x="246626" y="176264"/>
                  <a:pt x="242888" y="190412"/>
                  <a:pt x="242888" y="204788"/>
                </a:cubicBezTo>
                <a:cubicBezTo>
                  <a:pt x="242888" y="279417"/>
                  <a:pt x="246063" y="354013"/>
                  <a:pt x="247650" y="428625"/>
                </a:cubicBezTo>
                <a:cubicBezTo>
                  <a:pt x="242095" y="559165"/>
                  <a:pt x="306041" y="640105"/>
                  <a:pt x="204788" y="666750"/>
                </a:cubicBezTo>
                <a:cubicBezTo>
                  <a:pt x="186111" y="671665"/>
                  <a:pt x="166688" y="673100"/>
                  <a:pt x="147638" y="676275"/>
                </a:cubicBezTo>
                <a:cubicBezTo>
                  <a:pt x="131763" y="674688"/>
                  <a:pt x="115491" y="675382"/>
                  <a:pt x="100013" y="671513"/>
                </a:cubicBezTo>
                <a:cubicBezTo>
                  <a:pt x="89488" y="668882"/>
                  <a:pt x="57684" y="648973"/>
                  <a:pt x="47625" y="642938"/>
                </a:cubicBezTo>
                <a:cubicBezTo>
                  <a:pt x="42863" y="635000"/>
                  <a:pt x="36661" y="627765"/>
                  <a:pt x="33338" y="619125"/>
                </a:cubicBezTo>
                <a:cubicBezTo>
                  <a:pt x="20263" y="585128"/>
                  <a:pt x="22493" y="555840"/>
                  <a:pt x="19050" y="519113"/>
                </a:cubicBezTo>
                <a:cubicBezTo>
                  <a:pt x="16219" y="488916"/>
                  <a:pt x="12700" y="458788"/>
                  <a:pt x="9525" y="428625"/>
                </a:cubicBezTo>
                <a:cubicBezTo>
                  <a:pt x="7938" y="398463"/>
                  <a:pt x="6915" y="368265"/>
                  <a:pt x="4763" y="338138"/>
                </a:cubicBezTo>
                <a:cubicBezTo>
                  <a:pt x="3739" y="323799"/>
                  <a:pt x="0" y="309651"/>
                  <a:pt x="0" y="295275"/>
                </a:cubicBezTo>
                <a:cubicBezTo>
                  <a:pt x="0" y="234929"/>
                  <a:pt x="919" y="174523"/>
                  <a:pt x="4763" y="114300"/>
                </a:cubicBezTo>
                <a:cubicBezTo>
                  <a:pt x="5335" y="105341"/>
                  <a:pt x="13105" y="72013"/>
                  <a:pt x="19050" y="57150"/>
                </a:cubicBezTo>
                <a:cubicBezTo>
                  <a:pt x="20368" y="53854"/>
                  <a:pt x="23019" y="30957"/>
                  <a:pt x="28575" y="23813"/>
                </a:cubicBezTo>
                <a:close/>
              </a:path>
            </a:pathLst>
          </a:cu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pt-BR"/>
          </a:p>
        </p:txBody>
      </p:sp>
      <p:sp>
        <p:nvSpPr>
          <p:cNvPr id="15" name="TextBox 14">
            <a:extLst>
              <a:ext uri="{FF2B5EF4-FFF2-40B4-BE49-F238E27FC236}">
                <a16:creationId xmlns:a16="http://schemas.microsoft.com/office/drawing/2014/main" id="{D12474AE-E055-F6AB-96EE-88DE867716A6}"/>
              </a:ext>
              <a:ext uri="{C183D7F6-B498-43B3-948B-1728B52AA6E4}">
                <adec:decorative xmlns:adec="http://schemas.microsoft.com/office/drawing/2017/decorative" val="1"/>
              </a:ext>
            </a:extLst>
          </p:cNvPr>
          <p:cNvSpPr txBox="1"/>
          <p:nvPr/>
        </p:nvSpPr>
        <p:spPr>
          <a:xfrm>
            <a:off x="2613303" y="2628301"/>
            <a:ext cx="228586" cy="400110"/>
          </a:xfrm>
          <a:prstGeom prst="rect">
            <a:avLst/>
          </a:prstGeom>
          <a:noFill/>
        </p:spPr>
        <p:txBody>
          <a:bodyPr wrap="square" rtlCol="0">
            <a:spAutoFit/>
          </a:bodyPr>
          <a:lstStyle/>
          <a:p>
            <a:r>
              <a:rPr lang="de-DE" sz="2000" i="1" dirty="0">
                <a:latin typeface="Comic Sans MS" panose="030F0702030302020204" pitchFamily="66" charset="0"/>
              </a:rPr>
              <a:t>f</a:t>
            </a:r>
            <a:endParaRPr lang="pt-BR" sz="2000" i="1" dirty="0">
              <a:latin typeface="Comic Sans MS" panose="030F0702030302020204" pitchFamily="66" charset="0"/>
            </a:endParaRPr>
          </a:p>
        </p:txBody>
      </p:sp>
      <p:sp>
        <p:nvSpPr>
          <p:cNvPr id="3" name="TextBox 2">
            <a:extLst>
              <a:ext uri="{FF2B5EF4-FFF2-40B4-BE49-F238E27FC236}">
                <a16:creationId xmlns:a16="http://schemas.microsoft.com/office/drawing/2014/main" id="{21AEBFA6-C6E8-B345-AADF-EA53F0FD6AAF}"/>
              </a:ext>
              <a:ext uri="{C183D7F6-B498-43B3-948B-1728B52AA6E4}">
                <adec:decorative xmlns:adec="http://schemas.microsoft.com/office/drawing/2017/decorative" val="1"/>
              </a:ext>
            </a:extLst>
          </p:cNvPr>
          <p:cNvSpPr txBox="1"/>
          <p:nvPr/>
        </p:nvSpPr>
        <p:spPr>
          <a:xfrm rot="224595">
            <a:off x="2658651" y="2239748"/>
            <a:ext cx="239144" cy="369332"/>
          </a:xfrm>
          <a:prstGeom prst="rect">
            <a:avLst/>
          </a:prstGeom>
          <a:noFill/>
        </p:spPr>
        <p:txBody>
          <a:bodyPr wrap="square" rtlCol="0">
            <a:spAutoFit/>
          </a:bodyPr>
          <a:lstStyle/>
          <a:p>
            <a:r>
              <a:rPr lang="de-DE" dirty="0">
                <a:latin typeface="Comic Sans MS" panose="030F0702030302020204" pitchFamily="66" charset="0"/>
              </a:rPr>
              <a:t>p</a:t>
            </a:r>
            <a:endParaRPr lang="pt-BR" dirty="0">
              <a:latin typeface="Comic Sans MS" panose="030F0702030302020204" pitchFamily="66" charset="0"/>
            </a:endParaRPr>
          </a:p>
        </p:txBody>
      </p:sp>
      <p:sp>
        <p:nvSpPr>
          <p:cNvPr id="2" name="Textfeld 49">
            <a:extLst>
              <a:ext uri="{FF2B5EF4-FFF2-40B4-BE49-F238E27FC236}">
                <a16:creationId xmlns:a16="http://schemas.microsoft.com/office/drawing/2014/main" id="{3340E1A2-EB78-C6AD-38A2-95FDC616A5BE}"/>
              </a:ext>
            </a:extLst>
          </p:cNvPr>
          <p:cNvSpPr txBox="1"/>
          <p:nvPr/>
        </p:nvSpPr>
        <p:spPr>
          <a:xfrm>
            <a:off x="114552" y="221488"/>
            <a:ext cx="2055144" cy="246221"/>
          </a:xfrm>
          <a:prstGeom prst="rect">
            <a:avLst/>
          </a:prstGeom>
          <a:noFill/>
        </p:spPr>
        <p:txBody>
          <a:bodyPr wrap="square" rtlCol="0">
            <a:spAutoFit/>
          </a:bodyPr>
          <a:lstStyle/>
          <a:p>
            <a:r>
              <a:rPr lang="de-AT" sz="1000" dirty="0" err="1">
                <a:latin typeface="Pangolin" panose="00000500000000000000"/>
              </a:rPr>
              <a:t>Pensée</a:t>
            </a:r>
            <a:r>
              <a:rPr lang="de-AT" sz="1000" dirty="0">
                <a:latin typeface="Pangolin" panose="00000500000000000000"/>
              </a:rPr>
              <a:t> </a:t>
            </a:r>
            <a:r>
              <a:rPr lang="de-AT" sz="1000" dirty="0" err="1">
                <a:latin typeface="Pangolin" panose="00000500000000000000"/>
              </a:rPr>
              <a:t>Mathématique</a:t>
            </a:r>
            <a:endParaRPr lang="de-DE" sz="1000" dirty="0">
              <a:latin typeface="Pangolin" panose="00000500000000000000" pitchFamily="2" charset="0"/>
            </a:endParaRPr>
          </a:p>
        </p:txBody>
      </p:sp>
      <p:sp>
        <p:nvSpPr>
          <p:cNvPr id="18" name="Textfeld 17">
            <a:extLst>
              <a:ext uri="{FF2B5EF4-FFF2-40B4-BE49-F238E27FC236}">
                <a16:creationId xmlns:a16="http://schemas.microsoft.com/office/drawing/2014/main" id="{1A1AEC66-48A3-4E75-8540-E5458E8C506E}"/>
              </a:ext>
            </a:extLst>
          </p:cNvPr>
          <p:cNvSpPr txBox="1"/>
          <p:nvPr/>
        </p:nvSpPr>
        <p:spPr>
          <a:xfrm>
            <a:off x="225278" y="575294"/>
            <a:ext cx="2077405" cy="1015663"/>
          </a:xfrm>
          <a:prstGeom prst="rect">
            <a:avLst/>
          </a:prstGeom>
          <a:noFill/>
        </p:spPr>
        <p:txBody>
          <a:bodyPr wrap="square">
            <a:spAutoFit/>
          </a:bodyPr>
          <a:lstStyle/>
          <a:p>
            <a:pPr algn="ctr"/>
            <a:r>
              <a:rPr lang="fr-FR" sz="1000">
                <a:latin typeface="Pangolin" panose="00000500000000000000" pitchFamily="2" charset="0"/>
              </a:rPr>
              <a:t>En tant que serveur, je peux également évaluer mes performances mathématiquement. Pour ce faire, je dois vérifier combien de personnes ont reçu leur nourriture correctement.</a:t>
            </a:r>
            <a:endParaRPr lang="de-AT" sz="1000" dirty="0">
              <a:latin typeface="Pangolin" panose="00000500000000000000" pitchFamily="2" charset="0"/>
            </a:endParaRPr>
          </a:p>
        </p:txBody>
      </p:sp>
      <p:sp>
        <p:nvSpPr>
          <p:cNvPr id="19" name="Textfeld 18">
            <a:extLst>
              <a:ext uri="{FF2B5EF4-FFF2-40B4-BE49-F238E27FC236}">
                <a16:creationId xmlns:a16="http://schemas.microsoft.com/office/drawing/2014/main" id="{25F6593C-30FB-4E0F-A4A8-6328236749DF}"/>
              </a:ext>
            </a:extLst>
          </p:cNvPr>
          <p:cNvSpPr txBox="1"/>
          <p:nvPr/>
        </p:nvSpPr>
        <p:spPr>
          <a:xfrm>
            <a:off x="2384425" y="687874"/>
            <a:ext cx="2079745" cy="861774"/>
          </a:xfrm>
          <a:prstGeom prst="rect">
            <a:avLst/>
          </a:prstGeom>
          <a:noFill/>
        </p:spPr>
        <p:txBody>
          <a:bodyPr wrap="square">
            <a:spAutoFit/>
          </a:bodyPr>
          <a:lstStyle/>
          <a:p>
            <a:pPr algn="ctr"/>
            <a:r>
              <a:rPr lang="fr-FR" sz="1000" dirty="0">
                <a:latin typeface="Pangolin" panose="00000500000000000000" pitchFamily="2" charset="0"/>
              </a:rPr>
              <a:t>Nous pouvons le faire avec une sorte de jeu d’association. Ce tableau montre toutes les combinaisons possibles de client et de nourriture:</a:t>
            </a:r>
            <a:endParaRPr lang="de-AT" sz="1000" dirty="0">
              <a:latin typeface="Pangolin" panose="00000500000000000000" pitchFamily="2" charset="0"/>
            </a:endParaRPr>
          </a:p>
        </p:txBody>
      </p:sp>
      <p:sp>
        <p:nvSpPr>
          <p:cNvPr id="20" name="Textfeld 19">
            <a:extLst>
              <a:ext uri="{FF2B5EF4-FFF2-40B4-BE49-F238E27FC236}">
                <a16:creationId xmlns:a16="http://schemas.microsoft.com/office/drawing/2014/main" id="{FC54AE24-C016-4DAE-B844-F934967B2CF5}"/>
              </a:ext>
            </a:extLst>
          </p:cNvPr>
          <p:cNvSpPr txBox="1"/>
          <p:nvPr/>
        </p:nvSpPr>
        <p:spPr>
          <a:xfrm>
            <a:off x="4483220" y="561292"/>
            <a:ext cx="1654510" cy="275075"/>
          </a:xfrm>
          <a:prstGeom prst="rect">
            <a:avLst/>
          </a:prstGeom>
          <a:noFill/>
        </p:spPr>
        <p:txBody>
          <a:bodyPr wrap="square">
            <a:spAutoFit/>
          </a:bodyPr>
          <a:lstStyle/>
          <a:p>
            <a:pPr algn="ctr">
              <a:lnSpc>
                <a:spcPts val="1500"/>
              </a:lnSpc>
            </a:pPr>
            <a:r>
              <a:rPr lang="fr-FR" sz="1000" dirty="0">
                <a:latin typeface="Pangolin" panose="00000500000000000000" pitchFamily="2" charset="0"/>
              </a:rPr>
              <a:t>... Et nous avons trois</a:t>
            </a:r>
            <a:endParaRPr lang="de-AT" sz="1000" dirty="0">
              <a:solidFill>
                <a:schemeClr val="tx1"/>
              </a:solidFill>
              <a:latin typeface="Pangolin" panose="00000500000000000000" pitchFamily="2" charset="0"/>
            </a:endParaRPr>
          </a:p>
        </p:txBody>
      </p:sp>
      <p:sp>
        <p:nvSpPr>
          <p:cNvPr id="24" name="Textfeld 23">
            <a:extLst>
              <a:ext uri="{FF2B5EF4-FFF2-40B4-BE49-F238E27FC236}">
                <a16:creationId xmlns:a16="http://schemas.microsoft.com/office/drawing/2014/main" id="{7D6A16E5-9806-44E5-ADFB-CC665404A1F5}"/>
              </a:ext>
            </a:extLst>
          </p:cNvPr>
          <p:cNvSpPr txBox="1"/>
          <p:nvPr/>
        </p:nvSpPr>
        <p:spPr>
          <a:xfrm>
            <a:off x="225422" y="3750373"/>
            <a:ext cx="2051049" cy="861774"/>
          </a:xfrm>
          <a:prstGeom prst="rect">
            <a:avLst/>
          </a:prstGeom>
          <a:noFill/>
        </p:spPr>
        <p:txBody>
          <a:bodyPr wrap="square">
            <a:spAutoFit/>
          </a:bodyPr>
          <a:lstStyle/>
          <a:p>
            <a:pPr algn="ctr"/>
            <a:r>
              <a:rPr lang="fr-FR" sz="1000" dirty="0">
                <a:latin typeface="Pangolin" panose="00000500000000000000" pitchFamily="2" charset="0"/>
              </a:rPr>
              <a:t>Dans différents cas, il peut même y avoir certaines </a:t>
            </a:r>
            <a:r>
              <a:rPr lang="fr-FR" sz="1000" b="1" dirty="0">
                <a:latin typeface="Pangolin" panose="00000500000000000000" pitchFamily="2" charset="0"/>
              </a:rPr>
              <a:t>contraintes</a:t>
            </a:r>
            <a:r>
              <a:rPr lang="fr-FR" sz="1000" dirty="0">
                <a:latin typeface="Pangolin" panose="00000500000000000000" pitchFamily="2" charset="0"/>
              </a:rPr>
              <a:t>.
Par exemple, un enfant ne peut pas boire d’alcool. Dans ce cas, l’une des cellules serait bloquée.</a:t>
            </a:r>
            <a:endParaRPr lang="de-AT" sz="1000" dirty="0">
              <a:solidFill>
                <a:schemeClr val="tx1"/>
              </a:solidFill>
              <a:latin typeface="Pangolin" panose="00000500000000000000" pitchFamily="2" charset="0"/>
            </a:endParaRPr>
          </a:p>
        </p:txBody>
      </p:sp>
      <p:sp>
        <p:nvSpPr>
          <p:cNvPr id="27" name="Textfeld 26">
            <a:extLst>
              <a:ext uri="{FF2B5EF4-FFF2-40B4-BE49-F238E27FC236}">
                <a16:creationId xmlns:a16="http://schemas.microsoft.com/office/drawing/2014/main" id="{EA2DEE02-A743-48AC-A52B-B894BDBC4624}"/>
              </a:ext>
            </a:extLst>
          </p:cNvPr>
          <p:cNvSpPr txBox="1"/>
          <p:nvPr/>
        </p:nvSpPr>
        <p:spPr>
          <a:xfrm>
            <a:off x="2971800" y="3686325"/>
            <a:ext cx="3505200" cy="707886"/>
          </a:xfrm>
          <a:prstGeom prst="rect">
            <a:avLst/>
          </a:prstGeom>
          <a:noFill/>
        </p:spPr>
        <p:txBody>
          <a:bodyPr wrap="square">
            <a:spAutoFit/>
          </a:bodyPr>
          <a:lstStyle/>
          <a:p>
            <a:pPr algn="ctr"/>
            <a:r>
              <a:rPr lang="fr-FR" sz="1000" dirty="0">
                <a:latin typeface="Pangolin" panose="00000500000000000000" pitchFamily="2" charset="0"/>
              </a:rPr>
              <a:t>Pour chaque repas et client, nous vérifions que le placement 
du         correspond à la condition préalable. Si cela se produit, nous avons un point, sinon, nous ne marquons rien. </a:t>
            </a:r>
            <a:br>
              <a:rPr lang="fr-FR" sz="1000" dirty="0">
                <a:latin typeface="Pangolin" panose="00000500000000000000" pitchFamily="2" charset="0"/>
              </a:rPr>
            </a:br>
            <a:r>
              <a:rPr lang="fr-FR" sz="1000" dirty="0">
                <a:latin typeface="Pangolin" panose="00000500000000000000" pitchFamily="2" charset="0"/>
              </a:rPr>
              <a:t>Et si nous obtenons les 3 points, nous gagnons !</a:t>
            </a:r>
            <a:endParaRPr lang="de-AT" sz="1000" dirty="0">
              <a:latin typeface="Pangolin" panose="00000500000000000000" pitchFamily="2" charset="0"/>
            </a:endParaRPr>
          </a:p>
        </p:txBody>
      </p:sp>
      <p:sp>
        <p:nvSpPr>
          <p:cNvPr id="25" name="Textfeld 24">
            <a:extLst>
              <a:ext uri="{FF2B5EF4-FFF2-40B4-BE49-F238E27FC236}">
                <a16:creationId xmlns:a16="http://schemas.microsoft.com/office/drawing/2014/main" id="{488CBF92-B5A5-499F-B0F3-7771BAEA6C2E}"/>
              </a:ext>
            </a:extLst>
          </p:cNvPr>
          <p:cNvSpPr txBox="1"/>
          <p:nvPr/>
        </p:nvSpPr>
        <p:spPr>
          <a:xfrm>
            <a:off x="238125" y="6829202"/>
            <a:ext cx="4228538" cy="553998"/>
          </a:xfrm>
          <a:prstGeom prst="rect">
            <a:avLst/>
          </a:prstGeom>
          <a:noFill/>
        </p:spPr>
        <p:txBody>
          <a:bodyPr wrap="square">
            <a:spAutoFit/>
          </a:bodyPr>
          <a:lstStyle/>
          <a:p>
            <a:pPr algn="ctr"/>
            <a:r>
              <a:rPr lang="fr-FR" sz="1000" dirty="0">
                <a:latin typeface="Pangolin" panose="00000500000000000000" pitchFamily="2" charset="0"/>
              </a:rPr>
              <a:t>Il existe plusieurs solutions possibles à notre problème, mais une seule est correcte. La bonne solution serait la condition préalable, et nous devons évaluer comment notre intuition s’inscrit dans cette condition préalable.</a:t>
            </a:r>
            <a:endParaRPr lang="de-AT" sz="1000" dirty="0">
              <a:solidFill>
                <a:schemeClr val="tx1"/>
              </a:solidFill>
              <a:latin typeface="Pangolin" panose="00000500000000000000" pitchFamily="2" charset="0"/>
            </a:endParaRPr>
          </a:p>
        </p:txBody>
      </p:sp>
      <p:sp>
        <p:nvSpPr>
          <p:cNvPr id="13" name="Textfeld 12">
            <a:extLst>
              <a:ext uri="{FF2B5EF4-FFF2-40B4-BE49-F238E27FC236}">
                <a16:creationId xmlns:a16="http://schemas.microsoft.com/office/drawing/2014/main" id="{E1ECB7B7-F29F-493A-BB38-7F8FC8A9A902}"/>
              </a:ext>
            </a:extLst>
          </p:cNvPr>
          <p:cNvSpPr txBox="1"/>
          <p:nvPr/>
        </p:nvSpPr>
        <p:spPr>
          <a:xfrm>
            <a:off x="4581525" y="6839500"/>
            <a:ext cx="2051050" cy="400110"/>
          </a:xfrm>
          <a:prstGeom prst="rect">
            <a:avLst/>
          </a:prstGeom>
          <a:noFill/>
        </p:spPr>
        <p:txBody>
          <a:bodyPr wrap="square">
            <a:spAutoFit/>
          </a:bodyPr>
          <a:lstStyle/>
          <a:p>
            <a:pPr algn="ctr"/>
            <a:r>
              <a:rPr lang="fr-FR" sz="1000" dirty="0">
                <a:latin typeface="Pangolin" panose="00000500000000000000" pitchFamily="2" charset="0"/>
              </a:rPr>
              <a:t>Wow, je suis rassasié... Et j’ai quand même réussi à finir mes devoirs !</a:t>
            </a:r>
            <a:endParaRPr lang="de-AT" sz="1000" dirty="0">
              <a:solidFill>
                <a:schemeClr val="tx1"/>
              </a:solidFill>
              <a:latin typeface="Pangolin" panose="00000500000000000000" pitchFamily="2" charset="0"/>
            </a:endParaRPr>
          </a:p>
        </p:txBody>
      </p:sp>
      <p:sp>
        <p:nvSpPr>
          <p:cNvPr id="14" name="Textfeld 13">
            <a:extLst>
              <a:ext uri="{FF2B5EF4-FFF2-40B4-BE49-F238E27FC236}">
                <a16:creationId xmlns:a16="http://schemas.microsoft.com/office/drawing/2014/main" id="{2DAAE9F6-16BF-4F91-98F1-1C37AD2DC0A9}"/>
              </a:ext>
            </a:extLst>
          </p:cNvPr>
          <p:cNvSpPr txBox="1"/>
          <p:nvPr/>
        </p:nvSpPr>
        <p:spPr>
          <a:xfrm>
            <a:off x="5143500" y="7522085"/>
            <a:ext cx="1409700" cy="246221"/>
          </a:xfrm>
          <a:prstGeom prst="rect">
            <a:avLst/>
          </a:prstGeom>
          <a:noFill/>
        </p:spPr>
        <p:txBody>
          <a:bodyPr wrap="square">
            <a:spAutoFit/>
          </a:bodyPr>
          <a:lstStyle/>
          <a:p>
            <a:pPr algn="ctr"/>
            <a:r>
              <a:rPr lang="en-US" sz="1000">
                <a:latin typeface="Pangolin" panose="00000500000000000000" pitchFamily="2" charset="0"/>
              </a:rPr>
              <a:t>Cela signifie donc que</a:t>
            </a:r>
            <a:endParaRPr lang="de-AT" sz="1000" dirty="0">
              <a:solidFill>
                <a:schemeClr val="tx1"/>
              </a:solidFill>
              <a:latin typeface="Pangolin" panose="00000500000000000000" pitchFamily="2" charset="0"/>
            </a:endParaRPr>
          </a:p>
        </p:txBody>
      </p:sp>
      <p:sp>
        <p:nvSpPr>
          <p:cNvPr id="17" name="Textfeld 16">
            <a:extLst>
              <a:ext uri="{FF2B5EF4-FFF2-40B4-BE49-F238E27FC236}">
                <a16:creationId xmlns:a16="http://schemas.microsoft.com/office/drawing/2014/main" id="{56D88109-B603-48E2-8692-411A6C1C9FAF}"/>
              </a:ext>
            </a:extLst>
          </p:cNvPr>
          <p:cNvSpPr txBox="1">
            <a:spLocks noGrp="1"/>
          </p:cNvSpPr>
          <p:nvPr>
            <p:ph type="title" idx="4294967295"/>
          </p:nvPr>
        </p:nvSpPr>
        <p:spPr>
          <a:xfrm>
            <a:off x="5453063" y="7711325"/>
            <a:ext cx="1100137" cy="246221"/>
          </a:xfrm>
          <a:prstGeom prst="rect">
            <a:avLst/>
          </a:prstGeom>
          <a:noFill/>
          <a:ln>
            <a:noFill/>
            <a:prstDash/>
          </a:ln>
          <a:effectLst/>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pPr lvl="0" defTabSz="457200">
              <a:lnSpc>
                <a:spcPct val="100000"/>
              </a:lnSpc>
              <a:spcBef>
                <a:spcPts val="0"/>
              </a:spcBef>
              <a:defRPr/>
            </a:pPr>
            <a:r>
              <a:rPr lang="en-US" sz="1000" dirty="0">
                <a:latin typeface="Pangolin" panose="00000500000000000000" pitchFamily="2" charset="0"/>
                <a:ea typeface="+mn-ea"/>
                <a:cs typeface="+mn-cs"/>
              </a:rPr>
              <a:t>(devoir) = true ?</a:t>
            </a:r>
            <a:endParaRPr kumimoji="0" lang="de-AT" sz="1000" b="0" i="0" u="none" strike="noStrike" kern="1200" cap="none" spc="0" normalizeH="0" baseline="0" noProof="0" dirty="0">
              <a:ln>
                <a:noFill/>
              </a:ln>
              <a:solidFill>
                <a:schemeClr val="tx1"/>
              </a:solidFill>
              <a:effectLst/>
              <a:uLnTx/>
              <a:uFillTx/>
              <a:latin typeface="Pangolin" panose="00000500000000000000" pitchFamily="2" charset="0"/>
              <a:ea typeface="+mn-ea"/>
              <a:cs typeface="+mn-cs"/>
            </a:endParaRPr>
          </a:p>
        </p:txBody>
      </p:sp>
      <p:sp>
        <p:nvSpPr>
          <p:cNvPr id="28" name="Textfeld 19">
            <a:extLst>
              <a:ext uri="{FF2B5EF4-FFF2-40B4-BE49-F238E27FC236}">
                <a16:creationId xmlns:a16="http://schemas.microsoft.com/office/drawing/2014/main" id="{AC1BBCB3-975A-3EDF-1AEB-DF7352818579}"/>
              </a:ext>
            </a:extLst>
          </p:cNvPr>
          <p:cNvSpPr txBox="1"/>
          <p:nvPr/>
        </p:nvSpPr>
        <p:spPr>
          <a:xfrm>
            <a:off x="4544010" y="759846"/>
            <a:ext cx="2146400" cy="275075"/>
          </a:xfrm>
          <a:prstGeom prst="rect">
            <a:avLst/>
          </a:prstGeom>
          <a:noFill/>
        </p:spPr>
        <p:txBody>
          <a:bodyPr wrap="square">
            <a:spAutoFit/>
          </a:bodyPr>
          <a:lstStyle/>
          <a:p>
            <a:pPr algn="ctr">
              <a:lnSpc>
                <a:spcPts val="1500"/>
              </a:lnSpc>
            </a:pPr>
            <a:r>
              <a:rPr lang="fr-FR" sz="1000" dirty="0">
                <a:latin typeface="Pangolin" panose="00000500000000000000" pitchFamily="2" charset="0"/>
              </a:rPr>
              <a:t>étiquettes à mettre dans une cellule. </a:t>
            </a:r>
            <a:endParaRPr lang="de-AT" sz="1000" dirty="0">
              <a:solidFill>
                <a:schemeClr val="tx1"/>
              </a:solidFill>
              <a:latin typeface="Pangolin" panose="00000500000000000000" pitchFamily="2" charset="0"/>
            </a:endParaRPr>
          </a:p>
        </p:txBody>
      </p:sp>
      <p:sp>
        <p:nvSpPr>
          <p:cNvPr id="30" name="TextBox 29">
            <a:extLst>
              <a:ext uri="{FF2B5EF4-FFF2-40B4-BE49-F238E27FC236}">
                <a16:creationId xmlns:a16="http://schemas.microsoft.com/office/drawing/2014/main" id="{4BFC0268-807F-4791-5368-BCEF1B979CAE}"/>
              </a:ext>
            </a:extLst>
          </p:cNvPr>
          <p:cNvSpPr txBox="1"/>
          <p:nvPr/>
        </p:nvSpPr>
        <p:spPr>
          <a:xfrm>
            <a:off x="190385" y="7593859"/>
            <a:ext cx="739305" cy="246221"/>
          </a:xfrm>
          <a:prstGeom prst="rect">
            <a:avLst/>
          </a:prstGeom>
          <a:noFill/>
        </p:spPr>
        <p:txBody>
          <a:bodyPr wrap="none" rtlCol="0">
            <a:spAutoFit/>
          </a:bodyPr>
          <a:lstStyle/>
          <a:p>
            <a:r>
              <a:rPr lang="de-DE" sz="1000" dirty="0" err="1">
                <a:latin typeface="Pangolin" panose="00000500000000000000" pitchFamily="2" charset="0"/>
              </a:rPr>
              <a:t>Étiquettes</a:t>
            </a:r>
            <a:endParaRPr lang="es-419" sz="1000" dirty="0">
              <a:latin typeface="Pangolin" panose="00000500000000000000" pitchFamily="2" charset="0"/>
            </a:endParaRPr>
          </a:p>
        </p:txBody>
      </p:sp>
      <p:sp>
        <p:nvSpPr>
          <p:cNvPr id="32" name="TextBox 31">
            <a:extLst>
              <a:ext uri="{FF2B5EF4-FFF2-40B4-BE49-F238E27FC236}">
                <a16:creationId xmlns:a16="http://schemas.microsoft.com/office/drawing/2014/main" id="{E25679D0-D440-1A5A-3A5F-43458E55910C}"/>
              </a:ext>
            </a:extLst>
          </p:cNvPr>
          <p:cNvSpPr txBox="1"/>
          <p:nvPr/>
        </p:nvSpPr>
        <p:spPr>
          <a:xfrm>
            <a:off x="184780" y="8200139"/>
            <a:ext cx="750514" cy="400110"/>
          </a:xfrm>
          <a:prstGeom prst="rect">
            <a:avLst/>
          </a:prstGeom>
          <a:noFill/>
        </p:spPr>
        <p:txBody>
          <a:bodyPr wrap="square" rtlCol="0">
            <a:spAutoFit/>
          </a:bodyPr>
          <a:lstStyle/>
          <a:p>
            <a:pPr algn="ctr"/>
            <a:r>
              <a:rPr lang="fr-FR" sz="1000" dirty="0">
                <a:latin typeface="Pangolin" panose="00000500000000000000" pitchFamily="2" charset="0"/>
              </a:rPr>
              <a:t>Condition Préalable</a:t>
            </a:r>
            <a:endParaRPr lang="es-419" sz="1000" dirty="0">
              <a:latin typeface="Pangolin" panose="00000500000000000000" pitchFamily="2" charset="0"/>
            </a:endParaRPr>
          </a:p>
        </p:txBody>
      </p:sp>
      <p:sp>
        <p:nvSpPr>
          <p:cNvPr id="33" name="TextBox 32">
            <a:extLst>
              <a:ext uri="{FF2B5EF4-FFF2-40B4-BE49-F238E27FC236}">
                <a16:creationId xmlns:a16="http://schemas.microsoft.com/office/drawing/2014/main" id="{D4CEB1AD-1864-D71F-4B66-893A6FE9A18E}"/>
              </a:ext>
            </a:extLst>
          </p:cNvPr>
          <p:cNvSpPr txBox="1"/>
          <p:nvPr/>
        </p:nvSpPr>
        <p:spPr>
          <a:xfrm>
            <a:off x="113978" y="9057129"/>
            <a:ext cx="892118" cy="246221"/>
          </a:xfrm>
          <a:prstGeom prst="rect">
            <a:avLst/>
          </a:prstGeom>
          <a:noFill/>
        </p:spPr>
        <p:txBody>
          <a:bodyPr wrap="square" rtlCol="0">
            <a:spAutoFit/>
          </a:bodyPr>
          <a:lstStyle/>
          <a:p>
            <a:pPr algn="ctr"/>
            <a:r>
              <a:rPr lang="es-419" sz="1000">
                <a:latin typeface="Pangolin" panose="00000500000000000000" pitchFamily="2" charset="0"/>
              </a:rPr>
              <a:t>Test</a:t>
            </a:r>
            <a:endParaRPr lang="es-419" sz="1000" dirty="0">
              <a:latin typeface="Pangolin" panose="00000500000000000000" pitchFamily="2" charset="0"/>
            </a:endParaRPr>
          </a:p>
        </p:txBody>
      </p:sp>
      <p:sp>
        <p:nvSpPr>
          <p:cNvPr id="35" name="Textfeld 19">
            <a:extLst>
              <a:ext uri="{FF2B5EF4-FFF2-40B4-BE49-F238E27FC236}">
                <a16:creationId xmlns:a16="http://schemas.microsoft.com/office/drawing/2014/main" id="{9E2897DC-1F8F-301E-935F-04269F64B9FD}"/>
              </a:ext>
            </a:extLst>
          </p:cNvPr>
          <p:cNvSpPr txBox="1"/>
          <p:nvPr/>
        </p:nvSpPr>
        <p:spPr>
          <a:xfrm>
            <a:off x="4616783" y="950493"/>
            <a:ext cx="2060576" cy="852156"/>
          </a:xfrm>
          <a:prstGeom prst="rect">
            <a:avLst/>
          </a:prstGeom>
          <a:noFill/>
        </p:spPr>
        <p:txBody>
          <a:bodyPr wrap="square">
            <a:spAutoFit/>
          </a:bodyPr>
          <a:lstStyle/>
          <a:p>
            <a:pPr algn="ctr">
              <a:lnSpc>
                <a:spcPts val="1500"/>
              </a:lnSpc>
            </a:pPr>
            <a:r>
              <a:rPr lang="fr-FR" sz="1000" dirty="0">
                <a:latin typeface="Pangolin" panose="00000500000000000000" pitchFamily="2" charset="0"/>
              </a:rPr>
              <a:t>Mais un             ne peut apparaître que dans une ligne ou une colonne, car chaque client ne peut recevoir qu’un seul des trois repas.</a:t>
            </a:r>
            <a:endParaRPr lang="de-AT" sz="1000" dirty="0">
              <a:solidFill>
                <a:schemeClr val="tx1"/>
              </a:solidFill>
              <a:latin typeface="Pangolin" panose="00000500000000000000" pitchFamily="2" charset="0"/>
            </a:endParaRPr>
          </a:p>
        </p:txBody>
      </p:sp>
    </p:spTree>
    <p:extLst>
      <p:ext uri="{BB962C8B-B14F-4D97-AF65-F5344CB8AC3E}">
        <p14:creationId xmlns:p14="http://schemas.microsoft.com/office/powerpoint/2010/main" val="631229544"/>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pic>
        <p:nvPicPr>
          <p:cNvPr id="2" name="Picture 1">
            <a:extLst>
              <a:ext uri="{FF2B5EF4-FFF2-40B4-BE49-F238E27FC236}">
                <a16:creationId xmlns:a16="http://schemas.microsoft.com/office/drawing/2014/main" id="{987EFB1A-ACAF-4478-CEE5-9AEB372CAD02}"/>
              </a:ext>
              <a:ext uri="{C183D7F6-B498-43B3-948B-1728B52AA6E4}">
                <adec:decorative xmlns:adec="http://schemas.microsoft.com/office/drawing/2017/decorative" val="1"/>
              </a:ext>
            </a:extLst>
          </p:cNvPr>
          <p:cNvPicPr>
            <a:picLocks noChangeAspect="1"/>
          </p:cNvPicPr>
          <p:nvPr/>
        </p:nvPicPr>
        <p:blipFill>
          <a:blip r:embed="rId2">
            <a:duotone>
              <a:schemeClr val="bg2">
                <a:shade val="45000"/>
                <a:satMod val="135000"/>
              </a:schemeClr>
              <a:prstClr val="white"/>
            </a:duotone>
            <a:alphaModFix amt="50000"/>
            <a:extLst>
              <a:ext uri="{BEBA8EAE-BF5A-486C-A8C5-ECC9F3942E4B}">
                <a14:imgProps xmlns:a14="http://schemas.microsoft.com/office/drawing/2010/main">
                  <a14:imgLayer r:embed="rId3">
                    <a14:imgEffect>
                      <a14:sharpenSoften amount="50000"/>
                    </a14:imgEffect>
                    <a14:imgEffect>
                      <a14:brightnessContrast bright="40000" contrast="40000"/>
                    </a14:imgEffect>
                  </a14:imgLayer>
                </a14:imgProps>
              </a:ext>
              <a:ext uri="{28A0092B-C50C-407E-A947-70E740481C1C}">
                <a14:useLocalDpi xmlns:a14="http://schemas.microsoft.com/office/drawing/2010/main" val="0"/>
              </a:ext>
            </a:extLst>
          </a:blip>
          <a:srcRect l="2489" r="63346"/>
          <a:stretch>
            <a:fillRect/>
          </a:stretch>
        </p:blipFill>
        <p:spPr>
          <a:xfrm>
            <a:off x="-1" y="2365800"/>
            <a:ext cx="6858001" cy="5540067"/>
          </a:xfrm>
          <a:prstGeom prst="rect">
            <a:avLst/>
          </a:prstGeom>
        </p:spPr>
      </p:pic>
      <p:sp>
        <p:nvSpPr>
          <p:cNvPr id="3" name="Textfeld 1">
            <a:extLst>
              <a:ext uri="{FF2B5EF4-FFF2-40B4-BE49-F238E27FC236}">
                <a16:creationId xmlns:a16="http://schemas.microsoft.com/office/drawing/2014/main" id="{998A8265-D729-21A4-BD6E-B440BAEF8B72}"/>
              </a:ext>
            </a:extLst>
          </p:cNvPr>
          <p:cNvSpPr txBox="1">
            <a:spLocks noGrp="1"/>
          </p:cNvSpPr>
          <p:nvPr>
            <p:ph type="title" idx="4294967295"/>
          </p:nvPr>
        </p:nvSpPr>
        <p:spPr>
          <a:xfrm>
            <a:off x="599281" y="6653212"/>
            <a:ext cx="4860000" cy="2462213"/>
          </a:xfrm>
          <a:prstGeom prst="rect">
            <a:avLst/>
          </a:prstGeom>
          <a:noFill/>
          <a:ln>
            <a:noFill/>
            <a:prstDash/>
          </a:ln>
          <a:effectLst/>
        </p:spPr>
        <p:txBody>
          <a:bodyPr rot="0" spcFirstLastPara="0" vertOverflow="overflow" horzOverflow="overflow" vert="horz" wrap="square" lIns="91440" tIns="45720" rIns="91440" bIns="45720" numCol="1" spcCol="0" rtlCol="0" fromWordArt="0" anchor="b" anchorCtr="0" forceAA="0" compatLnSpc="1">
            <a:prstTxWarp prst="textNoShape">
              <a:avLst/>
            </a:prstTxWarp>
            <a:spAutoFit/>
          </a:bodyPr>
          <a:lstStyle/>
          <a:p>
            <a:pPr lvl="0" defTabSz="457200">
              <a:lnSpc>
                <a:spcPct val="100000"/>
              </a:lnSpc>
              <a:spcBef>
                <a:spcPts val="0"/>
              </a:spcBef>
              <a:defRPr/>
            </a:pPr>
            <a:r>
              <a:rPr lang="fr-FR" sz="1100" b="1" dirty="0">
                <a:solidFill>
                  <a:srgbClr val="333333"/>
                </a:solidFill>
                <a:latin typeface="Segoe UI" panose="020B0502040204020203" pitchFamily="34" charset="0"/>
                <a:ea typeface="+mn-ea"/>
                <a:cs typeface="Segoe UI" panose="020B0502040204020203" pitchFamily="34" charset="0"/>
              </a:rPr>
              <a:t>Comment citer ce document :</a:t>
            </a:r>
            <a:br>
              <a:rPr lang="fr-FR" sz="1100" b="1" dirty="0">
                <a:solidFill>
                  <a:srgbClr val="333333"/>
                </a:solidFill>
                <a:latin typeface="Segoe UI" panose="020B0502040204020203" pitchFamily="34" charset="0"/>
                <a:ea typeface="+mn-ea"/>
                <a:cs typeface="Segoe UI" panose="020B0502040204020203" pitchFamily="34" charset="0"/>
              </a:rPr>
            </a:br>
            <a:br>
              <a:rPr lang="fr-FR" sz="1100" dirty="0">
                <a:solidFill>
                  <a:srgbClr val="333333"/>
                </a:solidFill>
                <a:latin typeface="Segoe UI" panose="020B0502040204020203" pitchFamily="34" charset="0"/>
                <a:ea typeface="+mn-ea"/>
                <a:cs typeface="Segoe UI" panose="020B0502040204020203" pitchFamily="34" charset="0"/>
              </a:rPr>
            </a:br>
            <a:r>
              <a:rPr lang="en-US" sz="1100" i="1" dirty="0">
                <a:latin typeface="Segoe UI" panose="020B0502040204020203" pitchFamily="34" charset="0"/>
                <a:cs typeface="Segoe UI" panose="020B0502040204020203" pitchFamily="34" charset="0"/>
              </a:rPr>
              <a:t>Wu, H.-Y., Boucher, A., Boucher, M., Stoiber, C., &amp; De-Jesus-Oliveira, V.-A. (2025). Pensée </a:t>
            </a:r>
            <a:r>
              <a:rPr lang="en-US" sz="1100" i="1" dirty="0" err="1">
                <a:latin typeface="Segoe UI" panose="020B0502040204020203" pitchFamily="34" charset="0"/>
                <a:cs typeface="Segoe UI" panose="020B0502040204020203" pitchFamily="34" charset="0"/>
              </a:rPr>
              <a:t>Mathématique</a:t>
            </a:r>
            <a:r>
              <a:rPr lang="en-US" sz="1100" i="1" dirty="0">
                <a:latin typeface="Segoe UI" panose="020B0502040204020203" pitchFamily="34" charset="0"/>
                <a:cs typeface="Segoe UI" panose="020B0502040204020203" pitchFamily="34" charset="0"/>
              </a:rPr>
              <a:t> . University of Applied Sciences St. </a:t>
            </a:r>
            <a:r>
              <a:rPr lang="en-US" sz="1100" i="1" dirty="0" err="1">
                <a:latin typeface="Segoe UI" panose="020B0502040204020203" pitchFamily="34" charset="0"/>
                <a:cs typeface="Segoe UI" panose="020B0502040204020203" pitchFamily="34" charset="0"/>
              </a:rPr>
              <a:t>Pölten</a:t>
            </a:r>
            <a:r>
              <a:rPr lang="en-US" sz="1100" i="1" dirty="0">
                <a:latin typeface="Segoe UI" panose="020B0502040204020203" pitchFamily="34" charset="0"/>
                <a:cs typeface="Segoe UI" panose="020B0502040204020203" pitchFamily="34" charset="0"/>
              </a:rPr>
              <a:t> (USTP). https://www.comixplain.cc</a:t>
            </a:r>
            <a:br>
              <a:rPr lang="fr-FR" sz="1100" dirty="0">
                <a:solidFill>
                  <a:srgbClr val="333333"/>
                </a:solidFill>
                <a:latin typeface="Segoe UI" panose="020B0502040204020203" pitchFamily="34" charset="0"/>
                <a:ea typeface="+mn-ea"/>
                <a:cs typeface="Segoe UI" panose="020B0502040204020203" pitchFamily="34" charset="0"/>
              </a:rPr>
            </a:br>
            <a:br>
              <a:rPr lang="fr-FR" sz="1100" b="1" dirty="0">
                <a:solidFill>
                  <a:srgbClr val="333333"/>
                </a:solidFill>
                <a:latin typeface="Segoe UI" panose="020B0502040204020203" pitchFamily="34" charset="0"/>
                <a:ea typeface="+mn-ea"/>
                <a:cs typeface="Segoe UI" panose="020B0502040204020203" pitchFamily="34" charset="0"/>
              </a:rPr>
            </a:br>
            <a:r>
              <a:rPr lang="fr-FR" sz="1100" b="1" dirty="0">
                <a:solidFill>
                  <a:srgbClr val="333333"/>
                </a:solidFill>
                <a:latin typeface="Segoe UI" panose="020B0502040204020203" pitchFamily="34" charset="0"/>
                <a:ea typeface="+mn-ea"/>
                <a:cs typeface="Segoe UI" panose="020B0502040204020203" pitchFamily="34" charset="0"/>
              </a:rPr>
              <a:t>Cette bande dessinée a été adaptée de : </a:t>
            </a:r>
            <a:br>
              <a:rPr lang="fr-FR" sz="1100" dirty="0">
                <a:solidFill>
                  <a:srgbClr val="333333"/>
                </a:solidFill>
                <a:latin typeface="Segoe UI" panose="020B0502040204020203" pitchFamily="34" charset="0"/>
                <a:ea typeface="+mn-ea"/>
                <a:cs typeface="Segoe UI" panose="020B0502040204020203" pitchFamily="34" charset="0"/>
              </a:rPr>
            </a:br>
            <a:br>
              <a:rPr lang="fr-FR" sz="1100" dirty="0">
                <a:solidFill>
                  <a:srgbClr val="333333"/>
                </a:solidFill>
                <a:latin typeface="Segoe UI" panose="020B0502040204020203" pitchFamily="34" charset="0"/>
                <a:ea typeface="+mn-ea"/>
                <a:cs typeface="Segoe UI" panose="020B0502040204020203" pitchFamily="34" charset="0"/>
              </a:rPr>
            </a:br>
            <a:r>
              <a:rPr kumimoji="0" lang="de-DE" sz="1100" b="0" i="0" u="none" strike="noStrike" kern="1200" cap="none" spc="0" normalizeH="0" baseline="0" noProof="0" dirty="0">
                <a:ln>
                  <a:noFill/>
                </a:ln>
                <a:solidFill>
                  <a:srgbClr val="333333"/>
                </a:solidFill>
                <a:effectLst/>
                <a:uLnTx/>
                <a:uFillTx/>
                <a:latin typeface="Segoe UI" panose="020B0502040204020203" pitchFamily="34" charset="0"/>
                <a:ea typeface="+mn-ea"/>
                <a:cs typeface="Segoe UI" panose="020B0502040204020203" pitchFamily="34" charset="0"/>
              </a:rPr>
              <a:t>Mathematical Thinking © 2024 by Comixplain Team: Victor-Adriel De-Jesus-Oliveira, Hsiang-Yun Wu, Christina Stoiber, Magdalena Boucher, and Alena Ertl, with illustrations by Magdalena Boucher and Alena Ertl, all employed by Sankt Pölten University of Applied Sciences is licensed under CC BY-SA 4.0. To </a:t>
            </a:r>
            <a:r>
              <a:rPr kumimoji="0" lang="de-DE" sz="1100" b="0" i="0" u="none" strike="noStrike" kern="1200" cap="none" spc="0" normalizeH="0" baseline="0" noProof="0" dirty="0" err="1">
                <a:ln>
                  <a:noFill/>
                </a:ln>
                <a:solidFill>
                  <a:srgbClr val="333333"/>
                </a:solidFill>
                <a:effectLst/>
                <a:uLnTx/>
                <a:uFillTx/>
                <a:latin typeface="Segoe UI" panose="020B0502040204020203" pitchFamily="34" charset="0"/>
                <a:ea typeface="+mn-ea"/>
                <a:cs typeface="Segoe UI" panose="020B0502040204020203" pitchFamily="34" charset="0"/>
              </a:rPr>
              <a:t>view</a:t>
            </a:r>
            <a:r>
              <a:rPr kumimoji="0" lang="de-DE" sz="1100" b="0" i="0" u="none" strike="noStrike" kern="1200" cap="none" spc="0" normalizeH="0" baseline="0" noProof="0" dirty="0">
                <a:ln>
                  <a:noFill/>
                </a:ln>
                <a:solidFill>
                  <a:srgbClr val="333333"/>
                </a:solidFill>
                <a:effectLst/>
                <a:uLnTx/>
                <a:uFillTx/>
                <a:latin typeface="Segoe UI" panose="020B0502040204020203" pitchFamily="34" charset="0"/>
                <a:ea typeface="+mn-ea"/>
                <a:cs typeface="Segoe UI" panose="020B0502040204020203" pitchFamily="34" charset="0"/>
              </a:rPr>
              <a:t> a </a:t>
            </a:r>
            <a:r>
              <a:rPr kumimoji="0" lang="de-DE" sz="1100" b="0" i="0" u="none" strike="noStrike" kern="1200" cap="none" spc="0" normalizeH="0" baseline="0" noProof="0" dirty="0" err="1">
                <a:ln>
                  <a:noFill/>
                </a:ln>
                <a:solidFill>
                  <a:srgbClr val="333333"/>
                </a:solidFill>
                <a:effectLst/>
                <a:uLnTx/>
                <a:uFillTx/>
                <a:latin typeface="Segoe UI" panose="020B0502040204020203" pitchFamily="34" charset="0"/>
                <a:ea typeface="+mn-ea"/>
                <a:cs typeface="Segoe UI" panose="020B0502040204020203" pitchFamily="34" charset="0"/>
              </a:rPr>
              <a:t>copy</a:t>
            </a:r>
            <a:r>
              <a:rPr kumimoji="0" lang="de-DE" sz="1100" b="0" i="0" u="none" strike="noStrike" kern="1200" cap="none" spc="0" normalizeH="0" baseline="0" noProof="0" dirty="0">
                <a:ln>
                  <a:noFill/>
                </a:ln>
                <a:solidFill>
                  <a:srgbClr val="333333"/>
                </a:solidFill>
                <a:effectLst/>
                <a:uLnTx/>
                <a:uFillTx/>
                <a:latin typeface="Segoe UI" panose="020B0502040204020203" pitchFamily="34" charset="0"/>
                <a:ea typeface="+mn-ea"/>
                <a:cs typeface="Segoe UI" panose="020B0502040204020203" pitchFamily="34" charset="0"/>
              </a:rPr>
              <a:t> </a:t>
            </a:r>
            <a:r>
              <a:rPr kumimoji="0" lang="de-DE" sz="1100" b="0" i="0" u="none" strike="noStrike" kern="1200" cap="none" spc="0" normalizeH="0" baseline="0" noProof="0" dirty="0" err="1">
                <a:ln>
                  <a:noFill/>
                </a:ln>
                <a:solidFill>
                  <a:srgbClr val="333333"/>
                </a:solidFill>
                <a:effectLst/>
                <a:uLnTx/>
                <a:uFillTx/>
                <a:latin typeface="Segoe UI" panose="020B0502040204020203" pitchFamily="34" charset="0"/>
                <a:ea typeface="+mn-ea"/>
                <a:cs typeface="Segoe UI" panose="020B0502040204020203" pitchFamily="34" charset="0"/>
              </a:rPr>
              <a:t>of</a:t>
            </a:r>
            <a:r>
              <a:rPr kumimoji="0" lang="de-DE" sz="1100" b="0" i="0" u="none" strike="noStrike" kern="1200" cap="none" spc="0" normalizeH="0" baseline="0" noProof="0" dirty="0">
                <a:ln>
                  <a:noFill/>
                </a:ln>
                <a:solidFill>
                  <a:srgbClr val="333333"/>
                </a:solidFill>
                <a:effectLst/>
                <a:uLnTx/>
                <a:uFillTx/>
                <a:latin typeface="Segoe UI" panose="020B0502040204020203" pitchFamily="34" charset="0"/>
                <a:ea typeface="+mn-ea"/>
                <a:cs typeface="Segoe UI" panose="020B0502040204020203" pitchFamily="34" charset="0"/>
              </a:rPr>
              <a:t> </a:t>
            </a:r>
            <a:r>
              <a:rPr kumimoji="0" lang="de-DE" sz="1100" b="0" i="0" u="none" strike="noStrike" kern="1200" cap="none" spc="0" normalizeH="0" baseline="0" noProof="0" dirty="0" err="1">
                <a:ln>
                  <a:noFill/>
                </a:ln>
                <a:solidFill>
                  <a:srgbClr val="333333"/>
                </a:solidFill>
                <a:effectLst/>
                <a:uLnTx/>
                <a:uFillTx/>
                <a:latin typeface="Segoe UI" panose="020B0502040204020203" pitchFamily="34" charset="0"/>
                <a:ea typeface="+mn-ea"/>
                <a:cs typeface="Segoe UI" panose="020B0502040204020203" pitchFamily="34" charset="0"/>
              </a:rPr>
              <a:t>this</a:t>
            </a:r>
            <a:r>
              <a:rPr kumimoji="0" lang="de-DE" sz="1100" b="0" i="0" u="none" strike="noStrike" kern="1200" cap="none" spc="0" normalizeH="0" baseline="0" noProof="0" dirty="0">
                <a:ln>
                  <a:noFill/>
                </a:ln>
                <a:solidFill>
                  <a:srgbClr val="333333"/>
                </a:solidFill>
                <a:effectLst/>
                <a:uLnTx/>
                <a:uFillTx/>
                <a:latin typeface="Segoe UI" panose="020B0502040204020203" pitchFamily="34" charset="0"/>
                <a:ea typeface="+mn-ea"/>
                <a:cs typeface="Segoe UI" panose="020B0502040204020203" pitchFamily="34" charset="0"/>
              </a:rPr>
              <a:t> </a:t>
            </a:r>
            <a:r>
              <a:rPr kumimoji="0" lang="de-DE" sz="1100" b="0" i="0" u="none" strike="noStrike" kern="1200" cap="none" spc="0" normalizeH="0" baseline="0" noProof="0" dirty="0" err="1">
                <a:ln>
                  <a:noFill/>
                </a:ln>
                <a:solidFill>
                  <a:srgbClr val="333333"/>
                </a:solidFill>
                <a:effectLst/>
                <a:uLnTx/>
                <a:uFillTx/>
                <a:latin typeface="Segoe UI" panose="020B0502040204020203" pitchFamily="34" charset="0"/>
                <a:ea typeface="+mn-ea"/>
                <a:cs typeface="Segoe UI" panose="020B0502040204020203" pitchFamily="34" charset="0"/>
              </a:rPr>
              <a:t>license</a:t>
            </a:r>
            <a:r>
              <a:rPr kumimoji="0" lang="de-DE" sz="1100" b="0" i="0" u="none" strike="noStrike" kern="1200" cap="none" spc="0" normalizeH="0" baseline="0" noProof="0" dirty="0">
                <a:ln>
                  <a:noFill/>
                </a:ln>
                <a:solidFill>
                  <a:srgbClr val="333333"/>
                </a:solidFill>
                <a:effectLst/>
                <a:uLnTx/>
                <a:uFillTx/>
                <a:latin typeface="Segoe UI" panose="020B0502040204020203" pitchFamily="34" charset="0"/>
                <a:ea typeface="+mn-ea"/>
                <a:cs typeface="Segoe UI" panose="020B0502040204020203" pitchFamily="34" charset="0"/>
              </a:rPr>
              <a:t>, </a:t>
            </a:r>
            <a:r>
              <a:rPr kumimoji="0" lang="de-DE" sz="1100" b="0" i="0" u="none" strike="noStrike" kern="1200" cap="none" spc="0" normalizeH="0" baseline="0" noProof="0" dirty="0" err="1">
                <a:ln>
                  <a:noFill/>
                </a:ln>
                <a:solidFill>
                  <a:srgbClr val="333333"/>
                </a:solidFill>
                <a:effectLst/>
                <a:uLnTx/>
                <a:uFillTx/>
                <a:latin typeface="Segoe UI" panose="020B0502040204020203" pitchFamily="34" charset="0"/>
                <a:ea typeface="+mn-ea"/>
                <a:cs typeface="Segoe UI" panose="020B0502040204020203" pitchFamily="34" charset="0"/>
              </a:rPr>
              <a:t>visit</a:t>
            </a:r>
            <a:r>
              <a:rPr kumimoji="0" lang="de-DE" sz="1100" b="0" i="0" u="none" strike="noStrike" kern="1200" cap="none" spc="0" normalizeH="0" baseline="0" noProof="0" dirty="0">
                <a:ln>
                  <a:noFill/>
                </a:ln>
                <a:solidFill>
                  <a:srgbClr val="333333"/>
                </a:solidFill>
                <a:effectLst/>
                <a:uLnTx/>
                <a:uFillTx/>
                <a:latin typeface="Segoe UI" panose="020B0502040204020203" pitchFamily="34" charset="0"/>
                <a:ea typeface="+mn-ea"/>
                <a:cs typeface="Segoe UI" panose="020B0502040204020203" pitchFamily="34" charset="0"/>
              </a:rPr>
              <a:t> http://creativecommons.org/licenses/by-sa/4.0/</a:t>
            </a:r>
            <a:endParaRPr kumimoji="0" lang="de-AT" sz="1100" b="0" i="0" u="none" strike="noStrike" kern="1200" cap="none" spc="0" normalizeH="0" baseline="0" noProof="0" dirty="0">
              <a:ln>
                <a:noFill/>
              </a:ln>
              <a:solidFill>
                <a:schemeClr val="tx1"/>
              </a:solidFill>
              <a:effectLst/>
              <a:uLnTx/>
              <a:uFillTx/>
              <a:latin typeface="Segoe UI" panose="020B0502040204020203" pitchFamily="34" charset="0"/>
              <a:ea typeface="+mn-ea"/>
              <a:cs typeface="Segoe UI" panose="020B0502040204020203" pitchFamily="34" charset="0"/>
            </a:endParaRPr>
          </a:p>
        </p:txBody>
      </p:sp>
      <p:sp>
        <p:nvSpPr>
          <p:cNvPr id="4" name="Textfeld 1">
            <a:extLst>
              <a:ext uri="{FF2B5EF4-FFF2-40B4-BE49-F238E27FC236}">
                <a16:creationId xmlns:a16="http://schemas.microsoft.com/office/drawing/2014/main" id="{3FC085DF-63F3-D0A1-C920-01358E9AC035}"/>
              </a:ext>
            </a:extLst>
          </p:cNvPr>
          <p:cNvSpPr txBox="1">
            <a:spLocks/>
          </p:cNvSpPr>
          <p:nvPr/>
        </p:nvSpPr>
        <p:spPr>
          <a:xfrm>
            <a:off x="599280" y="790575"/>
            <a:ext cx="5778073" cy="1446550"/>
          </a:xfrm>
          <a:prstGeom prst="rect">
            <a:avLst/>
          </a:prstGeom>
          <a:noFill/>
        </p:spPr>
        <p:txBody>
          <a:bodyPr wrap="square" rtlCol="0">
            <a:spAutoFit/>
          </a:bodyPr>
          <a:lstStyle/>
          <a:p>
            <a:pPr marL="0" marR="0" lvl="0" indent="0" algn="l" defTabSz="457200" rtl="0" eaLnBrk="1" fontAlgn="auto" latinLnBrk="0" hangingPunct="1">
              <a:lnSpc>
                <a:spcPct val="100000"/>
              </a:lnSpc>
              <a:spcBef>
                <a:spcPts val="0"/>
              </a:spcBef>
              <a:spcAft>
                <a:spcPts val="0"/>
              </a:spcAft>
              <a:buClrTx/>
              <a:buSzTx/>
              <a:buFontTx/>
              <a:buNone/>
              <a:tabLst/>
              <a:defRPr/>
            </a:pPr>
            <a:r>
              <a:rPr lang="de-AT" sz="1100" b="1" dirty="0">
                <a:latin typeface="Segoe UI" panose="020B0502040204020203" pitchFamily="34" charset="0"/>
                <a:cs typeface="Segoe UI" panose="020B0502040204020203" pitchFamily="34" charset="0"/>
              </a:rPr>
              <a:t>Sources</a:t>
            </a:r>
            <a:r>
              <a:rPr kumimoji="0" lang="de-AT" sz="1100" b="1" i="0" u="none" strike="noStrike" kern="1200" cap="none" spc="0" normalizeH="0" baseline="0" noProof="0" dirty="0">
                <a:ln>
                  <a:noFill/>
                </a:ln>
                <a:solidFill>
                  <a:schemeClr val="tx1"/>
                </a:solidFill>
                <a:effectLst/>
                <a:uLnTx/>
                <a:uFillTx/>
                <a:latin typeface="Segoe UI" panose="020B0502040204020203" pitchFamily="34" charset="0"/>
                <a:ea typeface="+mn-ea"/>
                <a:cs typeface="Segoe UI" panose="020B0502040204020203" pitchFamily="34" charset="0"/>
              </a:rPr>
              <a:t>:</a:t>
            </a:r>
          </a:p>
          <a:p>
            <a:pPr marL="0" marR="0" lvl="0" indent="0" algn="l" defTabSz="457200" rtl="0" eaLnBrk="1" fontAlgn="auto" latinLnBrk="0" hangingPunct="1">
              <a:lnSpc>
                <a:spcPct val="100000"/>
              </a:lnSpc>
              <a:spcBef>
                <a:spcPts val="0"/>
              </a:spcBef>
              <a:spcAft>
                <a:spcPts val="0"/>
              </a:spcAft>
              <a:buClrTx/>
              <a:buSzTx/>
              <a:buFontTx/>
              <a:buNone/>
              <a:tabLst/>
              <a:defRPr/>
            </a:pPr>
            <a:endParaRPr kumimoji="0" lang="de-AT" sz="1100" b="0" i="0" u="none" strike="noStrike" kern="1200" cap="none" spc="0" normalizeH="0" baseline="0" noProof="0" dirty="0">
              <a:ln>
                <a:noFill/>
              </a:ln>
              <a:solidFill>
                <a:schemeClr val="tx1"/>
              </a:solidFill>
              <a:effectLst/>
              <a:uLnTx/>
              <a:uFillTx/>
              <a:latin typeface="Segoe UI" panose="020B0502040204020203" pitchFamily="34" charset="0"/>
              <a:ea typeface="+mn-ea"/>
              <a:cs typeface="Segoe UI" panose="020B0502040204020203" pitchFamily="34" charset="0"/>
            </a:endParaRPr>
          </a:p>
          <a:p>
            <a:pPr marL="0" marR="0" lvl="0" indent="0" algn="l" defTabSz="457200" rtl="0" eaLnBrk="1" fontAlgn="auto" latinLnBrk="0" hangingPunct="1">
              <a:lnSpc>
                <a:spcPct val="100000"/>
              </a:lnSpc>
              <a:spcBef>
                <a:spcPts val="0"/>
              </a:spcBef>
              <a:spcAft>
                <a:spcPts val="0"/>
              </a:spcAft>
              <a:buClrTx/>
              <a:buSzTx/>
              <a:buFontTx/>
              <a:buNone/>
              <a:tabLst/>
              <a:defRPr/>
            </a:pPr>
            <a:endParaRPr kumimoji="0" lang="de-AT" sz="1100" b="0" i="0" u="none" strike="noStrike" kern="1200" cap="none" spc="0" normalizeH="0" baseline="0" noProof="0" dirty="0">
              <a:ln>
                <a:noFill/>
              </a:ln>
              <a:solidFill>
                <a:schemeClr val="tx1"/>
              </a:solidFill>
              <a:effectLst/>
              <a:uLnTx/>
              <a:uFillTx/>
              <a:latin typeface="Segoe UI" panose="020B0502040204020203" pitchFamily="34" charset="0"/>
              <a:ea typeface="+mn-ea"/>
              <a:cs typeface="Segoe UI" panose="020B0502040204020203" pitchFamily="34" charset="0"/>
            </a:endParaRPr>
          </a:p>
          <a:p>
            <a:r>
              <a:rPr lang="en-US" sz="1100" dirty="0">
                <a:latin typeface="Segoe UI" panose="020B0502040204020203" pitchFamily="34" charset="0"/>
                <a:cs typeface="Segoe UI" panose="020B0502040204020203" pitchFamily="34" charset="0"/>
              </a:rPr>
              <a:t>Ben-Ari, M. (2012). Mathematical logic for computer science. Springer Science &amp; Business Media.</a:t>
            </a:r>
          </a:p>
          <a:p>
            <a:endParaRPr lang="en-US" sz="1100" dirty="0">
              <a:latin typeface="Segoe UI" panose="020B0502040204020203" pitchFamily="34" charset="0"/>
              <a:cs typeface="Segoe UI" panose="020B0502040204020203" pitchFamily="34" charset="0"/>
            </a:endParaRPr>
          </a:p>
          <a:p>
            <a:r>
              <a:rPr lang="en-US" sz="1100" dirty="0">
                <a:latin typeface="Segoe UI" panose="020B0502040204020203" pitchFamily="34" charset="0"/>
                <a:cs typeface="Segoe UI" panose="020B0502040204020203" pitchFamily="34" charset="0"/>
              </a:rPr>
              <a:t>Devlin, K. J. (2012). Introduction to mathematical thinking (Vol. 331). Palo Alto, CA: Keith Devlin.</a:t>
            </a:r>
            <a:endParaRPr lang="de-AT" sz="1100" dirty="0">
              <a:latin typeface="Segoe UI" panose="020B0502040204020203" pitchFamily="34" charset="0"/>
              <a:cs typeface="Segoe UI" panose="020B0502040204020203" pitchFamily="34" charset="0"/>
            </a:endParaRPr>
          </a:p>
        </p:txBody>
      </p:sp>
    </p:spTree>
    <p:extLst>
      <p:ext uri="{BB962C8B-B14F-4D97-AF65-F5344CB8AC3E}">
        <p14:creationId xmlns:p14="http://schemas.microsoft.com/office/powerpoint/2010/main" val="171183961"/>
      </p:ext>
    </p:extLst>
  </p:cSld>
  <p:clrMapOvr>
    <a:masterClrMapping/>
  </p:clrMapOvr>
</p:sld>
</file>

<file path=ppt/theme/theme1.xml><?xml version="1.0" encoding="utf-8"?>
<a:theme xmlns:a="http://schemas.openxmlformats.org/drawingml/2006/main" name="Offic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customXml/_rels/item1.xml.rels><?xml version="1.0" encoding="UTF-8" standalone="yes"?>
<Relationships xmlns="http://schemas.openxmlformats.org/package/2006/relationships"><Relationship Id="rId1" Type="http://schemas.openxmlformats.org/officeDocument/2006/relationships/customXmlProps" Target="itemProps1.xml"/></Relationships>
</file>

<file path=customXml/_rels/item2.xml.rels><?xml version="1.0" encoding="UTF-8" standalone="yes"?>
<Relationships xmlns="http://schemas.openxmlformats.org/package/2006/relationships"><Relationship Id="rId1" Type="http://schemas.openxmlformats.org/officeDocument/2006/relationships/customXmlProps" Target="itemProps2.xml"/></Relationships>
</file>

<file path=customXml/_rels/item3.xml.rels><?xml version="1.0" encoding="UTF-8" standalone="yes"?>
<Relationships xmlns="http://schemas.openxmlformats.org/package/2006/relationships"><Relationship Id="rId1" Type="http://schemas.openxmlformats.org/officeDocument/2006/relationships/customXmlProps" Target="itemProps3.xml"/></Relationships>
</file>

<file path=customXml/item1.xml><?xml version="1.0" encoding="utf-8"?>
<ct:contentTypeSchema xmlns:ct="http://schemas.microsoft.com/office/2006/metadata/contentType" xmlns:ma="http://schemas.microsoft.com/office/2006/metadata/properties/metaAttributes" ct:_="" ma:_="" ma:contentTypeName="Document" ma:contentTypeID="0x0101009BF7B09DBF6D7B4DA35692C22AFAF86F" ma:contentTypeVersion="17" ma:contentTypeDescription="Create a new document." ma:contentTypeScope="" ma:versionID="ad44a7505c7aca20613ebc6bcfeba5ad">
  <xsd:schema xmlns:xsd="http://www.w3.org/2001/XMLSchema" xmlns:xs="http://www.w3.org/2001/XMLSchema" xmlns:p="http://schemas.microsoft.com/office/2006/metadata/properties" xmlns:ns2="da1b7603-f8b8-47c9-9682-dc6aa8e9acd7" xmlns:ns3="94bcf745-830c-42f4-885c-a1d7342e6e36" targetNamespace="http://schemas.microsoft.com/office/2006/metadata/properties" ma:root="true" ma:fieldsID="e159740320cafda465bba0cd79ce7dbe" ns2:_="" ns3:_="">
    <xsd:import namespace="da1b7603-f8b8-47c9-9682-dc6aa8e9acd7"/>
    <xsd:import namespace="94bcf745-830c-42f4-885c-a1d7342e6e36"/>
    <xsd:element name="properties">
      <xsd:complexType>
        <xsd:sequence>
          <xsd:element name="documentManagement">
            <xsd:complexType>
              <xsd:all>
                <xsd:element ref="ns2:lcf76f155ced4ddcb4097134ff3c332f" minOccurs="0"/>
                <xsd:element ref="ns3:TaxCatchAll" minOccurs="0"/>
                <xsd:element ref="ns2:MediaServiceMetadata" minOccurs="0"/>
                <xsd:element ref="ns2:MediaServiceFastMetadata" minOccurs="0"/>
                <xsd:element ref="ns2:MediaServiceDateTaken" minOccurs="0"/>
                <xsd:element ref="ns2:MediaServiceOCR" minOccurs="0"/>
                <xsd:element ref="ns2:MediaServiceGenerationTime" minOccurs="0"/>
                <xsd:element ref="ns2:MediaServiceEventHashCode" minOccurs="0"/>
                <xsd:element ref="ns3:SharedWithUsers" minOccurs="0"/>
                <xsd:element ref="ns3:SharedWithDetails" minOccurs="0"/>
                <xsd:element ref="ns2:MediaServiceAutoKeyPoints" minOccurs="0"/>
                <xsd:element ref="ns2:MediaServiceKeyPoints" minOccurs="0"/>
                <xsd:element ref="ns2:MediaServiceLocation" minOccurs="0"/>
                <xsd:element ref="ns2:MediaServiceSearchProperties" minOccurs="0"/>
                <xsd:element ref="ns2:MediaServiceObjectDetectorVersions" minOccurs="0"/>
                <xsd:element ref="ns2:MediaLengthInSeconds" minOccurs="0"/>
              </xsd:all>
            </xsd:complexType>
          </xsd:element>
        </xsd:sequence>
      </xsd:complexType>
    </xsd:element>
  </xsd:schema>
  <xsd:schema xmlns:xsd="http://www.w3.org/2001/XMLSchema" xmlns:xs="http://www.w3.org/2001/XMLSchema" xmlns:dms="http://schemas.microsoft.com/office/2006/documentManagement/types" xmlns:pc="http://schemas.microsoft.com/office/infopath/2007/PartnerControls" targetNamespace="da1b7603-f8b8-47c9-9682-dc6aa8e9acd7" elementFormDefault="qualified">
    <xsd:import namespace="http://schemas.microsoft.com/office/2006/documentManagement/types"/>
    <xsd:import namespace="http://schemas.microsoft.com/office/infopath/2007/PartnerControls"/>
    <xsd:element name="lcf76f155ced4ddcb4097134ff3c332f" ma:index="9" nillable="true" ma:taxonomy="true" ma:internalName="lcf76f155ced4ddcb4097134ff3c332f" ma:taxonomyFieldName="MediaServiceImageTags" ma:displayName="Image Tags" ma:readOnly="false" ma:fieldId="{5cf76f15-5ced-4ddc-b409-7134ff3c332f}" ma:taxonomyMulti="true" ma:sspId="a84640ab-69e5-4507-afc1-7da4bb7a5f70" ma:termSetId="09814cd3-568e-fe90-9814-8d621ff8fb84" ma:anchorId="fba54fb3-c3e1-fe81-a776-ca4b69148c4d" ma:open="true" ma:isKeyword="false">
      <xsd:complexType>
        <xsd:sequence>
          <xsd:element ref="pc:Terms" minOccurs="0" maxOccurs="1"/>
        </xsd:sequence>
      </xsd:complexType>
    </xsd:element>
    <xsd:element name="MediaServiceMetadata" ma:index="11" nillable="true" ma:displayName="MediaServiceMetadata" ma:hidden="true" ma:internalName="MediaServiceMetadata" ma:readOnly="true">
      <xsd:simpleType>
        <xsd:restriction base="dms:Note"/>
      </xsd:simpleType>
    </xsd:element>
    <xsd:element name="MediaServiceFastMetadata" ma:index="12" nillable="true" ma:displayName="MediaServiceFastMetadata" ma:hidden="true" ma:internalName="MediaServiceFastMetadata" ma:readOnly="true">
      <xsd:simpleType>
        <xsd:restriction base="dms:Note"/>
      </xsd:simpleType>
    </xsd:element>
    <xsd:element name="MediaServiceDateTaken" ma:index="13" nillable="true" ma:displayName="MediaServiceDateTaken" ma:hidden="true" ma:internalName="MediaServiceDateTaken" ma:readOnly="true">
      <xsd:simpleType>
        <xsd:restriction base="dms:Text"/>
      </xsd:simpleType>
    </xsd:element>
    <xsd:element name="MediaServiceOCR" ma:index="14" nillable="true" ma:displayName="Extracted Text" ma:internalName="MediaServiceOCR" ma:readOnly="true">
      <xsd:simpleType>
        <xsd:restriction base="dms:Note">
          <xsd:maxLength value="255"/>
        </xsd:restriction>
      </xsd:simpleType>
    </xsd:element>
    <xsd:element name="MediaServiceGenerationTime" ma:index="15" nillable="true" ma:displayName="MediaServiceGenerationTime" ma:hidden="true" ma:internalName="MediaServiceGenerationTime" ma:readOnly="true">
      <xsd:simpleType>
        <xsd:restriction base="dms:Text"/>
      </xsd:simpleType>
    </xsd:element>
    <xsd:element name="MediaServiceEventHashCode" ma:index="16" nillable="true" ma:displayName="MediaServiceEventHashCode" ma:hidden="true" ma:internalName="MediaServiceEventHashCode" ma:readOnly="true">
      <xsd:simpleType>
        <xsd:restriction base="dms:Text"/>
      </xsd:simpleType>
    </xsd:element>
    <xsd:element name="MediaServiceAutoKeyPoints" ma:index="19" nillable="true" ma:displayName="MediaServiceAutoKeyPoints" ma:hidden="true" ma:internalName="MediaServiceAutoKeyPoints" ma:readOnly="true">
      <xsd:simpleType>
        <xsd:restriction base="dms:Note"/>
      </xsd:simpleType>
    </xsd:element>
    <xsd:element name="MediaServiceKeyPoints" ma:index="20" nillable="true" ma:displayName="KeyPoints" ma:internalName="MediaServiceKeyPoints" ma:readOnly="true">
      <xsd:simpleType>
        <xsd:restriction base="dms:Note">
          <xsd:maxLength value="255"/>
        </xsd:restriction>
      </xsd:simpleType>
    </xsd:element>
    <xsd:element name="MediaServiceLocation" ma:index="21" nillable="true" ma:displayName="Location" ma:internalName="MediaServiceLocation" ma:readOnly="true">
      <xsd:simpleType>
        <xsd:restriction base="dms:Text"/>
      </xsd:simpleType>
    </xsd:element>
    <xsd:element name="MediaServiceSearchProperties" ma:index="22" nillable="true" ma:displayName="MediaServiceSearchProperties" ma:hidden="true" ma:internalName="MediaServiceSearchProperties" ma:readOnly="true">
      <xsd:simpleType>
        <xsd:restriction base="dms:Note"/>
      </xsd:simpleType>
    </xsd:element>
    <xsd:element name="MediaServiceObjectDetectorVersions" ma:index="23" nillable="true" ma:displayName="MediaServiceObjectDetectorVersions" ma:hidden="true" ma:indexed="true" ma:internalName="MediaServiceObjectDetectorVersions" ma:readOnly="true">
      <xsd:simpleType>
        <xsd:restriction base="dms:Text"/>
      </xsd:simpleType>
    </xsd:element>
    <xsd:element name="MediaLengthInSeconds" ma:index="24" nillable="true" ma:displayName="MediaLengthInSeconds" ma:hidden="true" ma:internalName="MediaLengthInSeconds" ma:readOnly="true">
      <xsd:simpleType>
        <xsd:restriction base="dms:Unknown"/>
      </xsd:simpleType>
    </xsd:element>
  </xsd:schema>
  <xsd:schema xmlns:xsd="http://www.w3.org/2001/XMLSchema" xmlns:xs="http://www.w3.org/2001/XMLSchema" xmlns:dms="http://schemas.microsoft.com/office/2006/documentManagement/types" xmlns:pc="http://schemas.microsoft.com/office/infopath/2007/PartnerControls" targetNamespace="94bcf745-830c-42f4-885c-a1d7342e6e36" elementFormDefault="qualified">
    <xsd:import namespace="http://schemas.microsoft.com/office/2006/documentManagement/types"/>
    <xsd:import namespace="http://schemas.microsoft.com/office/infopath/2007/PartnerControls"/>
    <xsd:element name="TaxCatchAll" ma:index="10" nillable="true" ma:displayName="Taxonomy Catch All Column" ma:hidden="true" ma:list="{db9243bb-53a8-4b98-83ee-304bfef20349}" ma:internalName="TaxCatchAll" ma:showField="CatchAllData" ma:web="94bcf745-830c-42f4-885c-a1d7342e6e36">
      <xsd:complexType>
        <xsd:complexContent>
          <xsd:extension base="dms:MultiChoiceLookup">
            <xsd:sequence>
              <xsd:element name="Value" type="dms:Lookup" maxOccurs="unbounded" minOccurs="0" nillable="true"/>
            </xsd:sequence>
          </xsd:extension>
        </xsd:complexContent>
      </xsd:complexType>
    </xsd:element>
    <xsd:element name="SharedWithUsers" ma:index="17" nillable="true" ma:displayName="Shared With" ma:internalName="SharedWithUsers" ma:readOnly="true">
      <xsd:complexType>
        <xsd:complexContent>
          <xsd:extension base="dms:UserMulti">
            <xsd:sequence>
              <xsd:element name="UserInfo" minOccurs="0" maxOccurs="unbounded">
                <xsd:complexType>
                  <xsd:sequence>
                    <xsd:element name="DisplayName" type="xsd:string" minOccurs="0"/>
                    <xsd:element name="AccountId" type="dms:UserId" minOccurs="0" nillable="true"/>
                    <xsd:element name="AccountType" type="xsd:string" minOccurs="0"/>
                  </xsd:sequence>
                </xsd:complexType>
              </xsd:element>
            </xsd:sequence>
          </xsd:extension>
        </xsd:complexContent>
      </xsd:complexType>
    </xsd:element>
    <xsd:element name="SharedWithDetails" ma:index="18" nillable="true" ma:displayName="Shared With Details" ma:internalName="SharedWithDetails" ma:readOnly="true">
      <xsd:simpleType>
        <xsd:restriction base="dms:Note">
          <xsd:maxLength value="255"/>
        </xsd:restriction>
      </xsd:simpleType>
    </xsd:element>
  </xsd:schema>
  <xsd:schema xmlns="http://schemas.openxmlformats.org/package/2006/metadata/core-properties" xmlns:xsd="http://www.w3.org/2001/XMLSchema" xmlns:xsi="http://www.w3.org/2001/XMLSchema-instance" xmlns:dc="http://purl.org/dc/elements/1.1/" xmlns:dcterms="http://purl.org/dc/terms/" xmlns:odoc="http://schemas.microsoft.com/internal/obd" targetNamespace="http://schemas.openxmlformats.org/package/2006/metadata/core-properties" elementFormDefault="qualified" attributeFormDefault="unqualified" blockDefault="#all">
    <xsd:import namespace="http://purl.org/dc/elements/1.1/" schemaLocation="http://dublincore.org/schemas/xmls/qdc/2003/04/02/dc.xsd"/>
    <xsd:import namespace="http://purl.org/dc/terms/" schemaLocation="http://dublincore.org/schemas/xmls/qdc/2003/04/02/dcterms.xsd"/>
    <xsd:element name="coreProperties" type="CT_coreProperties"/>
    <xsd:complexType name="CT_coreProperties">
      <xsd:all>
        <xsd:element ref="dc:creator" minOccurs="0" maxOccurs="1"/>
        <xsd:element ref="dcterms:created" minOccurs="0" maxOccurs="1"/>
        <xsd:element ref="dc:identifier" minOccurs="0" maxOccurs="1"/>
        <xsd:element name="contentType" minOccurs="0" maxOccurs="1" type="xsd:string" ma:index="0" ma:displayName="Content Type"/>
        <xsd:element ref="dc:title" minOccurs="0" maxOccurs="1" ma:index="4" ma:displayName="Title"/>
        <xsd:element ref="dc:subject" minOccurs="0" maxOccurs="1"/>
        <xsd:element ref="dc:description" minOccurs="0" maxOccurs="1"/>
        <xsd:element name="keywords" minOccurs="0" maxOccurs="1" type="xsd:string"/>
        <xsd:element ref="dc:language" minOccurs="0" maxOccurs="1"/>
        <xsd:element name="category" minOccurs="0" maxOccurs="1" type="xsd:string"/>
        <xsd:element name="version" minOccurs="0" maxOccurs="1" type="xsd:string"/>
        <xsd:element name="revision" minOccurs="0" maxOccurs="1" type="xsd:string">
          <xsd:annotation>
            <xsd:documentation>
                        This value indicates the number of saves or revisions. The application is responsible for updating this value after each revision.
                    </xsd:documentation>
          </xsd:annotation>
        </xsd:element>
        <xsd:element name="lastModifiedBy" minOccurs="0" maxOccurs="1" type="xsd:string"/>
        <xsd:element ref="dcterms:modified" minOccurs="0" maxOccurs="1"/>
        <xsd:element name="contentStatus" minOccurs="0" maxOccurs="1" type="xsd:string"/>
      </xsd:all>
    </xsd:complexType>
  </xsd:schema>
  <xs:schema xmlns:pc="http://schemas.microsoft.com/office/infopath/2007/PartnerControls" xmlns:xs="http://www.w3.org/2001/XMLSchema" targetNamespace="http://schemas.microsoft.com/office/infopath/2007/PartnerControls" elementFormDefault="qualified" attributeFormDefault="unqualified">
    <xs:element name="Person">
      <xs:complexType>
        <xs:sequence>
          <xs:element ref="pc:DisplayName" minOccurs="0"/>
          <xs:element ref="pc:AccountId" minOccurs="0"/>
          <xs:element ref="pc:AccountType" minOccurs="0"/>
        </xs:sequence>
      </xs:complexType>
    </xs:element>
    <xs:element name="DisplayName" type="xs:string"/>
    <xs:element name="AccountId" type="xs:string"/>
    <xs:element name="AccountType" type="xs:string"/>
    <xs:element name="BDCAssociatedEntity">
      <xs:complexType>
        <xs:sequence>
          <xs:element ref="pc:BDCEntity" minOccurs="0" maxOccurs="unbounded"/>
        </xs:sequence>
        <xs:attribute ref="pc:EntityNamespace"/>
        <xs:attribute ref="pc:EntityName"/>
        <xs:attribute ref="pc:SystemInstanceName"/>
        <xs:attribute ref="pc:AssociationName"/>
      </xs:complexType>
    </xs:element>
    <xs:attribute name="EntityNamespace" type="xs:string"/>
    <xs:attribute name="EntityName" type="xs:string"/>
    <xs:attribute name="SystemInstanceName" type="xs:string"/>
    <xs:attribute name="AssociationName" type="xs:string"/>
    <xs:element name="BDCEntity">
      <xs:complexType>
        <xs:sequence>
          <xs:element ref="pc:EntityDisplayName" minOccurs="0"/>
          <xs:element ref="pc:EntityInstanceReference" minOccurs="0"/>
          <xs:element ref="pc:EntityId1" minOccurs="0"/>
          <xs:element ref="pc:EntityId2" minOccurs="0"/>
          <xs:element ref="pc:EntityId3" minOccurs="0"/>
          <xs:element ref="pc:EntityId4" minOccurs="0"/>
          <xs:element ref="pc:EntityId5" minOccurs="0"/>
        </xs:sequence>
      </xs:complexType>
    </xs:element>
    <xs:element name="EntityDisplayName" type="xs:string"/>
    <xs:element name="EntityInstanceReference" type="xs:string"/>
    <xs:element name="EntityId1" type="xs:string"/>
    <xs:element name="EntityId2" type="xs:string"/>
    <xs:element name="EntityId3" type="xs:string"/>
    <xs:element name="EntityId4" type="xs:string"/>
    <xs:element name="EntityId5" type="xs:string"/>
    <xs:element name="Terms">
      <xs:complexType>
        <xs:sequence>
          <xs:element ref="pc:TermInfo" minOccurs="0" maxOccurs="unbounded"/>
        </xs:sequence>
      </xs:complexType>
    </xs:element>
    <xs:element name="TermInfo">
      <xs:complexType>
        <xs:sequence>
          <xs:element ref="pc:TermName" minOccurs="0"/>
          <xs:element ref="pc:TermId" minOccurs="0"/>
        </xs:sequence>
      </xs:complexType>
    </xs:element>
    <xs:element name="TermName" type="xs:string"/>
    <xs:element name="TermId" type="xs:string"/>
  </xs:schema>
</ct:contentTypeSchema>
</file>

<file path=customXml/item2.xml><?xml version="1.0" encoding="utf-8"?>
<p:properties xmlns:p="http://schemas.microsoft.com/office/2006/metadata/properties" xmlns:xsi="http://www.w3.org/2001/XMLSchema-instance" xmlns:pc="http://schemas.microsoft.com/office/infopath/2007/PartnerControls">
  <documentManagement>
    <lcf76f155ced4ddcb4097134ff3c332f xmlns="da1b7603-f8b8-47c9-9682-dc6aa8e9acd7">
      <Terms xmlns="http://schemas.microsoft.com/office/infopath/2007/PartnerControls"/>
    </lcf76f155ced4ddcb4097134ff3c332f>
    <TaxCatchAll xmlns="94bcf745-830c-42f4-885c-a1d7342e6e36" xsi:nil="true"/>
  </documentManagement>
</p:properties>
</file>

<file path=customXml/item3.xml><?xml version="1.0" encoding="utf-8"?>
<?mso-contentType ?>
<FormTemplates xmlns="http://schemas.microsoft.com/sharepoint/v3/contenttype/forms">
  <Display>DocumentLibraryForm</Display>
  <Edit>DocumentLibraryForm</Edit>
  <New>DocumentLibraryForm</New>
</FormTemplates>
</file>

<file path=customXml/itemProps1.xml><?xml version="1.0" encoding="utf-8"?>
<ds:datastoreItem xmlns:ds="http://schemas.openxmlformats.org/officeDocument/2006/customXml" ds:itemID="{563810CD-E215-4E08-B3FB-AB3A7DC60C4D}">
  <ds:schemaRefs>
    <ds:schemaRef ds:uri="http://schemas.microsoft.com/office/2006/metadata/contentType"/>
    <ds:schemaRef ds:uri="http://schemas.microsoft.com/office/2006/metadata/properties/metaAttributes"/>
    <ds:schemaRef ds:uri="http://www.w3.org/2001/XMLSchema"/>
    <ds:schemaRef ds:uri="http://schemas.microsoft.com/office/2006/metadata/properties"/>
    <ds:schemaRef ds:uri="da1b7603-f8b8-47c9-9682-dc6aa8e9acd7"/>
    <ds:schemaRef ds:uri="94bcf745-830c-42f4-885c-a1d7342e6e36"/>
    <ds:schemaRef ds:uri="http://schemas.microsoft.com/office/2006/documentManagement/types"/>
    <ds:schemaRef ds:uri="http://schemas.microsoft.com/office/infopath/2007/PartnerControls"/>
    <ds:schemaRef ds:uri="http://schemas.openxmlformats.org/package/2006/metadata/core-properties"/>
    <ds:schemaRef ds:uri="http://purl.org/dc/elements/1.1/"/>
    <ds:schemaRef ds:uri="http://purl.org/dc/terms/"/>
    <ds:schemaRef ds:uri="http://schemas.microsoft.com/internal/obd"/>
  </ds:schemaRefs>
</ds:datastoreItem>
</file>

<file path=customXml/itemProps2.xml><?xml version="1.0" encoding="utf-8"?>
<ds:datastoreItem xmlns:ds="http://schemas.openxmlformats.org/officeDocument/2006/customXml" ds:itemID="{84372B3F-CE2E-42EC-9979-028DA50166FC}">
  <ds:schemaRefs>
    <ds:schemaRef ds:uri="http://schemas.openxmlformats.org/package/2006/metadata/core-properties"/>
    <ds:schemaRef ds:uri="http://schemas.microsoft.com/office/2006/metadata/properties"/>
    <ds:schemaRef ds:uri="http://purl.org/dc/dcmitype/"/>
    <ds:schemaRef ds:uri="http://purl.org/dc/elements/1.1/"/>
    <ds:schemaRef ds:uri="http://schemas.microsoft.com/office/2006/documentManagement/types"/>
    <ds:schemaRef ds:uri="http://schemas.microsoft.com/office/infopath/2007/PartnerControls"/>
    <ds:schemaRef ds:uri="94bcf745-830c-42f4-885c-a1d7342e6e36"/>
    <ds:schemaRef ds:uri="da1b7603-f8b8-47c9-9682-dc6aa8e9acd7"/>
    <ds:schemaRef ds:uri="http://www.w3.org/XML/1998/namespace"/>
    <ds:schemaRef ds:uri="http://purl.org/dc/terms/"/>
  </ds:schemaRefs>
</ds:datastoreItem>
</file>

<file path=customXml/itemProps3.xml><?xml version="1.0" encoding="utf-8"?>
<ds:datastoreItem xmlns:ds="http://schemas.openxmlformats.org/officeDocument/2006/customXml" ds:itemID="{816038F4-9D2E-44CB-8650-29FEE361B382}">
  <ds:schemaRefs>
    <ds:schemaRef ds:uri="http://schemas.microsoft.com/sharepoint/v3/contenttype/forms"/>
  </ds:schemaRefs>
</ds:datastoreItem>
</file>

<file path=docProps/app.xml><?xml version="1.0" encoding="utf-8"?>
<Properties xmlns="http://schemas.openxmlformats.org/officeDocument/2006/extended-properties" xmlns:vt="http://schemas.openxmlformats.org/officeDocument/2006/docPropsVTypes">
  <Template>Office Theme</Template>
  <TotalTime>16</TotalTime>
  <Words>1239</Words>
  <Application>Microsoft Office PowerPoint</Application>
  <PresentationFormat>A4 Paper (210x297 mm)</PresentationFormat>
  <Paragraphs>119</Paragraphs>
  <Slides>7</Slides>
  <Notes>0</Notes>
  <HiddenSlides>0</HiddenSlides>
  <MMClips>0</MMClips>
  <ScaleCrop>false</ScaleCrop>
  <HeadingPairs>
    <vt:vector size="6" baseType="variant">
      <vt:variant>
        <vt:lpstr>Fonts Used</vt:lpstr>
      </vt:variant>
      <vt:variant>
        <vt:i4>9</vt:i4>
      </vt:variant>
      <vt:variant>
        <vt:lpstr>Theme</vt:lpstr>
      </vt:variant>
      <vt:variant>
        <vt:i4>1</vt:i4>
      </vt:variant>
      <vt:variant>
        <vt:lpstr>Slide Titles</vt:lpstr>
      </vt:variant>
      <vt:variant>
        <vt:i4>7</vt:i4>
      </vt:variant>
    </vt:vector>
  </HeadingPairs>
  <TitlesOfParts>
    <vt:vector size="17" baseType="lpstr">
      <vt:lpstr>Pangolin</vt:lpstr>
      <vt:lpstr>Arial</vt:lpstr>
      <vt:lpstr>Segoe UI</vt:lpstr>
      <vt:lpstr>Comic Sans MS</vt:lpstr>
      <vt:lpstr>Calibri Light</vt:lpstr>
      <vt:lpstr>Kristen ITC</vt:lpstr>
      <vt:lpstr>Momopresentation Updated 2</vt:lpstr>
      <vt:lpstr>Segoe Script</vt:lpstr>
      <vt:lpstr>Calibri</vt:lpstr>
      <vt:lpstr>Office</vt:lpstr>
      <vt:lpstr>Pensée Mathématique</vt:lpstr>
      <vt:lpstr>PowerPoint Presentation</vt:lpstr>
      <vt:lpstr>Je vais essayer le magret de canard.</vt:lpstr>
      <vt:lpstr>Combien de possibilités reste-t-il ?</vt:lpstr>
      <vt:lpstr>Dans une notation mathématique, cela ressemblerait à ceci :</vt:lpstr>
      <vt:lpstr>(devoir) = true ?</vt:lpstr>
      <vt:lpstr>Comment citer ce document :  Wu, H.-Y., Boucher, A., Boucher, M., Stoiber, C., &amp; De-Jesus-Oliveira, V.-A. (2025). Pensée Mathématique . University of Applied Sciences St. Pölten (USTP). https://www.comixplain.cc  Cette bande dessinée a été adaptée de :   Mathematical Thinking © 2024 by Comixplain Team: Victor-Adriel De-Jesus-Oliveira, Hsiang-Yun Wu, Christina Stoiber, Magdalena Boucher, and Alena Ertl, with illustrations by Magdalena Boucher and Alena Ertl, all employed by Sankt Pölten University of Applied Sciences is licensed under CC BY-SA 4.0. To view a copy of this license, visit http://creativecommons.org/licenses/by-sa/4.0/</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Pensée Mathématique</dc:title>
  <dc:creator>Boucher Magdalena</dc:creator>
  <cp:lastModifiedBy>de-Jesus-Oliveira Victor-Adriel</cp:lastModifiedBy>
  <cp:revision>27</cp:revision>
  <dcterms:created xsi:type="dcterms:W3CDTF">2022-09-19T11:21:57Z</dcterms:created>
  <dcterms:modified xsi:type="dcterms:W3CDTF">2025-11-07T17:40:33Z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ContentTypeId">
    <vt:lpwstr>0x0101009BF7B09DBF6D7B4DA35692C22AFAF86F</vt:lpwstr>
  </property>
  <property fmtid="{D5CDD505-2E9C-101B-9397-08002B2CF9AE}" pid="3" name="MediaServiceImageTags">
    <vt:lpwstr/>
  </property>
</Properties>
</file>
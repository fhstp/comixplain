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65"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Pangolin" panose="00000500000000000000" pitchFamily="2" charset="0"/>
      <p:regular r:id="rId16"/>
    </p:embeddedFont>
    <p:embeddedFont>
      <p:font typeface="Segoe UI" panose="020B0502040204020203" pitchFamily="34" charset="0"/>
      <p:regular r:id="rId17"/>
      <p:bold r:id="rId18"/>
      <p:italic r:id="rId19"/>
      <p:boldItalic r:id="rId20"/>
    </p:embeddedFont>
    <p:embeddedFont>
      <p:font typeface="Source Sans Pro" panose="020B0503030403020204" pitchFamily="34" charset="0"/>
      <p:regular r:id="rId21"/>
      <p:bold r:id="rId22"/>
      <p:italic r:id="rId23"/>
      <p:boldItalic r:id="rId2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Story" id="{BEEF7BF9-C479-48EC-8CB1-BBF355A7A12B}">
          <p14:sldIdLst>
            <p14:sldId id="265"/>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DCAC5D-6624-4D92-8EBF-D38109E750AE}" v="30" dt="2025-11-09T06:47:15.8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4579" autoAdjust="0"/>
    <p:restoredTop sz="96247" autoAdjust="0"/>
  </p:normalViewPr>
  <p:slideViewPr>
    <p:cSldViewPr snapToGrid="0">
      <p:cViewPr>
        <p:scale>
          <a:sx n="75" d="100"/>
          <a:sy n="75" d="100"/>
        </p:scale>
        <p:origin x="3042" y="13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09T06:47:51.399" v="73" actId="478"/>
      <pc:docMkLst>
        <pc:docMk/>
      </pc:docMkLst>
      <pc:sldChg chg="addSp delSp modSp mod">
        <pc:chgData name="de-Jesus-Oliveira Victor-Adriel" userId="a708fc36-3c1b-42ab-b5e9-2e1fa3c6605e" providerId="ADAL" clId="{39AA12F0-CB51-4D67-A3A6-7C3EC2C345CA}" dt="2025-11-09T06:46:51.463" v="59" actId="20577"/>
        <pc:sldMkLst>
          <pc:docMk/>
          <pc:sldMk cId="1310685907" sldId="259"/>
        </pc:sldMkLst>
        <pc:spChg chg="del">
          <ac:chgData name="de-Jesus-Oliveira Victor-Adriel" userId="a708fc36-3c1b-42ab-b5e9-2e1fa3c6605e" providerId="ADAL" clId="{39AA12F0-CB51-4D67-A3A6-7C3EC2C345CA}" dt="2025-11-09T06:45:49.698" v="53" actId="478"/>
          <ac:spMkLst>
            <pc:docMk/>
            <pc:sldMk cId="1310685907" sldId="259"/>
            <ac:spMk id="2" creationId="{1D6318BD-2508-770C-1108-C765666AC341}"/>
          </ac:spMkLst>
        </pc:spChg>
        <pc:spChg chg="add mod">
          <ac:chgData name="de-Jesus-Oliveira Victor-Adriel" userId="a708fc36-3c1b-42ab-b5e9-2e1fa3c6605e" providerId="ADAL" clId="{39AA12F0-CB51-4D67-A3A6-7C3EC2C345CA}" dt="2025-11-09T06:46:51.463" v="59" actId="20577"/>
          <ac:spMkLst>
            <pc:docMk/>
            <pc:sldMk cId="1310685907" sldId="259"/>
            <ac:spMk id="53" creationId="{92B3545B-8D3C-618F-1AF7-C20711650F06}"/>
          </ac:spMkLst>
        </pc:spChg>
        <pc:grpChg chg="add del mod ord">
          <ac:chgData name="de-Jesus-Oliveira Victor-Adriel" userId="a708fc36-3c1b-42ab-b5e9-2e1fa3c6605e" providerId="ADAL" clId="{39AA12F0-CB51-4D67-A3A6-7C3EC2C345CA}" dt="2025-11-09T06:46:10.043" v="55" actId="478"/>
          <ac:grpSpMkLst>
            <pc:docMk/>
            <pc:sldMk cId="1310685907" sldId="259"/>
            <ac:grpSpMk id="4" creationId="{EC89B307-3E2B-B8C4-F693-7A759D18B1A9}"/>
          </ac:grpSpMkLst>
        </pc:grpChg>
        <pc:grpChg chg="mod">
          <ac:chgData name="de-Jesus-Oliveira Victor-Adriel" userId="a708fc36-3c1b-42ab-b5e9-2e1fa3c6605e" providerId="ADAL" clId="{39AA12F0-CB51-4D67-A3A6-7C3EC2C345CA}" dt="2025-11-08T14:01:40.577" v="32"/>
          <ac:grpSpMkLst>
            <pc:docMk/>
            <pc:sldMk cId="1310685907" sldId="259"/>
            <ac:grpSpMk id="6" creationId="{120DB355-4CBB-2DBD-161E-BC8F07D3D895}"/>
          </ac:grpSpMkLst>
        </pc:grpChg>
        <pc:grpChg chg="add mod">
          <ac:chgData name="de-Jesus-Oliveira Victor-Adriel" userId="a708fc36-3c1b-42ab-b5e9-2e1fa3c6605e" providerId="ADAL" clId="{39AA12F0-CB51-4D67-A3A6-7C3EC2C345CA}" dt="2025-11-09T06:46:22.117" v="56"/>
          <ac:grpSpMkLst>
            <pc:docMk/>
            <pc:sldMk cId="1310685907" sldId="259"/>
            <ac:grpSpMk id="13" creationId="{67040EFE-A45C-2DF9-18AF-0E7486FF3159}"/>
          </ac:grpSpMkLst>
        </pc:grpChg>
        <pc:grpChg chg="mod">
          <ac:chgData name="de-Jesus-Oliveira Victor-Adriel" userId="a708fc36-3c1b-42ab-b5e9-2e1fa3c6605e" providerId="ADAL" clId="{39AA12F0-CB51-4D67-A3A6-7C3EC2C345CA}" dt="2025-11-09T06:46:22.117" v="56"/>
          <ac:grpSpMkLst>
            <pc:docMk/>
            <pc:sldMk cId="1310685907" sldId="259"/>
            <ac:grpSpMk id="27" creationId="{C434997E-95E9-2670-9951-7E23C0F13444}"/>
          </ac:grpSpMkLst>
        </pc:grpChg>
        <pc:picChg chg="mod">
          <ac:chgData name="de-Jesus-Oliveira Victor-Adriel" userId="a708fc36-3c1b-42ab-b5e9-2e1fa3c6605e" providerId="ADAL" clId="{39AA12F0-CB51-4D67-A3A6-7C3EC2C345CA}" dt="2025-11-08T14:01:40.577" v="32"/>
          <ac:picMkLst>
            <pc:docMk/>
            <pc:sldMk cId="1310685907" sldId="259"/>
            <ac:picMk id="5" creationId="{87CB9DC0-0694-078A-30A7-B7482888D1DC}"/>
          </ac:picMkLst>
        </pc:picChg>
        <pc:picChg chg="mod">
          <ac:chgData name="de-Jesus-Oliveira Victor-Adriel" userId="a708fc36-3c1b-42ab-b5e9-2e1fa3c6605e" providerId="ADAL" clId="{39AA12F0-CB51-4D67-A3A6-7C3EC2C345CA}" dt="2025-11-08T14:01:40.577" v="32"/>
          <ac:picMkLst>
            <pc:docMk/>
            <pc:sldMk cId="1310685907" sldId="259"/>
            <ac:picMk id="8" creationId="{DD140E0A-2D63-EC43-0490-EC4ADBCC039D}"/>
          </ac:picMkLst>
        </pc:picChg>
        <pc:picChg chg="mod">
          <ac:chgData name="de-Jesus-Oliveira Victor-Adriel" userId="a708fc36-3c1b-42ab-b5e9-2e1fa3c6605e" providerId="ADAL" clId="{39AA12F0-CB51-4D67-A3A6-7C3EC2C345CA}" dt="2025-11-08T14:01:40.577" v="32"/>
          <ac:picMkLst>
            <pc:docMk/>
            <pc:sldMk cId="1310685907" sldId="259"/>
            <ac:picMk id="9" creationId="{2654D018-4F01-204D-C632-A90760DAEB79}"/>
          </ac:picMkLst>
        </pc:picChg>
        <pc:picChg chg="mod">
          <ac:chgData name="de-Jesus-Oliveira Victor-Adriel" userId="a708fc36-3c1b-42ab-b5e9-2e1fa3c6605e" providerId="ADAL" clId="{39AA12F0-CB51-4D67-A3A6-7C3EC2C345CA}" dt="2025-11-08T14:01:40.577" v="32"/>
          <ac:picMkLst>
            <pc:docMk/>
            <pc:sldMk cId="1310685907" sldId="259"/>
            <ac:picMk id="11" creationId="{0F0E7EB7-FE83-F560-5DB5-11D6AA8788EC}"/>
          </ac:picMkLst>
        </pc:picChg>
        <pc:picChg chg="mod">
          <ac:chgData name="de-Jesus-Oliveira Victor-Adriel" userId="a708fc36-3c1b-42ab-b5e9-2e1fa3c6605e" providerId="ADAL" clId="{39AA12F0-CB51-4D67-A3A6-7C3EC2C345CA}" dt="2025-11-09T06:46:22.117" v="56"/>
          <ac:picMkLst>
            <pc:docMk/>
            <pc:sldMk cId="1310685907" sldId="259"/>
            <ac:picMk id="17" creationId="{E46355DF-193A-2F9C-F912-75E21F72EF9A}"/>
          </ac:picMkLst>
        </pc:picChg>
        <pc:picChg chg="mod">
          <ac:chgData name="de-Jesus-Oliveira Victor-Adriel" userId="a708fc36-3c1b-42ab-b5e9-2e1fa3c6605e" providerId="ADAL" clId="{39AA12F0-CB51-4D67-A3A6-7C3EC2C345CA}" dt="2025-11-09T06:46:22.117" v="56"/>
          <ac:picMkLst>
            <pc:docMk/>
            <pc:sldMk cId="1310685907" sldId="259"/>
            <ac:picMk id="28" creationId="{74D9B020-6501-03AA-50BC-4F92E4C768DF}"/>
          </ac:picMkLst>
        </pc:picChg>
        <pc:picChg chg="mod">
          <ac:chgData name="de-Jesus-Oliveira Victor-Adriel" userId="a708fc36-3c1b-42ab-b5e9-2e1fa3c6605e" providerId="ADAL" clId="{39AA12F0-CB51-4D67-A3A6-7C3EC2C345CA}" dt="2025-11-09T06:46:22.117" v="56"/>
          <ac:picMkLst>
            <pc:docMk/>
            <pc:sldMk cId="1310685907" sldId="259"/>
            <ac:picMk id="51" creationId="{A4E098C0-3094-6EAD-24CA-EA555DC51FFE}"/>
          </ac:picMkLst>
        </pc:picChg>
        <pc:picChg chg="mod">
          <ac:chgData name="de-Jesus-Oliveira Victor-Adriel" userId="a708fc36-3c1b-42ab-b5e9-2e1fa3c6605e" providerId="ADAL" clId="{39AA12F0-CB51-4D67-A3A6-7C3EC2C345CA}" dt="2025-11-09T06:46:22.117" v="56"/>
          <ac:picMkLst>
            <pc:docMk/>
            <pc:sldMk cId="1310685907" sldId="259"/>
            <ac:picMk id="52" creationId="{94576311-6D9B-F9CD-DB9B-1163CDDF9D82}"/>
          </ac:picMkLst>
        </pc:picChg>
      </pc:sldChg>
      <pc:sldChg chg="addSp delSp modSp mod">
        <pc:chgData name="de-Jesus-Oliveira Victor-Adriel" userId="a708fc36-3c1b-42ab-b5e9-2e1fa3c6605e" providerId="ADAL" clId="{39AA12F0-CB51-4D67-A3A6-7C3EC2C345CA}" dt="2025-11-09T06:47:33.038" v="67" actId="478"/>
        <pc:sldMkLst>
          <pc:docMk/>
          <pc:sldMk cId="2321304525" sldId="260"/>
        </pc:sldMkLst>
        <pc:spChg chg="ord">
          <ac:chgData name="de-Jesus-Oliveira Victor-Adriel" userId="a708fc36-3c1b-42ab-b5e9-2e1fa3c6605e" providerId="ADAL" clId="{39AA12F0-CB51-4D67-A3A6-7C3EC2C345CA}" dt="2025-11-08T14:01:57.780" v="37" actId="166"/>
          <ac:spMkLst>
            <pc:docMk/>
            <pc:sldMk cId="2321304525" sldId="260"/>
            <ac:spMk id="7" creationId="{F7686575-F4FB-41DD-9234-DFDA6FF8C0BB}"/>
          </ac:spMkLst>
        </pc:spChg>
        <pc:grpChg chg="add del mod ord">
          <ac:chgData name="de-Jesus-Oliveira Victor-Adriel" userId="a708fc36-3c1b-42ab-b5e9-2e1fa3c6605e" providerId="ADAL" clId="{39AA12F0-CB51-4D67-A3A6-7C3EC2C345CA}" dt="2025-11-09T06:47:33.038" v="67" actId="478"/>
          <ac:grpSpMkLst>
            <pc:docMk/>
            <pc:sldMk cId="2321304525" sldId="260"/>
            <ac:grpSpMk id="8" creationId="{9B286FC1-EF02-D1CD-C216-04536F11A9A0}"/>
          </ac:grpSpMkLst>
        </pc:grpChg>
        <pc:grpChg chg="mod">
          <ac:chgData name="de-Jesus-Oliveira Victor-Adriel" userId="a708fc36-3c1b-42ab-b5e9-2e1fa3c6605e" providerId="ADAL" clId="{39AA12F0-CB51-4D67-A3A6-7C3EC2C345CA}" dt="2025-11-08T14:01:46.254" v="34"/>
          <ac:grpSpMkLst>
            <pc:docMk/>
            <pc:sldMk cId="2321304525" sldId="260"/>
            <ac:grpSpMk id="14" creationId="{8FD45945-6A7B-2B51-42C5-8FD70BE0E13B}"/>
          </ac:grpSpMkLst>
        </pc:grpChg>
        <pc:grpChg chg="add mod">
          <ac:chgData name="de-Jesus-Oliveira Victor-Adriel" userId="a708fc36-3c1b-42ab-b5e9-2e1fa3c6605e" providerId="ADAL" clId="{39AA12F0-CB51-4D67-A3A6-7C3EC2C345CA}" dt="2025-11-09T06:47:06.982" v="60"/>
          <ac:grpSpMkLst>
            <pc:docMk/>
            <pc:sldMk cId="2321304525" sldId="260"/>
            <ac:grpSpMk id="38" creationId="{F0D70135-ECD9-55C0-5233-DBD445A1D35F}"/>
          </ac:grpSpMkLst>
        </pc:grpChg>
        <pc:grpChg chg="mod">
          <ac:chgData name="de-Jesus-Oliveira Victor-Adriel" userId="a708fc36-3c1b-42ab-b5e9-2e1fa3c6605e" providerId="ADAL" clId="{39AA12F0-CB51-4D67-A3A6-7C3EC2C345CA}" dt="2025-11-09T06:47:06.982" v="60"/>
          <ac:grpSpMkLst>
            <pc:docMk/>
            <pc:sldMk cId="2321304525" sldId="260"/>
            <ac:grpSpMk id="40" creationId="{D98B0E03-065E-76AE-F474-922DB2DE163D}"/>
          </ac:grpSpMkLst>
        </pc:grpChg>
        <pc:picChg chg="ord">
          <ac:chgData name="de-Jesus-Oliveira Victor-Adriel" userId="a708fc36-3c1b-42ab-b5e9-2e1fa3c6605e" providerId="ADAL" clId="{39AA12F0-CB51-4D67-A3A6-7C3EC2C345CA}" dt="2025-11-08T14:02:05.524" v="38" actId="166"/>
          <ac:picMkLst>
            <pc:docMk/>
            <pc:sldMk cId="2321304525" sldId="260"/>
            <ac:picMk id="9" creationId="{4A8591D2-7189-420F-ACC1-261DD984F349}"/>
          </ac:picMkLst>
        </pc:picChg>
        <pc:picChg chg="mod">
          <ac:chgData name="de-Jesus-Oliveira Victor-Adriel" userId="a708fc36-3c1b-42ab-b5e9-2e1fa3c6605e" providerId="ADAL" clId="{39AA12F0-CB51-4D67-A3A6-7C3EC2C345CA}" dt="2025-11-08T14:01:46.254" v="34"/>
          <ac:picMkLst>
            <pc:docMk/>
            <pc:sldMk cId="2321304525" sldId="260"/>
            <ac:picMk id="12" creationId="{BB9E46B8-E1A3-3BF1-1529-56CC4ADF0927}"/>
          </ac:picMkLst>
        </pc:picChg>
        <pc:picChg chg="mod">
          <ac:chgData name="de-Jesus-Oliveira Victor-Adriel" userId="a708fc36-3c1b-42ab-b5e9-2e1fa3c6605e" providerId="ADAL" clId="{39AA12F0-CB51-4D67-A3A6-7C3EC2C345CA}" dt="2025-11-08T14:01:46.254" v="34"/>
          <ac:picMkLst>
            <pc:docMk/>
            <pc:sldMk cId="2321304525" sldId="260"/>
            <ac:picMk id="19" creationId="{AEA8CC96-9711-104D-B452-42085AEF391D}"/>
          </ac:picMkLst>
        </pc:picChg>
        <pc:picChg chg="mod">
          <ac:chgData name="de-Jesus-Oliveira Victor-Adriel" userId="a708fc36-3c1b-42ab-b5e9-2e1fa3c6605e" providerId="ADAL" clId="{39AA12F0-CB51-4D67-A3A6-7C3EC2C345CA}" dt="2025-11-08T14:01:46.254" v="34"/>
          <ac:picMkLst>
            <pc:docMk/>
            <pc:sldMk cId="2321304525" sldId="260"/>
            <ac:picMk id="36" creationId="{DDE38723-E84A-B1A7-3AEC-D5C878B16937}"/>
          </ac:picMkLst>
        </pc:picChg>
        <pc:picChg chg="mod">
          <ac:chgData name="de-Jesus-Oliveira Victor-Adriel" userId="a708fc36-3c1b-42ab-b5e9-2e1fa3c6605e" providerId="ADAL" clId="{39AA12F0-CB51-4D67-A3A6-7C3EC2C345CA}" dt="2025-11-08T14:01:46.254" v="34"/>
          <ac:picMkLst>
            <pc:docMk/>
            <pc:sldMk cId="2321304525" sldId="260"/>
            <ac:picMk id="37" creationId="{AC384763-69AE-787A-3B7A-E4193A0E534C}"/>
          </ac:picMkLst>
        </pc:picChg>
        <pc:picChg chg="mod">
          <ac:chgData name="de-Jesus-Oliveira Victor-Adriel" userId="a708fc36-3c1b-42ab-b5e9-2e1fa3c6605e" providerId="ADAL" clId="{39AA12F0-CB51-4D67-A3A6-7C3EC2C345CA}" dt="2025-11-09T06:47:06.982" v="60"/>
          <ac:picMkLst>
            <pc:docMk/>
            <pc:sldMk cId="2321304525" sldId="260"/>
            <ac:picMk id="39" creationId="{6AB3830A-C657-A359-8A3D-CC4E56E0E04D}"/>
          </ac:picMkLst>
        </pc:picChg>
        <pc:picChg chg="mod">
          <ac:chgData name="de-Jesus-Oliveira Victor-Adriel" userId="a708fc36-3c1b-42ab-b5e9-2e1fa3c6605e" providerId="ADAL" clId="{39AA12F0-CB51-4D67-A3A6-7C3EC2C345CA}" dt="2025-11-09T06:47:06.982" v="60"/>
          <ac:picMkLst>
            <pc:docMk/>
            <pc:sldMk cId="2321304525" sldId="260"/>
            <ac:picMk id="41" creationId="{7B8010E9-91BE-C664-697B-16E0320698A4}"/>
          </ac:picMkLst>
        </pc:picChg>
        <pc:picChg chg="mod">
          <ac:chgData name="de-Jesus-Oliveira Victor-Adriel" userId="a708fc36-3c1b-42ab-b5e9-2e1fa3c6605e" providerId="ADAL" clId="{39AA12F0-CB51-4D67-A3A6-7C3EC2C345CA}" dt="2025-11-09T06:47:06.982" v="60"/>
          <ac:picMkLst>
            <pc:docMk/>
            <pc:sldMk cId="2321304525" sldId="260"/>
            <ac:picMk id="42" creationId="{FFA47E2A-4EB8-0639-04C9-36DF0C4E6D69}"/>
          </ac:picMkLst>
        </pc:picChg>
        <pc:picChg chg="mod">
          <ac:chgData name="de-Jesus-Oliveira Victor-Adriel" userId="a708fc36-3c1b-42ab-b5e9-2e1fa3c6605e" providerId="ADAL" clId="{39AA12F0-CB51-4D67-A3A6-7C3EC2C345CA}" dt="2025-11-09T06:47:06.982" v="60"/>
          <ac:picMkLst>
            <pc:docMk/>
            <pc:sldMk cId="2321304525" sldId="260"/>
            <ac:picMk id="43" creationId="{A209245E-09E1-6C85-848C-2CF1EBA24001}"/>
          </ac:picMkLst>
        </pc:picChg>
      </pc:sldChg>
      <pc:sldChg chg="addSp delSp modSp mod">
        <pc:chgData name="de-Jesus-Oliveira Victor-Adriel" userId="a708fc36-3c1b-42ab-b5e9-2e1fa3c6605e" providerId="ADAL" clId="{39AA12F0-CB51-4D67-A3A6-7C3EC2C345CA}" dt="2025-11-09T06:47:35.534" v="68" actId="478"/>
        <pc:sldMkLst>
          <pc:docMk/>
          <pc:sldMk cId="3895346216" sldId="261"/>
        </pc:sldMkLst>
        <pc:spChg chg="ord">
          <ac:chgData name="de-Jesus-Oliveira Victor-Adriel" userId="a708fc36-3c1b-42ab-b5e9-2e1fa3c6605e" providerId="ADAL" clId="{39AA12F0-CB51-4D67-A3A6-7C3EC2C345CA}" dt="2025-11-08T14:02:34.228" v="42" actId="166"/>
          <ac:spMkLst>
            <pc:docMk/>
            <pc:sldMk cId="3895346216" sldId="261"/>
            <ac:spMk id="4" creationId="{8D198253-F55C-4DE6-9DB0-1F6CAAA13448}"/>
          </ac:spMkLst>
        </pc:spChg>
        <pc:grpChg chg="add del mod">
          <ac:chgData name="de-Jesus-Oliveira Victor-Adriel" userId="a708fc36-3c1b-42ab-b5e9-2e1fa3c6605e" providerId="ADAL" clId="{39AA12F0-CB51-4D67-A3A6-7C3EC2C345CA}" dt="2025-11-09T06:47:35.534" v="68" actId="478"/>
          <ac:grpSpMkLst>
            <pc:docMk/>
            <pc:sldMk cId="3895346216" sldId="261"/>
            <ac:grpSpMk id="8" creationId="{2AC4E9D3-4CE8-8326-1E20-A6BD161BAE08}"/>
          </ac:grpSpMkLst>
        </pc:grpChg>
        <pc:grpChg chg="mod">
          <ac:chgData name="de-Jesus-Oliveira Victor-Adriel" userId="a708fc36-3c1b-42ab-b5e9-2e1fa3c6605e" providerId="ADAL" clId="{39AA12F0-CB51-4D67-A3A6-7C3EC2C345CA}" dt="2025-11-08T14:02:20.159" v="39"/>
          <ac:grpSpMkLst>
            <pc:docMk/>
            <pc:sldMk cId="3895346216" sldId="261"/>
            <ac:grpSpMk id="13" creationId="{B18F1156-FA09-E196-A1F5-3A0357648AEF}"/>
          </ac:grpSpMkLst>
        </pc:grpChg>
        <pc:grpChg chg="add mod">
          <ac:chgData name="de-Jesus-Oliveira Victor-Adriel" userId="a708fc36-3c1b-42ab-b5e9-2e1fa3c6605e" providerId="ADAL" clId="{39AA12F0-CB51-4D67-A3A6-7C3EC2C345CA}" dt="2025-11-09T06:47:09.001" v="61"/>
          <ac:grpSpMkLst>
            <pc:docMk/>
            <pc:sldMk cId="3895346216" sldId="261"/>
            <ac:grpSpMk id="18" creationId="{3A95A74E-D5C3-CA45-58E4-C1FA1D72D189}"/>
          </ac:grpSpMkLst>
        </pc:grpChg>
        <pc:grpChg chg="mod">
          <ac:chgData name="de-Jesus-Oliveira Victor-Adriel" userId="a708fc36-3c1b-42ab-b5e9-2e1fa3c6605e" providerId="ADAL" clId="{39AA12F0-CB51-4D67-A3A6-7C3EC2C345CA}" dt="2025-11-09T06:47:09.001" v="61"/>
          <ac:grpSpMkLst>
            <pc:docMk/>
            <pc:sldMk cId="3895346216" sldId="261"/>
            <ac:grpSpMk id="39" creationId="{321A30EF-94DB-932D-D71B-CD73A87594AD}"/>
          </ac:grpSpMkLst>
        </pc:grpChg>
        <pc:picChg chg="mod">
          <ac:chgData name="de-Jesus-Oliveira Victor-Adriel" userId="a708fc36-3c1b-42ab-b5e9-2e1fa3c6605e" providerId="ADAL" clId="{39AA12F0-CB51-4D67-A3A6-7C3EC2C345CA}" dt="2025-11-08T14:02:20.159" v="39"/>
          <ac:picMkLst>
            <pc:docMk/>
            <pc:sldMk cId="3895346216" sldId="261"/>
            <ac:picMk id="12" creationId="{1592071F-D773-34E6-F532-E5B58408D491}"/>
          </ac:picMkLst>
        </pc:picChg>
        <pc:picChg chg="mod">
          <ac:chgData name="de-Jesus-Oliveira Victor-Adriel" userId="a708fc36-3c1b-42ab-b5e9-2e1fa3c6605e" providerId="ADAL" clId="{39AA12F0-CB51-4D67-A3A6-7C3EC2C345CA}" dt="2025-11-08T14:02:20.159" v="39"/>
          <ac:picMkLst>
            <pc:docMk/>
            <pc:sldMk cId="3895346216" sldId="261"/>
            <ac:picMk id="14" creationId="{A7859B2A-404D-8CC4-783E-7D51B5130B5C}"/>
          </ac:picMkLst>
        </pc:picChg>
        <pc:picChg chg="mod">
          <ac:chgData name="de-Jesus-Oliveira Victor-Adriel" userId="a708fc36-3c1b-42ab-b5e9-2e1fa3c6605e" providerId="ADAL" clId="{39AA12F0-CB51-4D67-A3A6-7C3EC2C345CA}" dt="2025-11-08T14:02:20.159" v="39"/>
          <ac:picMkLst>
            <pc:docMk/>
            <pc:sldMk cId="3895346216" sldId="261"/>
            <ac:picMk id="15" creationId="{C9EDDC63-6222-B97F-8C57-04AB93521219}"/>
          </ac:picMkLst>
        </pc:picChg>
        <pc:picChg chg="mod">
          <ac:chgData name="de-Jesus-Oliveira Victor-Adriel" userId="a708fc36-3c1b-42ab-b5e9-2e1fa3c6605e" providerId="ADAL" clId="{39AA12F0-CB51-4D67-A3A6-7C3EC2C345CA}" dt="2025-11-08T14:02:20.159" v="39"/>
          <ac:picMkLst>
            <pc:docMk/>
            <pc:sldMk cId="3895346216" sldId="261"/>
            <ac:picMk id="17" creationId="{3148EF4C-74E2-CFE1-C567-A7445D7A3EB5}"/>
          </ac:picMkLst>
        </pc:picChg>
        <pc:picChg chg="mod">
          <ac:chgData name="de-Jesus-Oliveira Victor-Adriel" userId="a708fc36-3c1b-42ab-b5e9-2e1fa3c6605e" providerId="ADAL" clId="{39AA12F0-CB51-4D67-A3A6-7C3EC2C345CA}" dt="2025-11-09T06:47:09.001" v="61"/>
          <ac:picMkLst>
            <pc:docMk/>
            <pc:sldMk cId="3895346216" sldId="261"/>
            <ac:picMk id="19" creationId="{7ED6FB40-69FE-6CB5-763E-5F57D2605E2E}"/>
          </ac:picMkLst>
        </pc:picChg>
        <pc:picChg chg="mod">
          <ac:chgData name="de-Jesus-Oliveira Victor-Adriel" userId="a708fc36-3c1b-42ab-b5e9-2e1fa3c6605e" providerId="ADAL" clId="{39AA12F0-CB51-4D67-A3A6-7C3EC2C345CA}" dt="2025-11-09T06:47:09.001" v="61"/>
          <ac:picMkLst>
            <pc:docMk/>
            <pc:sldMk cId="3895346216" sldId="261"/>
            <ac:picMk id="40" creationId="{72F5669D-B8AC-EE4E-64F8-42F4ED7D1418}"/>
          </ac:picMkLst>
        </pc:picChg>
        <pc:picChg chg="mod">
          <ac:chgData name="de-Jesus-Oliveira Victor-Adriel" userId="a708fc36-3c1b-42ab-b5e9-2e1fa3c6605e" providerId="ADAL" clId="{39AA12F0-CB51-4D67-A3A6-7C3EC2C345CA}" dt="2025-11-09T06:47:09.001" v="61"/>
          <ac:picMkLst>
            <pc:docMk/>
            <pc:sldMk cId="3895346216" sldId="261"/>
            <ac:picMk id="41" creationId="{58F6A9BC-6D04-3AE4-7E7A-FC182BCFB8BB}"/>
          </ac:picMkLst>
        </pc:picChg>
        <pc:picChg chg="mod">
          <ac:chgData name="de-Jesus-Oliveira Victor-Adriel" userId="a708fc36-3c1b-42ab-b5e9-2e1fa3c6605e" providerId="ADAL" clId="{39AA12F0-CB51-4D67-A3A6-7C3EC2C345CA}" dt="2025-11-09T06:47:09.001" v="61"/>
          <ac:picMkLst>
            <pc:docMk/>
            <pc:sldMk cId="3895346216" sldId="261"/>
            <ac:picMk id="42" creationId="{2EFA8767-11B9-0509-1793-3861975F2EF1}"/>
          </ac:picMkLst>
        </pc:picChg>
      </pc:sldChg>
      <pc:sldChg chg="addSp delSp modSp mod">
        <pc:chgData name="de-Jesus-Oliveira Victor-Adriel" userId="a708fc36-3c1b-42ab-b5e9-2e1fa3c6605e" providerId="ADAL" clId="{39AA12F0-CB51-4D67-A3A6-7C3EC2C345CA}" dt="2025-11-09T06:47:39.276" v="69" actId="478"/>
        <pc:sldMkLst>
          <pc:docMk/>
          <pc:sldMk cId="2379314157" sldId="262"/>
        </pc:sldMkLst>
        <pc:spChg chg="ord">
          <ac:chgData name="de-Jesus-Oliveira Victor-Adriel" userId="a708fc36-3c1b-42ab-b5e9-2e1fa3c6605e" providerId="ADAL" clId="{39AA12F0-CB51-4D67-A3A6-7C3EC2C345CA}" dt="2025-11-08T14:02:41.187" v="44" actId="166"/>
          <ac:spMkLst>
            <pc:docMk/>
            <pc:sldMk cId="2379314157" sldId="262"/>
            <ac:spMk id="14" creationId="{4CA8A83C-9ABB-4B17-B735-341303AFD6C7}"/>
          </ac:spMkLst>
        </pc:spChg>
        <pc:grpChg chg="add del mod">
          <ac:chgData name="de-Jesus-Oliveira Victor-Adriel" userId="a708fc36-3c1b-42ab-b5e9-2e1fa3c6605e" providerId="ADAL" clId="{39AA12F0-CB51-4D67-A3A6-7C3EC2C345CA}" dt="2025-11-09T06:47:39.276" v="69" actId="478"/>
          <ac:grpSpMkLst>
            <pc:docMk/>
            <pc:sldMk cId="2379314157" sldId="262"/>
            <ac:grpSpMk id="8" creationId="{52ED9A8C-4AE5-EF65-2113-AD9186283CCD}"/>
          </ac:grpSpMkLst>
        </pc:grpChg>
        <pc:grpChg chg="mod">
          <ac:chgData name="de-Jesus-Oliveira Victor-Adriel" userId="a708fc36-3c1b-42ab-b5e9-2e1fa3c6605e" providerId="ADAL" clId="{39AA12F0-CB51-4D67-A3A6-7C3EC2C345CA}" dt="2025-11-08T14:02:36.568" v="43"/>
          <ac:grpSpMkLst>
            <pc:docMk/>
            <pc:sldMk cId="2379314157" sldId="262"/>
            <ac:grpSpMk id="13" creationId="{48B922E5-E36B-A34A-D92E-5191856B8A20}"/>
          </ac:grpSpMkLst>
        </pc:grpChg>
        <pc:grpChg chg="add mod">
          <ac:chgData name="de-Jesus-Oliveira Victor-Adriel" userId="a708fc36-3c1b-42ab-b5e9-2e1fa3c6605e" providerId="ADAL" clId="{39AA12F0-CB51-4D67-A3A6-7C3EC2C345CA}" dt="2025-11-09T06:47:10.178" v="62"/>
          <ac:grpSpMkLst>
            <pc:docMk/>
            <pc:sldMk cId="2379314157" sldId="262"/>
            <ac:grpSpMk id="86" creationId="{16ECF337-36D0-C9B0-D930-B490777B2015}"/>
          </ac:grpSpMkLst>
        </pc:grpChg>
        <pc:grpChg chg="mod">
          <ac:chgData name="de-Jesus-Oliveira Victor-Adriel" userId="a708fc36-3c1b-42ab-b5e9-2e1fa3c6605e" providerId="ADAL" clId="{39AA12F0-CB51-4D67-A3A6-7C3EC2C345CA}" dt="2025-11-09T06:47:10.178" v="62"/>
          <ac:grpSpMkLst>
            <pc:docMk/>
            <pc:sldMk cId="2379314157" sldId="262"/>
            <ac:grpSpMk id="92" creationId="{854E380D-B92E-7990-07A7-49F007A3A833}"/>
          </ac:grpSpMkLst>
        </pc:grpChg>
        <pc:picChg chg="mod">
          <ac:chgData name="de-Jesus-Oliveira Victor-Adriel" userId="a708fc36-3c1b-42ab-b5e9-2e1fa3c6605e" providerId="ADAL" clId="{39AA12F0-CB51-4D67-A3A6-7C3EC2C345CA}" dt="2025-11-08T14:02:36.568" v="43"/>
          <ac:picMkLst>
            <pc:docMk/>
            <pc:sldMk cId="2379314157" sldId="262"/>
            <ac:picMk id="12" creationId="{A191834B-4485-9453-6365-5C29C3D6AF2F}"/>
          </ac:picMkLst>
        </pc:picChg>
        <pc:picChg chg="mod">
          <ac:chgData name="de-Jesus-Oliveira Victor-Adriel" userId="a708fc36-3c1b-42ab-b5e9-2e1fa3c6605e" providerId="ADAL" clId="{39AA12F0-CB51-4D67-A3A6-7C3EC2C345CA}" dt="2025-11-08T14:02:36.568" v="43"/>
          <ac:picMkLst>
            <pc:docMk/>
            <pc:sldMk cId="2379314157" sldId="262"/>
            <ac:picMk id="17" creationId="{135E6604-83FF-FCEB-0B8C-F12B0E67DC57}"/>
          </ac:picMkLst>
        </pc:picChg>
        <pc:picChg chg="mod">
          <ac:chgData name="de-Jesus-Oliveira Victor-Adriel" userId="a708fc36-3c1b-42ab-b5e9-2e1fa3c6605e" providerId="ADAL" clId="{39AA12F0-CB51-4D67-A3A6-7C3EC2C345CA}" dt="2025-11-08T14:02:36.568" v="43"/>
          <ac:picMkLst>
            <pc:docMk/>
            <pc:sldMk cId="2379314157" sldId="262"/>
            <ac:picMk id="71" creationId="{D05170B3-9C11-D5FF-DB43-769221935F8C}"/>
          </ac:picMkLst>
        </pc:picChg>
        <pc:picChg chg="mod">
          <ac:chgData name="de-Jesus-Oliveira Victor-Adriel" userId="a708fc36-3c1b-42ab-b5e9-2e1fa3c6605e" providerId="ADAL" clId="{39AA12F0-CB51-4D67-A3A6-7C3EC2C345CA}" dt="2025-11-08T14:02:36.568" v="43"/>
          <ac:picMkLst>
            <pc:docMk/>
            <pc:sldMk cId="2379314157" sldId="262"/>
            <ac:picMk id="75" creationId="{09FBEDEE-A134-B1C1-AFDF-D80B36AD759F}"/>
          </ac:picMkLst>
        </pc:picChg>
        <pc:picChg chg="mod">
          <ac:chgData name="de-Jesus-Oliveira Victor-Adriel" userId="a708fc36-3c1b-42ab-b5e9-2e1fa3c6605e" providerId="ADAL" clId="{39AA12F0-CB51-4D67-A3A6-7C3EC2C345CA}" dt="2025-11-09T06:47:10.178" v="62"/>
          <ac:picMkLst>
            <pc:docMk/>
            <pc:sldMk cId="2379314157" sldId="262"/>
            <ac:picMk id="91" creationId="{D177D495-F75A-740F-6DB4-2BABBA129674}"/>
          </ac:picMkLst>
        </pc:picChg>
        <pc:picChg chg="mod">
          <ac:chgData name="de-Jesus-Oliveira Victor-Adriel" userId="a708fc36-3c1b-42ab-b5e9-2e1fa3c6605e" providerId="ADAL" clId="{39AA12F0-CB51-4D67-A3A6-7C3EC2C345CA}" dt="2025-11-09T06:47:10.178" v="62"/>
          <ac:picMkLst>
            <pc:docMk/>
            <pc:sldMk cId="2379314157" sldId="262"/>
            <ac:picMk id="93" creationId="{D23FBBA2-2E9D-9DA4-4A00-6A9052E81AED}"/>
          </ac:picMkLst>
        </pc:picChg>
        <pc:picChg chg="mod">
          <ac:chgData name="de-Jesus-Oliveira Victor-Adriel" userId="a708fc36-3c1b-42ab-b5e9-2e1fa3c6605e" providerId="ADAL" clId="{39AA12F0-CB51-4D67-A3A6-7C3EC2C345CA}" dt="2025-11-09T06:47:10.178" v="62"/>
          <ac:picMkLst>
            <pc:docMk/>
            <pc:sldMk cId="2379314157" sldId="262"/>
            <ac:picMk id="94" creationId="{B8F4E2C5-FEC1-2220-5FF6-8AFE816F593D}"/>
          </ac:picMkLst>
        </pc:picChg>
        <pc:picChg chg="mod">
          <ac:chgData name="de-Jesus-Oliveira Victor-Adriel" userId="a708fc36-3c1b-42ab-b5e9-2e1fa3c6605e" providerId="ADAL" clId="{39AA12F0-CB51-4D67-A3A6-7C3EC2C345CA}" dt="2025-11-09T06:47:10.178" v="62"/>
          <ac:picMkLst>
            <pc:docMk/>
            <pc:sldMk cId="2379314157" sldId="262"/>
            <ac:picMk id="95" creationId="{60DE09EA-05A5-89E6-5D75-D0BDA33503B6}"/>
          </ac:picMkLst>
        </pc:picChg>
      </pc:sldChg>
      <pc:sldChg chg="addSp delSp modSp mod">
        <pc:chgData name="de-Jesus-Oliveira Victor-Adriel" userId="a708fc36-3c1b-42ab-b5e9-2e1fa3c6605e" providerId="ADAL" clId="{39AA12F0-CB51-4D67-A3A6-7C3EC2C345CA}" dt="2025-11-09T06:47:41.011" v="70" actId="478"/>
        <pc:sldMkLst>
          <pc:docMk/>
          <pc:sldMk cId="360291344" sldId="263"/>
        </pc:sldMkLst>
        <pc:spChg chg="ord">
          <ac:chgData name="de-Jesus-Oliveira Victor-Adriel" userId="a708fc36-3c1b-42ab-b5e9-2e1fa3c6605e" providerId="ADAL" clId="{39AA12F0-CB51-4D67-A3A6-7C3EC2C345CA}" dt="2025-11-08T14:02:47.644" v="46" actId="166"/>
          <ac:spMkLst>
            <pc:docMk/>
            <pc:sldMk cId="360291344" sldId="263"/>
            <ac:spMk id="2" creationId="{A1CCEABA-0FB8-48DD-ADCE-6F844E6EA882}"/>
          </ac:spMkLst>
        </pc:spChg>
        <pc:grpChg chg="add del mod">
          <ac:chgData name="de-Jesus-Oliveira Victor-Adriel" userId="a708fc36-3c1b-42ab-b5e9-2e1fa3c6605e" providerId="ADAL" clId="{39AA12F0-CB51-4D67-A3A6-7C3EC2C345CA}" dt="2025-11-09T06:47:41.011" v="70" actId="478"/>
          <ac:grpSpMkLst>
            <pc:docMk/>
            <pc:sldMk cId="360291344" sldId="263"/>
            <ac:grpSpMk id="7" creationId="{27D7C7CF-D1E2-9CCB-D678-37DA33B7FDDC}"/>
          </ac:grpSpMkLst>
        </pc:grpChg>
        <pc:grpChg chg="mod">
          <ac:chgData name="de-Jesus-Oliveira Victor-Adriel" userId="a708fc36-3c1b-42ab-b5e9-2e1fa3c6605e" providerId="ADAL" clId="{39AA12F0-CB51-4D67-A3A6-7C3EC2C345CA}" dt="2025-11-08T14:02:43.843" v="45"/>
          <ac:grpSpMkLst>
            <pc:docMk/>
            <pc:sldMk cId="360291344" sldId="263"/>
            <ac:grpSpMk id="9" creationId="{D6DC7831-807B-95C4-8819-9EBE92950D16}"/>
          </ac:grpSpMkLst>
        </pc:grpChg>
        <pc:grpChg chg="add mod">
          <ac:chgData name="de-Jesus-Oliveira Victor-Adriel" userId="a708fc36-3c1b-42ab-b5e9-2e1fa3c6605e" providerId="ADAL" clId="{39AA12F0-CB51-4D67-A3A6-7C3EC2C345CA}" dt="2025-11-09T06:47:11.992" v="63"/>
          <ac:grpSpMkLst>
            <pc:docMk/>
            <pc:sldMk cId="360291344" sldId="263"/>
            <ac:grpSpMk id="13" creationId="{856FA246-D1B0-0F0C-C392-8268CE92E41E}"/>
          </ac:grpSpMkLst>
        </pc:grpChg>
        <pc:grpChg chg="mod">
          <ac:chgData name="de-Jesus-Oliveira Victor-Adriel" userId="a708fc36-3c1b-42ab-b5e9-2e1fa3c6605e" providerId="ADAL" clId="{39AA12F0-CB51-4D67-A3A6-7C3EC2C345CA}" dt="2025-11-09T06:47:11.992" v="63"/>
          <ac:grpSpMkLst>
            <pc:docMk/>
            <pc:sldMk cId="360291344" sldId="263"/>
            <ac:grpSpMk id="15" creationId="{C07308B3-4B15-FEDD-7C06-31320096A6A9}"/>
          </ac:grpSpMkLst>
        </pc:grpChg>
        <pc:picChg chg="mod">
          <ac:chgData name="de-Jesus-Oliveira Victor-Adriel" userId="a708fc36-3c1b-42ab-b5e9-2e1fa3c6605e" providerId="ADAL" clId="{39AA12F0-CB51-4D67-A3A6-7C3EC2C345CA}" dt="2025-11-08T14:02:43.843" v="45"/>
          <ac:picMkLst>
            <pc:docMk/>
            <pc:sldMk cId="360291344" sldId="263"/>
            <ac:picMk id="8" creationId="{3BD31848-2408-B3F8-7E9C-4C84533AD4C9}"/>
          </ac:picMkLst>
        </pc:picChg>
        <pc:picChg chg="mod">
          <ac:chgData name="de-Jesus-Oliveira Victor-Adriel" userId="a708fc36-3c1b-42ab-b5e9-2e1fa3c6605e" providerId="ADAL" clId="{39AA12F0-CB51-4D67-A3A6-7C3EC2C345CA}" dt="2025-11-08T14:02:43.843" v="45"/>
          <ac:picMkLst>
            <pc:docMk/>
            <pc:sldMk cId="360291344" sldId="263"/>
            <ac:picMk id="10" creationId="{0382BE36-C0C0-3A5D-C578-306C39851210}"/>
          </ac:picMkLst>
        </pc:picChg>
        <pc:picChg chg="mod">
          <ac:chgData name="de-Jesus-Oliveira Victor-Adriel" userId="a708fc36-3c1b-42ab-b5e9-2e1fa3c6605e" providerId="ADAL" clId="{39AA12F0-CB51-4D67-A3A6-7C3EC2C345CA}" dt="2025-11-08T14:02:43.843" v="45"/>
          <ac:picMkLst>
            <pc:docMk/>
            <pc:sldMk cId="360291344" sldId="263"/>
            <ac:picMk id="11" creationId="{7BFC413D-EC5B-655C-0DD5-9B5FA6FDB1EB}"/>
          </ac:picMkLst>
        </pc:picChg>
        <pc:picChg chg="mod">
          <ac:chgData name="de-Jesus-Oliveira Victor-Adriel" userId="a708fc36-3c1b-42ab-b5e9-2e1fa3c6605e" providerId="ADAL" clId="{39AA12F0-CB51-4D67-A3A6-7C3EC2C345CA}" dt="2025-11-08T14:02:43.843" v="45"/>
          <ac:picMkLst>
            <pc:docMk/>
            <pc:sldMk cId="360291344" sldId="263"/>
            <ac:picMk id="12" creationId="{9502CDFB-F331-6976-5CA8-72782ED3EF19}"/>
          </ac:picMkLst>
        </pc:picChg>
        <pc:picChg chg="mod">
          <ac:chgData name="de-Jesus-Oliveira Victor-Adriel" userId="a708fc36-3c1b-42ab-b5e9-2e1fa3c6605e" providerId="ADAL" clId="{39AA12F0-CB51-4D67-A3A6-7C3EC2C345CA}" dt="2025-11-09T06:47:11.992" v="63"/>
          <ac:picMkLst>
            <pc:docMk/>
            <pc:sldMk cId="360291344" sldId="263"/>
            <ac:picMk id="14" creationId="{14FF2859-9A88-5B82-20C2-DAAE5AD4DC85}"/>
          </ac:picMkLst>
        </pc:picChg>
        <pc:picChg chg="mod">
          <ac:chgData name="de-Jesus-Oliveira Victor-Adriel" userId="a708fc36-3c1b-42ab-b5e9-2e1fa3c6605e" providerId="ADAL" clId="{39AA12F0-CB51-4D67-A3A6-7C3EC2C345CA}" dt="2025-11-09T06:47:11.992" v="63"/>
          <ac:picMkLst>
            <pc:docMk/>
            <pc:sldMk cId="360291344" sldId="263"/>
            <ac:picMk id="16" creationId="{A241DD2F-1F9D-EDA2-F587-9D6BC140D2CB}"/>
          </ac:picMkLst>
        </pc:picChg>
        <pc:picChg chg="mod">
          <ac:chgData name="de-Jesus-Oliveira Victor-Adriel" userId="a708fc36-3c1b-42ab-b5e9-2e1fa3c6605e" providerId="ADAL" clId="{39AA12F0-CB51-4D67-A3A6-7C3EC2C345CA}" dt="2025-11-09T06:47:11.992" v="63"/>
          <ac:picMkLst>
            <pc:docMk/>
            <pc:sldMk cId="360291344" sldId="263"/>
            <ac:picMk id="17" creationId="{5131D9F5-4E38-96AE-6C1F-594C60B17635}"/>
          </ac:picMkLst>
        </pc:picChg>
        <pc:picChg chg="mod">
          <ac:chgData name="de-Jesus-Oliveira Victor-Adriel" userId="a708fc36-3c1b-42ab-b5e9-2e1fa3c6605e" providerId="ADAL" clId="{39AA12F0-CB51-4D67-A3A6-7C3EC2C345CA}" dt="2025-11-09T06:47:11.992" v="63"/>
          <ac:picMkLst>
            <pc:docMk/>
            <pc:sldMk cId="360291344" sldId="263"/>
            <ac:picMk id="18" creationId="{B5413768-80FB-36BD-C014-2E39B3DC5C87}"/>
          </ac:picMkLst>
        </pc:picChg>
      </pc:sldChg>
      <pc:sldChg chg="addSp delSp modSp mod">
        <pc:chgData name="de-Jesus-Oliveira Victor-Adriel" userId="a708fc36-3c1b-42ab-b5e9-2e1fa3c6605e" providerId="ADAL" clId="{39AA12F0-CB51-4D67-A3A6-7C3EC2C345CA}" dt="2025-11-09T06:47:47.809" v="72" actId="478"/>
        <pc:sldMkLst>
          <pc:docMk/>
          <pc:sldMk cId="2993848755" sldId="264"/>
        </pc:sldMkLst>
        <pc:spChg chg="ord">
          <ac:chgData name="de-Jesus-Oliveira Victor-Adriel" userId="a708fc36-3c1b-42ab-b5e9-2e1fa3c6605e" providerId="ADAL" clId="{39AA12F0-CB51-4D67-A3A6-7C3EC2C345CA}" dt="2025-11-08T14:03:14.837" v="50" actId="166"/>
          <ac:spMkLst>
            <pc:docMk/>
            <pc:sldMk cId="2993848755" sldId="264"/>
            <ac:spMk id="6" creationId="{4A7003EA-8517-4733-9CF8-C7B2246F0B01}"/>
          </ac:spMkLst>
        </pc:spChg>
        <pc:grpChg chg="add del mod">
          <ac:chgData name="de-Jesus-Oliveira Victor-Adriel" userId="a708fc36-3c1b-42ab-b5e9-2e1fa3c6605e" providerId="ADAL" clId="{39AA12F0-CB51-4D67-A3A6-7C3EC2C345CA}" dt="2025-11-09T06:47:47.809" v="72" actId="478"/>
          <ac:grpSpMkLst>
            <pc:docMk/>
            <pc:sldMk cId="2993848755" sldId="264"/>
            <ac:grpSpMk id="16" creationId="{EC4BC851-8B13-83F9-F6C6-C00F6BF0CC8B}"/>
          </ac:grpSpMkLst>
        </pc:grpChg>
        <pc:grpChg chg="mod">
          <ac:chgData name="de-Jesus-Oliveira Victor-Adriel" userId="a708fc36-3c1b-42ab-b5e9-2e1fa3c6605e" providerId="ADAL" clId="{39AA12F0-CB51-4D67-A3A6-7C3EC2C345CA}" dt="2025-11-08T14:02:56.575" v="49"/>
          <ac:grpSpMkLst>
            <pc:docMk/>
            <pc:sldMk cId="2993848755" sldId="264"/>
            <ac:grpSpMk id="28" creationId="{CE40C7EC-77F2-3ECD-E683-268D82351437}"/>
          </ac:grpSpMkLst>
        </pc:grpChg>
        <pc:grpChg chg="add mod">
          <ac:chgData name="de-Jesus-Oliveira Victor-Adriel" userId="a708fc36-3c1b-42ab-b5e9-2e1fa3c6605e" providerId="ADAL" clId="{39AA12F0-CB51-4D67-A3A6-7C3EC2C345CA}" dt="2025-11-09T06:47:14.313" v="65"/>
          <ac:grpSpMkLst>
            <pc:docMk/>
            <pc:sldMk cId="2993848755" sldId="264"/>
            <ac:grpSpMk id="32" creationId="{5050989F-9FA7-C828-D004-4898C0067CE1}"/>
          </ac:grpSpMkLst>
        </pc:grpChg>
        <pc:grpChg chg="mod">
          <ac:chgData name="de-Jesus-Oliveira Victor-Adriel" userId="a708fc36-3c1b-42ab-b5e9-2e1fa3c6605e" providerId="ADAL" clId="{39AA12F0-CB51-4D67-A3A6-7C3EC2C345CA}" dt="2025-11-09T06:47:14.313" v="65"/>
          <ac:grpSpMkLst>
            <pc:docMk/>
            <pc:sldMk cId="2993848755" sldId="264"/>
            <ac:grpSpMk id="50" creationId="{18A9C22A-ADAE-C100-4612-373D36B00C0A}"/>
          </ac:grpSpMkLst>
        </pc:grpChg>
        <pc:picChg chg="mod">
          <ac:chgData name="de-Jesus-Oliveira Victor-Adriel" userId="a708fc36-3c1b-42ab-b5e9-2e1fa3c6605e" providerId="ADAL" clId="{39AA12F0-CB51-4D67-A3A6-7C3EC2C345CA}" dt="2025-11-08T14:02:56.575" v="49"/>
          <ac:picMkLst>
            <pc:docMk/>
            <pc:sldMk cId="2993848755" sldId="264"/>
            <ac:picMk id="27" creationId="{5883985E-2896-BE1F-A82C-12B2020D12D7}"/>
          </ac:picMkLst>
        </pc:picChg>
        <pc:picChg chg="mod">
          <ac:chgData name="de-Jesus-Oliveira Victor-Adriel" userId="a708fc36-3c1b-42ab-b5e9-2e1fa3c6605e" providerId="ADAL" clId="{39AA12F0-CB51-4D67-A3A6-7C3EC2C345CA}" dt="2025-11-08T14:02:56.575" v="49"/>
          <ac:picMkLst>
            <pc:docMk/>
            <pc:sldMk cId="2993848755" sldId="264"/>
            <ac:picMk id="29" creationId="{8D1B98B1-84F4-AC65-0BC5-9AD9FCB30B5D}"/>
          </ac:picMkLst>
        </pc:picChg>
        <pc:picChg chg="mod">
          <ac:chgData name="de-Jesus-Oliveira Victor-Adriel" userId="a708fc36-3c1b-42ab-b5e9-2e1fa3c6605e" providerId="ADAL" clId="{39AA12F0-CB51-4D67-A3A6-7C3EC2C345CA}" dt="2025-11-08T14:02:56.575" v="49"/>
          <ac:picMkLst>
            <pc:docMk/>
            <pc:sldMk cId="2993848755" sldId="264"/>
            <ac:picMk id="30" creationId="{7FE7604B-16EB-8E61-4B35-FAB36C21D732}"/>
          </ac:picMkLst>
        </pc:picChg>
        <pc:picChg chg="mod">
          <ac:chgData name="de-Jesus-Oliveira Victor-Adriel" userId="a708fc36-3c1b-42ab-b5e9-2e1fa3c6605e" providerId="ADAL" clId="{39AA12F0-CB51-4D67-A3A6-7C3EC2C345CA}" dt="2025-11-08T14:02:56.575" v="49"/>
          <ac:picMkLst>
            <pc:docMk/>
            <pc:sldMk cId="2993848755" sldId="264"/>
            <ac:picMk id="31" creationId="{A84CE5BD-B050-E587-543B-38BAA3FDDDCF}"/>
          </ac:picMkLst>
        </pc:picChg>
        <pc:picChg chg="mod">
          <ac:chgData name="de-Jesus-Oliveira Victor-Adriel" userId="a708fc36-3c1b-42ab-b5e9-2e1fa3c6605e" providerId="ADAL" clId="{39AA12F0-CB51-4D67-A3A6-7C3EC2C345CA}" dt="2025-11-09T06:47:14.313" v="65"/>
          <ac:picMkLst>
            <pc:docMk/>
            <pc:sldMk cId="2993848755" sldId="264"/>
            <ac:picMk id="33" creationId="{3A7903B4-0B8F-39E5-2998-AFB365D911CD}"/>
          </ac:picMkLst>
        </pc:picChg>
        <pc:picChg chg="mod">
          <ac:chgData name="de-Jesus-Oliveira Victor-Adriel" userId="a708fc36-3c1b-42ab-b5e9-2e1fa3c6605e" providerId="ADAL" clId="{39AA12F0-CB51-4D67-A3A6-7C3EC2C345CA}" dt="2025-11-09T06:47:14.313" v="65"/>
          <ac:picMkLst>
            <pc:docMk/>
            <pc:sldMk cId="2993848755" sldId="264"/>
            <ac:picMk id="66" creationId="{785EB737-74F7-B9ED-E003-80B706B0ACC1}"/>
          </ac:picMkLst>
        </pc:picChg>
        <pc:picChg chg="mod">
          <ac:chgData name="de-Jesus-Oliveira Victor-Adriel" userId="a708fc36-3c1b-42ab-b5e9-2e1fa3c6605e" providerId="ADAL" clId="{39AA12F0-CB51-4D67-A3A6-7C3EC2C345CA}" dt="2025-11-09T06:47:14.313" v="65"/>
          <ac:picMkLst>
            <pc:docMk/>
            <pc:sldMk cId="2993848755" sldId="264"/>
            <ac:picMk id="72" creationId="{237FFD6D-809C-F53B-D136-170035AFCADC}"/>
          </ac:picMkLst>
        </pc:picChg>
        <pc:picChg chg="mod">
          <ac:chgData name="de-Jesus-Oliveira Victor-Adriel" userId="a708fc36-3c1b-42ab-b5e9-2e1fa3c6605e" providerId="ADAL" clId="{39AA12F0-CB51-4D67-A3A6-7C3EC2C345CA}" dt="2025-11-09T06:47:14.313" v="65"/>
          <ac:picMkLst>
            <pc:docMk/>
            <pc:sldMk cId="2993848755" sldId="264"/>
            <ac:picMk id="102" creationId="{D895292A-D676-C1CF-9402-29B362C4C9F3}"/>
          </ac:picMkLst>
        </pc:picChg>
      </pc:sldChg>
      <pc:sldChg chg="addSp delSp modSp mod">
        <pc:chgData name="de-Jesus-Oliveira Victor-Adriel" userId="a708fc36-3c1b-42ab-b5e9-2e1fa3c6605e" providerId="ADAL" clId="{39AA12F0-CB51-4D67-A3A6-7C3EC2C345CA}" dt="2025-11-07T17:04:16.420" v="17"/>
        <pc:sldMkLst>
          <pc:docMk/>
          <pc:sldMk cId="1717017816" sldId="266"/>
        </pc:sldMkLst>
        <pc:spChg chg="mod">
          <ac:chgData name="de-Jesus-Oliveira Victor-Adriel" userId="a708fc36-3c1b-42ab-b5e9-2e1fa3c6605e" providerId="ADAL" clId="{39AA12F0-CB51-4D67-A3A6-7C3EC2C345CA}" dt="2025-11-07T16:59:05.500" v="13" actId="20577"/>
          <ac:spMkLst>
            <pc:docMk/>
            <pc:sldMk cId="1717017816" sldId="266"/>
            <ac:spMk id="2" creationId="{36F7C832-7D7F-40CB-9479-79BC46A793B9}"/>
          </ac:spMkLst>
        </pc:spChg>
        <pc:spChg chg="add mod">
          <ac:chgData name="de-Jesus-Oliveira Victor-Adriel" userId="a708fc36-3c1b-42ab-b5e9-2e1fa3c6605e" providerId="ADAL" clId="{39AA12F0-CB51-4D67-A3A6-7C3EC2C345CA}" dt="2025-11-07T17:00:50.109" v="14"/>
          <ac:spMkLst>
            <pc:docMk/>
            <pc:sldMk cId="1717017816" sldId="266"/>
            <ac:spMk id="7" creationId="{2BF72E9E-780E-FCD4-C83E-4D3ADD878FD5}"/>
          </ac:spMkLst>
        </pc:spChg>
        <pc:spChg chg="add mod">
          <ac:chgData name="de-Jesus-Oliveira Victor-Adriel" userId="a708fc36-3c1b-42ab-b5e9-2e1fa3c6605e" providerId="ADAL" clId="{39AA12F0-CB51-4D67-A3A6-7C3EC2C345CA}" dt="2025-11-07T17:04:16.420" v="17"/>
          <ac:spMkLst>
            <pc:docMk/>
            <pc:sldMk cId="1717017816" sldId="266"/>
            <ac:spMk id="11" creationId="{2FD71239-9069-87CF-EB28-80F9BB150ACA}"/>
          </ac:spMkLst>
        </pc:spChg>
        <pc:grpChg chg="add mod">
          <ac:chgData name="de-Jesus-Oliveira Victor-Adriel" userId="a708fc36-3c1b-42ab-b5e9-2e1fa3c6605e" providerId="ADAL" clId="{39AA12F0-CB51-4D67-A3A6-7C3EC2C345CA}" dt="2025-11-07T17:00:50.109" v="14"/>
          <ac:grpSpMkLst>
            <pc:docMk/>
            <pc:sldMk cId="1717017816" sldId="266"/>
            <ac:grpSpMk id="8" creationId="{DF7BB602-DF2A-A255-584C-7024742D02E3}"/>
          </ac:grpSpMkLst>
        </pc:grpChg>
        <pc:grpChg chg="add mod">
          <ac:chgData name="de-Jesus-Oliveira Victor-Adriel" userId="a708fc36-3c1b-42ab-b5e9-2e1fa3c6605e" providerId="ADAL" clId="{39AA12F0-CB51-4D67-A3A6-7C3EC2C345CA}" dt="2025-11-07T17:00:50.109" v="14"/>
          <ac:grpSpMkLst>
            <pc:docMk/>
            <pc:sldMk cId="1717017816" sldId="266"/>
            <ac:grpSpMk id="12" creationId="{358D2C19-866D-8854-1025-9AE1E3C304E7}"/>
          </ac:grpSpMkLst>
        </pc:grpChg>
        <pc:picChg chg="add mod">
          <ac:chgData name="de-Jesus-Oliveira Victor-Adriel" userId="a708fc36-3c1b-42ab-b5e9-2e1fa3c6605e" providerId="ADAL" clId="{39AA12F0-CB51-4D67-A3A6-7C3EC2C345CA}" dt="2025-11-07T17:00:50.109" v="14"/>
          <ac:picMkLst>
            <pc:docMk/>
            <pc:sldMk cId="1717017816" sldId="266"/>
            <ac:picMk id="6" creationId="{7DD9F598-393C-B6D2-4D2F-FF648E034C1E}"/>
          </ac:picMkLst>
        </pc:picChg>
        <pc:picChg chg="mod">
          <ac:chgData name="de-Jesus-Oliveira Victor-Adriel" userId="a708fc36-3c1b-42ab-b5e9-2e1fa3c6605e" providerId="ADAL" clId="{39AA12F0-CB51-4D67-A3A6-7C3EC2C345CA}" dt="2025-11-07T17:00:50.109" v="14"/>
          <ac:picMkLst>
            <pc:docMk/>
            <pc:sldMk cId="1717017816" sldId="266"/>
            <ac:picMk id="9" creationId="{D01ADAD5-B8D0-2E5E-FCB6-08F388BF38B0}"/>
          </ac:picMkLst>
        </pc:picChg>
        <pc:picChg chg="mod">
          <ac:chgData name="de-Jesus-Oliveira Victor-Adriel" userId="a708fc36-3c1b-42ab-b5e9-2e1fa3c6605e" providerId="ADAL" clId="{39AA12F0-CB51-4D67-A3A6-7C3EC2C345CA}" dt="2025-11-07T17:00:50.109" v="14"/>
          <ac:picMkLst>
            <pc:docMk/>
            <pc:sldMk cId="1717017816" sldId="266"/>
            <ac:picMk id="10" creationId="{C6523AD0-2C37-9F1A-703F-EA81424DB71C}"/>
          </ac:picMkLst>
        </pc:picChg>
        <pc:picChg chg="mod">
          <ac:chgData name="de-Jesus-Oliveira Victor-Adriel" userId="a708fc36-3c1b-42ab-b5e9-2e1fa3c6605e" providerId="ADAL" clId="{39AA12F0-CB51-4D67-A3A6-7C3EC2C345CA}" dt="2025-11-07T17:00:50.109" v="14"/>
          <ac:picMkLst>
            <pc:docMk/>
            <pc:sldMk cId="1717017816" sldId="266"/>
            <ac:picMk id="13" creationId="{0536416C-EA5C-05A1-CCC9-64687A4AA7E3}"/>
          </ac:picMkLst>
        </pc:picChg>
        <pc:picChg chg="mod">
          <ac:chgData name="de-Jesus-Oliveira Victor-Adriel" userId="a708fc36-3c1b-42ab-b5e9-2e1fa3c6605e" providerId="ADAL" clId="{39AA12F0-CB51-4D67-A3A6-7C3EC2C345CA}" dt="2025-11-07T17:00:50.109" v="14"/>
          <ac:picMkLst>
            <pc:docMk/>
            <pc:sldMk cId="1717017816" sldId="266"/>
            <ac:picMk id="14" creationId="{567F196F-6967-5847-D8E3-46816AF47280}"/>
          </ac:picMkLst>
        </pc:picChg>
        <pc:picChg chg="mod">
          <ac:chgData name="de-Jesus-Oliveira Victor-Adriel" userId="a708fc36-3c1b-42ab-b5e9-2e1fa3c6605e" providerId="ADAL" clId="{39AA12F0-CB51-4D67-A3A6-7C3EC2C345CA}" dt="2025-11-07T17:00:50.109" v="14"/>
          <ac:picMkLst>
            <pc:docMk/>
            <pc:sldMk cId="1717017816" sldId="266"/>
            <ac:picMk id="15" creationId="{10C7CB6F-5BA5-2CB4-37AD-F372F5751743}"/>
          </ac:picMkLst>
        </pc:picChg>
      </pc:sldChg>
      <pc:sldChg chg="addSp modSp mod">
        <pc:chgData name="de-Jesus-Oliveira Victor-Adriel" userId="a708fc36-3c1b-42ab-b5e9-2e1fa3c6605e" providerId="ADAL" clId="{39AA12F0-CB51-4D67-A3A6-7C3EC2C345CA}" dt="2025-11-07T17:12:00.311" v="31" actId="6549"/>
        <pc:sldMkLst>
          <pc:docMk/>
          <pc:sldMk cId="171183961" sldId="267"/>
        </pc:sldMkLst>
        <pc:spChg chg="mod">
          <ac:chgData name="de-Jesus-Oliveira Victor-Adriel" userId="a708fc36-3c1b-42ab-b5e9-2e1fa3c6605e" providerId="ADAL" clId="{39AA12F0-CB51-4D67-A3A6-7C3EC2C345CA}" dt="2025-11-07T17:12:00.311" v="31" actId="6549"/>
          <ac:spMkLst>
            <pc:docMk/>
            <pc:sldMk cId="171183961" sldId="267"/>
            <ac:spMk id="3" creationId="{0BC1CF79-409D-6F06-B294-7B5402711524}"/>
          </ac:spMkLst>
        </pc:spChg>
        <pc:picChg chg="add mod ord">
          <ac:chgData name="de-Jesus-Oliveira Victor-Adriel" userId="a708fc36-3c1b-42ab-b5e9-2e1fa3c6605e" providerId="ADAL" clId="{39AA12F0-CB51-4D67-A3A6-7C3EC2C345CA}" dt="2025-11-07T17:06:29.364" v="19" actId="167"/>
          <ac:picMkLst>
            <pc:docMk/>
            <pc:sldMk cId="171183961" sldId="267"/>
            <ac:picMk id="4" creationId="{2418BB7F-C900-BA23-674B-51208FF02511}"/>
          </ac:picMkLst>
        </pc:picChg>
      </pc:sldChg>
      <pc:sldChg chg="addSp delSp modSp mod">
        <pc:chgData name="de-Jesus-Oliveira Victor-Adriel" userId="a708fc36-3c1b-42ab-b5e9-2e1fa3c6605e" providerId="ADAL" clId="{39AA12F0-CB51-4D67-A3A6-7C3EC2C345CA}" dt="2025-11-09T06:47:44.938" v="71" actId="478"/>
        <pc:sldMkLst>
          <pc:docMk/>
          <pc:sldMk cId="3797596492" sldId="268"/>
        </pc:sldMkLst>
        <pc:spChg chg="ord">
          <ac:chgData name="de-Jesus-Oliveira Victor-Adriel" userId="a708fc36-3c1b-42ab-b5e9-2e1fa3c6605e" providerId="ADAL" clId="{39AA12F0-CB51-4D67-A3A6-7C3EC2C345CA}" dt="2025-11-08T14:02:53.363" v="48" actId="166"/>
          <ac:spMkLst>
            <pc:docMk/>
            <pc:sldMk cId="3797596492" sldId="268"/>
            <ac:spMk id="2" creationId="{A1CCEABA-0FB8-48DD-ADCE-6F844E6EA882}"/>
          </ac:spMkLst>
        </pc:spChg>
        <pc:grpChg chg="add del mod">
          <ac:chgData name="de-Jesus-Oliveira Victor-Adriel" userId="a708fc36-3c1b-42ab-b5e9-2e1fa3c6605e" providerId="ADAL" clId="{39AA12F0-CB51-4D67-A3A6-7C3EC2C345CA}" dt="2025-11-09T06:47:44.938" v="71" actId="478"/>
          <ac:grpSpMkLst>
            <pc:docMk/>
            <pc:sldMk cId="3797596492" sldId="268"/>
            <ac:grpSpMk id="5" creationId="{D4E7488E-D9C4-C930-5DD6-C4849A32BB2D}"/>
          </ac:grpSpMkLst>
        </pc:grpChg>
        <pc:grpChg chg="mod">
          <ac:chgData name="de-Jesus-Oliveira Victor-Adriel" userId="a708fc36-3c1b-42ab-b5e9-2e1fa3c6605e" providerId="ADAL" clId="{39AA12F0-CB51-4D67-A3A6-7C3EC2C345CA}" dt="2025-11-08T14:02:49.624" v="47"/>
          <ac:grpSpMkLst>
            <pc:docMk/>
            <pc:sldMk cId="3797596492" sldId="268"/>
            <ac:grpSpMk id="9" creationId="{62CB18D7-F00E-266C-17BB-06DC145920A7}"/>
          </ac:grpSpMkLst>
        </pc:grpChg>
        <pc:grpChg chg="add mod">
          <ac:chgData name="de-Jesus-Oliveira Victor-Adriel" userId="a708fc36-3c1b-42ab-b5e9-2e1fa3c6605e" providerId="ADAL" clId="{39AA12F0-CB51-4D67-A3A6-7C3EC2C345CA}" dt="2025-11-09T06:47:12.756" v="64"/>
          <ac:grpSpMkLst>
            <pc:docMk/>
            <pc:sldMk cId="3797596492" sldId="268"/>
            <ac:grpSpMk id="13" creationId="{AB28F4D9-23FF-F1B4-A21C-1DF2E4C9425C}"/>
          </ac:grpSpMkLst>
        </pc:grpChg>
        <pc:grpChg chg="mod">
          <ac:chgData name="de-Jesus-Oliveira Victor-Adriel" userId="a708fc36-3c1b-42ab-b5e9-2e1fa3c6605e" providerId="ADAL" clId="{39AA12F0-CB51-4D67-A3A6-7C3EC2C345CA}" dt="2025-11-09T06:47:12.756" v="64"/>
          <ac:grpSpMkLst>
            <pc:docMk/>
            <pc:sldMk cId="3797596492" sldId="268"/>
            <ac:grpSpMk id="15" creationId="{9C207CC8-71DE-FA25-36FF-A4365BADD2F1}"/>
          </ac:grpSpMkLst>
        </pc:grpChg>
        <pc:picChg chg="mod">
          <ac:chgData name="de-Jesus-Oliveira Victor-Adriel" userId="a708fc36-3c1b-42ab-b5e9-2e1fa3c6605e" providerId="ADAL" clId="{39AA12F0-CB51-4D67-A3A6-7C3EC2C345CA}" dt="2025-11-08T14:02:49.624" v="47"/>
          <ac:picMkLst>
            <pc:docMk/>
            <pc:sldMk cId="3797596492" sldId="268"/>
            <ac:picMk id="8" creationId="{2D2AEF3F-1029-DB55-56CF-A2C8B04139E6}"/>
          </ac:picMkLst>
        </pc:picChg>
        <pc:picChg chg="mod">
          <ac:chgData name="de-Jesus-Oliveira Victor-Adriel" userId="a708fc36-3c1b-42ab-b5e9-2e1fa3c6605e" providerId="ADAL" clId="{39AA12F0-CB51-4D67-A3A6-7C3EC2C345CA}" dt="2025-11-08T14:02:49.624" v="47"/>
          <ac:picMkLst>
            <pc:docMk/>
            <pc:sldMk cId="3797596492" sldId="268"/>
            <ac:picMk id="10" creationId="{C31D45CF-B585-6496-1BE6-1EC758341DAD}"/>
          </ac:picMkLst>
        </pc:picChg>
        <pc:picChg chg="mod">
          <ac:chgData name="de-Jesus-Oliveira Victor-Adriel" userId="a708fc36-3c1b-42ab-b5e9-2e1fa3c6605e" providerId="ADAL" clId="{39AA12F0-CB51-4D67-A3A6-7C3EC2C345CA}" dt="2025-11-08T14:02:49.624" v="47"/>
          <ac:picMkLst>
            <pc:docMk/>
            <pc:sldMk cId="3797596492" sldId="268"/>
            <ac:picMk id="11" creationId="{207D9153-54EA-05E7-872A-9B6509FAA4D8}"/>
          </ac:picMkLst>
        </pc:picChg>
        <pc:picChg chg="mod">
          <ac:chgData name="de-Jesus-Oliveira Victor-Adriel" userId="a708fc36-3c1b-42ab-b5e9-2e1fa3c6605e" providerId="ADAL" clId="{39AA12F0-CB51-4D67-A3A6-7C3EC2C345CA}" dt="2025-11-08T14:02:49.624" v="47"/>
          <ac:picMkLst>
            <pc:docMk/>
            <pc:sldMk cId="3797596492" sldId="268"/>
            <ac:picMk id="12" creationId="{1CFBAB9F-FFD7-BEBE-B2A3-AD9DDDC02820}"/>
          </ac:picMkLst>
        </pc:picChg>
        <pc:picChg chg="mod">
          <ac:chgData name="de-Jesus-Oliveira Victor-Adriel" userId="a708fc36-3c1b-42ab-b5e9-2e1fa3c6605e" providerId="ADAL" clId="{39AA12F0-CB51-4D67-A3A6-7C3EC2C345CA}" dt="2025-11-09T06:47:12.756" v="64"/>
          <ac:picMkLst>
            <pc:docMk/>
            <pc:sldMk cId="3797596492" sldId="268"/>
            <ac:picMk id="14" creationId="{870D759E-8CA3-372D-4C8A-7FEDBF33D80E}"/>
          </ac:picMkLst>
        </pc:picChg>
        <pc:picChg chg="mod">
          <ac:chgData name="de-Jesus-Oliveira Victor-Adriel" userId="a708fc36-3c1b-42ab-b5e9-2e1fa3c6605e" providerId="ADAL" clId="{39AA12F0-CB51-4D67-A3A6-7C3EC2C345CA}" dt="2025-11-09T06:47:12.756" v="64"/>
          <ac:picMkLst>
            <pc:docMk/>
            <pc:sldMk cId="3797596492" sldId="268"/>
            <ac:picMk id="16" creationId="{EC28EF58-3EE8-5456-5049-B7FB4945996B}"/>
          </ac:picMkLst>
        </pc:picChg>
        <pc:picChg chg="mod">
          <ac:chgData name="de-Jesus-Oliveira Victor-Adriel" userId="a708fc36-3c1b-42ab-b5e9-2e1fa3c6605e" providerId="ADAL" clId="{39AA12F0-CB51-4D67-A3A6-7C3EC2C345CA}" dt="2025-11-09T06:47:12.756" v="64"/>
          <ac:picMkLst>
            <pc:docMk/>
            <pc:sldMk cId="3797596492" sldId="268"/>
            <ac:picMk id="17" creationId="{0AA964AB-2A4A-0985-E926-0A696664E192}"/>
          </ac:picMkLst>
        </pc:picChg>
        <pc:picChg chg="mod">
          <ac:chgData name="de-Jesus-Oliveira Victor-Adriel" userId="a708fc36-3c1b-42ab-b5e9-2e1fa3c6605e" providerId="ADAL" clId="{39AA12F0-CB51-4D67-A3A6-7C3EC2C345CA}" dt="2025-11-09T06:47:12.756" v="64"/>
          <ac:picMkLst>
            <pc:docMk/>
            <pc:sldMk cId="3797596492" sldId="268"/>
            <ac:picMk id="18" creationId="{C7F85D7E-480C-3F68-8A39-31F42FC906D9}"/>
          </ac:picMkLst>
        </pc:picChg>
      </pc:sldChg>
      <pc:sldChg chg="addSp delSp modSp mod">
        <pc:chgData name="de-Jesus-Oliveira Victor-Adriel" userId="a708fc36-3c1b-42ab-b5e9-2e1fa3c6605e" providerId="ADAL" clId="{39AA12F0-CB51-4D67-A3A6-7C3EC2C345CA}" dt="2025-11-09T06:47:51.399" v="73" actId="478"/>
        <pc:sldMkLst>
          <pc:docMk/>
          <pc:sldMk cId="339145208" sldId="269"/>
        </pc:sldMkLst>
        <pc:spChg chg="ord">
          <ac:chgData name="de-Jesus-Oliveira Victor-Adriel" userId="a708fc36-3c1b-42ab-b5e9-2e1fa3c6605e" providerId="ADAL" clId="{39AA12F0-CB51-4D67-A3A6-7C3EC2C345CA}" dt="2025-11-08T14:03:22.638" v="52" actId="166"/>
          <ac:spMkLst>
            <pc:docMk/>
            <pc:sldMk cId="339145208" sldId="269"/>
            <ac:spMk id="105" creationId="{2EB3240F-7D30-F7A4-FAF7-5A404A21C50B}"/>
          </ac:spMkLst>
        </pc:spChg>
        <pc:grpChg chg="add del mod">
          <ac:chgData name="de-Jesus-Oliveira Victor-Adriel" userId="a708fc36-3c1b-42ab-b5e9-2e1fa3c6605e" providerId="ADAL" clId="{39AA12F0-CB51-4D67-A3A6-7C3EC2C345CA}" dt="2025-11-09T06:47:51.399" v="73" actId="478"/>
          <ac:grpSpMkLst>
            <pc:docMk/>
            <pc:sldMk cId="339145208" sldId="269"/>
            <ac:grpSpMk id="3" creationId="{A481A615-FE9D-BB70-2CE7-6A56DE6CE935}"/>
          </ac:grpSpMkLst>
        </pc:grpChg>
        <pc:grpChg chg="mod">
          <ac:chgData name="de-Jesus-Oliveira Victor-Adriel" userId="a708fc36-3c1b-42ab-b5e9-2e1fa3c6605e" providerId="ADAL" clId="{39AA12F0-CB51-4D67-A3A6-7C3EC2C345CA}" dt="2025-11-08T14:03:17.919" v="51"/>
          <ac:grpSpMkLst>
            <pc:docMk/>
            <pc:sldMk cId="339145208" sldId="269"/>
            <ac:grpSpMk id="6" creationId="{15260A76-C1FF-E02F-09DC-D27B164A79CA}"/>
          </ac:grpSpMkLst>
        </pc:grpChg>
        <pc:grpChg chg="add mod">
          <ac:chgData name="de-Jesus-Oliveira Victor-Adriel" userId="a708fc36-3c1b-42ab-b5e9-2e1fa3c6605e" providerId="ADAL" clId="{39AA12F0-CB51-4D67-A3A6-7C3EC2C345CA}" dt="2025-11-09T06:47:15.853" v="66"/>
          <ac:grpSpMkLst>
            <pc:docMk/>
            <pc:sldMk cId="339145208" sldId="269"/>
            <ac:grpSpMk id="17" creationId="{790FD4AC-4E74-F9C2-8851-9664BA42CA1A}"/>
          </ac:grpSpMkLst>
        </pc:grpChg>
        <pc:grpChg chg="mod">
          <ac:chgData name="de-Jesus-Oliveira Victor-Adriel" userId="a708fc36-3c1b-42ab-b5e9-2e1fa3c6605e" providerId="ADAL" clId="{39AA12F0-CB51-4D67-A3A6-7C3EC2C345CA}" dt="2025-11-09T06:47:15.853" v="66"/>
          <ac:grpSpMkLst>
            <pc:docMk/>
            <pc:sldMk cId="339145208" sldId="269"/>
            <ac:grpSpMk id="19" creationId="{9F1E4473-C3C7-48B1-BA0E-762E09ABD220}"/>
          </ac:grpSpMkLst>
        </pc:grpChg>
        <pc:picChg chg="mod">
          <ac:chgData name="de-Jesus-Oliveira Victor-Adriel" userId="a708fc36-3c1b-42ab-b5e9-2e1fa3c6605e" providerId="ADAL" clId="{39AA12F0-CB51-4D67-A3A6-7C3EC2C345CA}" dt="2025-11-08T14:03:17.919" v="51"/>
          <ac:picMkLst>
            <pc:docMk/>
            <pc:sldMk cId="339145208" sldId="269"/>
            <ac:picMk id="5" creationId="{A99E4F46-9FB8-BA94-9AF1-BC9800937C3C}"/>
          </ac:picMkLst>
        </pc:picChg>
        <pc:picChg chg="mod">
          <ac:chgData name="de-Jesus-Oliveira Victor-Adriel" userId="a708fc36-3c1b-42ab-b5e9-2e1fa3c6605e" providerId="ADAL" clId="{39AA12F0-CB51-4D67-A3A6-7C3EC2C345CA}" dt="2025-11-08T14:03:17.919" v="51"/>
          <ac:picMkLst>
            <pc:docMk/>
            <pc:sldMk cId="339145208" sldId="269"/>
            <ac:picMk id="7" creationId="{1A9989AE-7413-D6EB-F5D3-C7CBD37FF3D1}"/>
          </ac:picMkLst>
        </pc:picChg>
        <pc:picChg chg="mod">
          <ac:chgData name="de-Jesus-Oliveira Victor-Adriel" userId="a708fc36-3c1b-42ab-b5e9-2e1fa3c6605e" providerId="ADAL" clId="{39AA12F0-CB51-4D67-A3A6-7C3EC2C345CA}" dt="2025-11-08T14:03:17.919" v="51"/>
          <ac:picMkLst>
            <pc:docMk/>
            <pc:sldMk cId="339145208" sldId="269"/>
            <ac:picMk id="10" creationId="{DCB4AA88-ED4F-2E58-2B97-9836CF8308DF}"/>
          </ac:picMkLst>
        </pc:picChg>
        <pc:picChg chg="mod">
          <ac:chgData name="de-Jesus-Oliveira Victor-Adriel" userId="a708fc36-3c1b-42ab-b5e9-2e1fa3c6605e" providerId="ADAL" clId="{39AA12F0-CB51-4D67-A3A6-7C3EC2C345CA}" dt="2025-11-08T14:03:17.919" v="51"/>
          <ac:picMkLst>
            <pc:docMk/>
            <pc:sldMk cId="339145208" sldId="269"/>
            <ac:picMk id="13" creationId="{2C6CE646-7199-A15E-B0F0-DD0884E16716}"/>
          </ac:picMkLst>
        </pc:picChg>
        <pc:picChg chg="mod">
          <ac:chgData name="de-Jesus-Oliveira Victor-Adriel" userId="a708fc36-3c1b-42ab-b5e9-2e1fa3c6605e" providerId="ADAL" clId="{39AA12F0-CB51-4D67-A3A6-7C3EC2C345CA}" dt="2025-11-09T06:47:15.853" v="66"/>
          <ac:picMkLst>
            <pc:docMk/>
            <pc:sldMk cId="339145208" sldId="269"/>
            <ac:picMk id="18" creationId="{676A21DE-3D80-3921-F21E-9ADEEC7F643D}"/>
          </ac:picMkLst>
        </pc:picChg>
        <pc:picChg chg="mod">
          <ac:chgData name="de-Jesus-Oliveira Victor-Adriel" userId="a708fc36-3c1b-42ab-b5e9-2e1fa3c6605e" providerId="ADAL" clId="{39AA12F0-CB51-4D67-A3A6-7C3EC2C345CA}" dt="2025-11-09T06:47:15.853" v="66"/>
          <ac:picMkLst>
            <pc:docMk/>
            <pc:sldMk cId="339145208" sldId="269"/>
            <ac:picMk id="20" creationId="{756F3102-1C8E-6A1C-AE33-F1D5CE5B4025}"/>
          </ac:picMkLst>
        </pc:picChg>
        <pc:picChg chg="mod">
          <ac:chgData name="de-Jesus-Oliveira Victor-Adriel" userId="a708fc36-3c1b-42ab-b5e9-2e1fa3c6605e" providerId="ADAL" clId="{39AA12F0-CB51-4D67-A3A6-7C3EC2C345CA}" dt="2025-11-09T06:47:15.853" v="66"/>
          <ac:picMkLst>
            <pc:docMk/>
            <pc:sldMk cId="339145208" sldId="269"/>
            <ac:picMk id="21" creationId="{69C40F9B-1EA7-C59E-7B52-F14BA1793F5E}"/>
          </ac:picMkLst>
        </pc:picChg>
        <pc:picChg chg="mod">
          <ac:chgData name="de-Jesus-Oliveira Victor-Adriel" userId="a708fc36-3c1b-42ab-b5e9-2e1fa3c6605e" providerId="ADAL" clId="{39AA12F0-CB51-4D67-A3A6-7C3EC2C345CA}" dt="2025-11-09T06:47:15.853" v="66"/>
          <ac:picMkLst>
            <pc:docMk/>
            <pc:sldMk cId="339145208" sldId="269"/>
            <ac:picMk id="22" creationId="{0B7919F5-FD84-17F2-C3B5-5D7372B2FA4B}"/>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5.png"/><Relationship Id="rId7"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9.png"/><Relationship Id="rId4" Type="http://schemas.openxmlformats.org/officeDocument/2006/relationships/image" Target="../media/image16.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 Id="rId1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4.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5" Type="http://schemas.openxmlformats.org/officeDocument/2006/relationships/image" Target="../media/image9.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35084"/>
            <a:ext cx="4497388" cy="830997"/>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48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Lagemaße</a:t>
            </a:r>
            <a:endPar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29884562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de-DE" sz="1100" dirty="0">
                <a:latin typeface="Segoe UI" panose="020B0502040204020203" pitchFamily="34" charset="0"/>
                <a:cs typeface="Segoe UI" panose="020B0502040204020203" pitchFamily="34" charset="0"/>
              </a:rPr>
              <a:t>Dieser Comic wurde im Rahmen des Forschungsprojekts Comixplain erstellt, das von der Hochschule für Angewandte Wissenschaften St. Pölten (USTP) im Rahmen des Innovation Call 2022 gefördert wurde.</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Projektteam: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Kontakt: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Illustrationen</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7DD9F598-393C-B6D2-4D2F-FF648E034C1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2BF72E9E-780E-FCD4-C83E-4D3ADD878FD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DF7BB602-DF2A-A255-584C-7024742D02E3}"/>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D01ADAD5-B8D0-2E5E-FCB6-08F388BF38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C6523AD0-2C37-9F1A-703F-EA81424DB7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2FD71239-9069-87CF-EB28-80F9BB150ACA}"/>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Lagemaße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358D2C19-866D-8854-1025-9AE1E3C304E7}"/>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0536416C-EA5C-05A1-CCC9-64687A4AA7E3}"/>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567F196F-6967-5847-D8E3-46816AF47280}"/>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10C7CB6F-5BA5-2CB4-37AD-F372F575174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4192119"/>
            <a:ext cx="107951"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383308" y="3621088"/>
            <a:ext cx="2071217" cy="2951163"/>
          </a:xfrm>
          <a:custGeom>
            <a:avLst/>
            <a:gdLst>
              <a:gd name="connsiteX0" fmla="*/ 0 w 2071217"/>
              <a:gd name="connsiteY0" fmla="*/ 0 h 2951163"/>
              <a:gd name="connsiteX1" fmla="*/ 628269 w 2071217"/>
              <a:gd name="connsiteY1" fmla="*/ 0 h 2951163"/>
              <a:gd name="connsiteX2" fmla="*/ 1277250 w 2071217"/>
              <a:gd name="connsiteY2" fmla="*/ 0 h 2951163"/>
              <a:gd name="connsiteX3" fmla="*/ 2071217 w 2071217"/>
              <a:gd name="connsiteY3" fmla="*/ 0 h 2951163"/>
              <a:gd name="connsiteX4" fmla="*/ 2071217 w 2071217"/>
              <a:gd name="connsiteY4" fmla="*/ 560721 h 2951163"/>
              <a:gd name="connsiteX5" fmla="*/ 2071217 w 2071217"/>
              <a:gd name="connsiteY5" fmla="*/ 1209977 h 2951163"/>
              <a:gd name="connsiteX6" fmla="*/ 2071217 w 2071217"/>
              <a:gd name="connsiteY6" fmla="*/ 1711675 h 2951163"/>
              <a:gd name="connsiteX7" fmla="*/ 2071217 w 2071217"/>
              <a:gd name="connsiteY7" fmla="*/ 2242884 h 2951163"/>
              <a:gd name="connsiteX8" fmla="*/ 2071217 w 2071217"/>
              <a:gd name="connsiteY8" fmla="*/ 2951163 h 2951163"/>
              <a:gd name="connsiteX9" fmla="*/ 1442948 w 2071217"/>
              <a:gd name="connsiteY9" fmla="*/ 2951163 h 2951163"/>
              <a:gd name="connsiteX10" fmla="*/ 793967 w 2071217"/>
              <a:gd name="connsiteY10" fmla="*/ 2951163 h 2951163"/>
              <a:gd name="connsiteX11" fmla="*/ 0 w 2071217"/>
              <a:gd name="connsiteY11" fmla="*/ 2951163 h 2951163"/>
              <a:gd name="connsiteX12" fmla="*/ 0 w 2071217"/>
              <a:gd name="connsiteY12" fmla="*/ 2449465 h 2951163"/>
              <a:gd name="connsiteX13" fmla="*/ 0 w 2071217"/>
              <a:gd name="connsiteY13" fmla="*/ 1829721 h 2951163"/>
              <a:gd name="connsiteX14" fmla="*/ 0 w 2071217"/>
              <a:gd name="connsiteY14" fmla="*/ 1239488 h 2951163"/>
              <a:gd name="connsiteX15" fmla="*/ 0 w 2071217"/>
              <a:gd name="connsiteY15" fmla="*/ 708279 h 2951163"/>
              <a:gd name="connsiteX16" fmla="*/ 0 w 2071217"/>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71217" h="2951163" extrusionOk="0">
                <a:moveTo>
                  <a:pt x="0" y="0"/>
                </a:moveTo>
                <a:cubicBezTo>
                  <a:pt x="164913" y="-16988"/>
                  <a:pt x="497986" y="29910"/>
                  <a:pt x="628269" y="0"/>
                </a:cubicBezTo>
                <a:cubicBezTo>
                  <a:pt x="758552" y="-29910"/>
                  <a:pt x="1007172" y="17821"/>
                  <a:pt x="1277250" y="0"/>
                </a:cubicBezTo>
                <a:cubicBezTo>
                  <a:pt x="1547328" y="-17821"/>
                  <a:pt x="1717353" y="-31606"/>
                  <a:pt x="2071217" y="0"/>
                </a:cubicBezTo>
                <a:cubicBezTo>
                  <a:pt x="2083399" y="245709"/>
                  <a:pt x="2061674" y="343479"/>
                  <a:pt x="2071217" y="560721"/>
                </a:cubicBezTo>
                <a:cubicBezTo>
                  <a:pt x="2080760" y="777963"/>
                  <a:pt x="2101107" y="886218"/>
                  <a:pt x="2071217" y="1209977"/>
                </a:cubicBezTo>
                <a:cubicBezTo>
                  <a:pt x="2041327" y="1533736"/>
                  <a:pt x="2064218" y="1542940"/>
                  <a:pt x="2071217" y="1711675"/>
                </a:cubicBezTo>
                <a:cubicBezTo>
                  <a:pt x="2078216" y="1880410"/>
                  <a:pt x="2081114" y="2114975"/>
                  <a:pt x="2071217" y="2242884"/>
                </a:cubicBezTo>
                <a:cubicBezTo>
                  <a:pt x="2061320" y="2370793"/>
                  <a:pt x="2102124" y="2753717"/>
                  <a:pt x="2071217" y="2951163"/>
                </a:cubicBezTo>
                <a:cubicBezTo>
                  <a:pt x="1761959" y="2961379"/>
                  <a:pt x="1637826" y="2951151"/>
                  <a:pt x="1442948" y="2951163"/>
                </a:cubicBezTo>
                <a:cubicBezTo>
                  <a:pt x="1248070" y="2951175"/>
                  <a:pt x="1053644" y="2964331"/>
                  <a:pt x="793967" y="2951163"/>
                </a:cubicBezTo>
                <a:cubicBezTo>
                  <a:pt x="534290" y="2937995"/>
                  <a:pt x="317161" y="2927435"/>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50597" y="7420562"/>
            <a:ext cx="425143" cy="376088"/>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50" name="Textfeld 49">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25" name="Rechteck 24">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AT" sz="1000" dirty="0">
                <a:solidFill>
                  <a:schemeClr val="tx1"/>
                </a:solidFill>
                <a:latin typeface="Pangolin" panose="00000500000000000000" pitchFamily="2" charset="0"/>
              </a:rPr>
              <a:t>Es ist ein geschäftiger Tag im Zentralbüro…</a:t>
            </a: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645060" cy="350703"/>
          </a:xfrm>
          <a:custGeom>
            <a:avLst/>
            <a:gdLst>
              <a:gd name="connsiteX0" fmla="*/ 0 w 645060"/>
              <a:gd name="connsiteY0" fmla="*/ 58452 h 350703"/>
              <a:gd name="connsiteX1" fmla="*/ 58452 w 645060"/>
              <a:gd name="connsiteY1" fmla="*/ 0 h 350703"/>
              <a:gd name="connsiteX2" fmla="*/ 107510 w 645060"/>
              <a:gd name="connsiteY2" fmla="*/ 0 h 350703"/>
              <a:gd name="connsiteX3" fmla="*/ 107510 w 645060"/>
              <a:gd name="connsiteY3" fmla="*/ 0 h 350703"/>
              <a:gd name="connsiteX4" fmla="*/ 268775 w 645060"/>
              <a:gd name="connsiteY4" fmla="*/ 0 h 350703"/>
              <a:gd name="connsiteX5" fmla="*/ 586608 w 645060"/>
              <a:gd name="connsiteY5" fmla="*/ 0 h 350703"/>
              <a:gd name="connsiteX6" fmla="*/ 645060 w 645060"/>
              <a:gd name="connsiteY6" fmla="*/ 58452 h 350703"/>
              <a:gd name="connsiteX7" fmla="*/ 645060 w 645060"/>
              <a:gd name="connsiteY7" fmla="*/ 204577 h 350703"/>
              <a:gd name="connsiteX8" fmla="*/ 645060 w 645060"/>
              <a:gd name="connsiteY8" fmla="*/ 204577 h 350703"/>
              <a:gd name="connsiteX9" fmla="*/ 645060 w 645060"/>
              <a:gd name="connsiteY9" fmla="*/ 292253 h 350703"/>
              <a:gd name="connsiteX10" fmla="*/ 645060 w 645060"/>
              <a:gd name="connsiteY10" fmla="*/ 292251 h 350703"/>
              <a:gd name="connsiteX11" fmla="*/ 586608 w 645060"/>
              <a:gd name="connsiteY11" fmla="*/ 350703 h 350703"/>
              <a:gd name="connsiteX12" fmla="*/ 268775 w 645060"/>
              <a:gd name="connsiteY12" fmla="*/ 350703 h 350703"/>
              <a:gd name="connsiteX13" fmla="*/ 55791 w 645060"/>
              <a:gd name="connsiteY13" fmla="*/ 506068 h 350703"/>
              <a:gd name="connsiteX14" fmla="*/ 107510 w 645060"/>
              <a:gd name="connsiteY14" fmla="*/ 350703 h 350703"/>
              <a:gd name="connsiteX15" fmla="*/ 58452 w 645060"/>
              <a:gd name="connsiteY15" fmla="*/ 350703 h 350703"/>
              <a:gd name="connsiteX16" fmla="*/ 0 w 645060"/>
              <a:gd name="connsiteY16" fmla="*/ 292251 h 350703"/>
              <a:gd name="connsiteX17" fmla="*/ 0 w 645060"/>
              <a:gd name="connsiteY17" fmla="*/ 292253 h 350703"/>
              <a:gd name="connsiteX18" fmla="*/ 0 w 645060"/>
              <a:gd name="connsiteY18" fmla="*/ 204577 h 350703"/>
              <a:gd name="connsiteX19" fmla="*/ 0 w 645060"/>
              <a:gd name="connsiteY19" fmla="*/ 204577 h 350703"/>
              <a:gd name="connsiteX20" fmla="*/ 0 w 645060"/>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45060" h="350703" fill="none" extrusionOk="0">
                <a:moveTo>
                  <a:pt x="0" y="58452"/>
                </a:moveTo>
                <a:cubicBezTo>
                  <a:pt x="-863" y="26686"/>
                  <a:pt x="26998" y="-5765"/>
                  <a:pt x="58452" y="0"/>
                </a:cubicBezTo>
                <a:cubicBezTo>
                  <a:pt x="75404" y="570"/>
                  <a:pt x="96877" y="-1419"/>
                  <a:pt x="107510" y="0"/>
                </a:cubicBezTo>
                <a:lnTo>
                  <a:pt x="107510" y="0"/>
                </a:lnTo>
                <a:cubicBezTo>
                  <a:pt x="171772" y="7905"/>
                  <a:pt x="204091" y="-1846"/>
                  <a:pt x="268775" y="0"/>
                </a:cubicBezTo>
                <a:cubicBezTo>
                  <a:pt x="387675" y="104"/>
                  <a:pt x="445820" y="-4057"/>
                  <a:pt x="586608" y="0"/>
                </a:cubicBezTo>
                <a:cubicBezTo>
                  <a:pt x="621127" y="3983"/>
                  <a:pt x="645626" y="25586"/>
                  <a:pt x="645060" y="58452"/>
                </a:cubicBezTo>
                <a:cubicBezTo>
                  <a:pt x="651893" y="129846"/>
                  <a:pt x="648493" y="159959"/>
                  <a:pt x="645060" y="204577"/>
                </a:cubicBezTo>
                <a:lnTo>
                  <a:pt x="645060" y="204577"/>
                </a:lnTo>
                <a:cubicBezTo>
                  <a:pt x="641655" y="242563"/>
                  <a:pt x="643602" y="273195"/>
                  <a:pt x="645060" y="292253"/>
                </a:cubicBezTo>
                <a:lnTo>
                  <a:pt x="645060" y="292251"/>
                </a:lnTo>
                <a:cubicBezTo>
                  <a:pt x="645445" y="325948"/>
                  <a:pt x="619058" y="344728"/>
                  <a:pt x="586608" y="350703"/>
                </a:cubicBezTo>
                <a:cubicBezTo>
                  <a:pt x="486334" y="364321"/>
                  <a:pt x="356424" y="343149"/>
                  <a:pt x="268775" y="350703"/>
                </a:cubicBezTo>
                <a:cubicBezTo>
                  <a:pt x="170618" y="412710"/>
                  <a:pt x="140794" y="437699"/>
                  <a:pt x="55791" y="506068"/>
                </a:cubicBezTo>
                <a:cubicBezTo>
                  <a:pt x="65420" y="452575"/>
                  <a:pt x="95616" y="390988"/>
                  <a:pt x="107510" y="350703"/>
                </a:cubicBezTo>
                <a:cubicBezTo>
                  <a:pt x="96595" y="350892"/>
                  <a:pt x="82450" y="350604"/>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645060" h="350703" stroke="0" extrusionOk="0">
                <a:moveTo>
                  <a:pt x="0" y="58452"/>
                </a:moveTo>
                <a:cubicBezTo>
                  <a:pt x="-6542" y="21753"/>
                  <a:pt x="29167" y="-981"/>
                  <a:pt x="58452" y="0"/>
                </a:cubicBezTo>
                <a:cubicBezTo>
                  <a:pt x="69583" y="-1287"/>
                  <a:pt x="84915" y="766"/>
                  <a:pt x="107510" y="0"/>
                </a:cubicBezTo>
                <a:lnTo>
                  <a:pt x="107510" y="0"/>
                </a:lnTo>
                <a:cubicBezTo>
                  <a:pt x="151472" y="4088"/>
                  <a:pt x="226915" y="-3457"/>
                  <a:pt x="268775" y="0"/>
                </a:cubicBezTo>
                <a:cubicBezTo>
                  <a:pt x="342238" y="-15800"/>
                  <a:pt x="468729" y="11159"/>
                  <a:pt x="586608" y="0"/>
                </a:cubicBezTo>
                <a:cubicBezTo>
                  <a:pt x="622747" y="3605"/>
                  <a:pt x="640312" y="27536"/>
                  <a:pt x="645060" y="58452"/>
                </a:cubicBezTo>
                <a:cubicBezTo>
                  <a:pt x="645337" y="102424"/>
                  <a:pt x="647690" y="147534"/>
                  <a:pt x="645060" y="204577"/>
                </a:cubicBezTo>
                <a:lnTo>
                  <a:pt x="645060" y="204577"/>
                </a:lnTo>
                <a:cubicBezTo>
                  <a:pt x="646457" y="245793"/>
                  <a:pt x="643015" y="274671"/>
                  <a:pt x="645060" y="292253"/>
                </a:cubicBezTo>
                <a:lnTo>
                  <a:pt x="645060" y="292251"/>
                </a:lnTo>
                <a:cubicBezTo>
                  <a:pt x="650609" y="323218"/>
                  <a:pt x="619820" y="350763"/>
                  <a:pt x="586608" y="350703"/>
                </a:cubicBezTo>
                <a:cubicBezTo>
                  <a:pt x="446525" y="346112"/>
                  <a:pt x="390487" y="341088"/>
                  <a:pt x="268775" y="350703"/>
                </a:cubicBezTo>
                <a:cubicBezTo>
                  <a:pt x="183388" y="415967"/>
                  <a:pt x="136158" y="447262"/>
                  <a:pt x="55791" y="506068"/>
                </a:cubicBezTo>
                <a:cubicBezTo>
                  <a:pt x="76300" y="447162"/>
                  <a:pt x="90326" y="392090"/>
                  <a:pt x="107510" y="350703"/>
                </a:cubicBezTo>
                <a:cubicBezTo>
                  <a:pt x="96336" y="353149"/>
                  <a:pt x="71854" y="352413"/>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41351"/>
                      <a:gd name="adj2" fmla="val 94301"/>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*seufz*</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Neuling, bist du bereit für deine Präsentation heute?</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6EF1BE89-8274-41B4-9325-6208789C84BA}"/>
              </a:ext>
            </a:extLst>
          </p:cNvPr>
          <p:cNvSpPr txBox="1"/>
          <p:nvPr/>
        </p:nvSpPr>
        <p:spPr>
          <a:xfrm>
            <a:off x="2403474" y="3666008"/>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Nicht wirklich… Ich habe viele Daten gesammelt, aber habe nur ein paar Minuten, um alles zu präsentieren!</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735FDD67-08E8-4151-8A65-D74BC6B368CC}"/>
              </a:ext>
            </a:extLst>
          </p:cNvPr>
          <p:cNvSpPr txBox="1"/>
          <p:nvPr/>
        </p:nvSpPr>
        <p:spPr>
          <a:xfrm>
            <a:off x="3386139" y="4395493"/>
            <a:ext cx="806916" cy="1015663"/>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Warum zeigst du nicht einfach die wichtigsten Fakten?</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5C958BC1-8337-4871-8F17-BBA99AB6E256}"/>
              </a:ext>
            </a:extLst>
          </p:cNvPr>
          <p:cNvSpPr txBox="1"/>
          <p:nvPr/>
        </p:nvSpPr>
        <p:spPr>
          <a:xfrm>
            <a:off x="4608699" y="3653712"/>
            <a:ext cx="2026306"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Aber es gibt so viele wichtige Fakten! Ich weiß nicht, auf welche ich mich konzentrieren soll…</a:t>
            </a:r>
            <a:endParaRPr lang="de-AT" sz="1000" dirty="0">
              <a:solidFill>
                <a:schemeClr val="tx1"/>
              </a:solidFill>
              <a:latin typeface="Pangolin" panose="00000500000000000000" pitchFamily="2" charset="0"/>
            </a:endParaRPr>
          </a:p>
        </p:txBody>
      </p:sp>
      <p:sp>
        <p:nvSpPr>
          <p:cNvPr id="44" name="Textfeld 43">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a:latin typeface="Pangolin" panose="00000500000000000000" pitchFamily="2" charset="0"/>
              </a:rPr>
              <a:t>Nun…</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9F562B83-7200-4986-A521-5724F41075AC}"/>
              </a:ext>
            </a:extLst>
          </p:cNvPr>
          <p:cNvSpPr txBox="1"/>
          <p:nvPr/>
        </p:nvSpPr>
        <p:spPr>
          <a:xfrm>
            <a:off x="333218" y="6848445"/>
            <a:ext cx="1543612"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Du könntest mit den </a:t>
            </a:r>
            <a:r>
              <a:rPr lang="de-DE" sz="1000" dirty="0">
                <a:solidFill>
                  <a:schemeClr val="tx1"/>
                </a:solidFill>
                <a:highlight>
                  <a:srgbClr val="C0C0C0"/>
                </a:highlight>
                <a:latin typeface="Pangolin" panose="00000500000000000000" pitchFamily="2" charset="0"/>
              </a:rPr>
              <a:t>LAGEMAẞEN</a:t>
            </a:r>
            <a:r>
              <a:rPr lang="de-DE" sz="1000" dirty="0">
                <a:solidFill>
                  <a:schemeClr val="tx1"/>
                </a:solidFill>
                <a:latin typeface="Pangolin" panose="00000500000000000000" pitchFamily="2" charset="0"/>
              </a:rPr>
              <a:t> anfangen. So bekommst du einen </a:t>
            </a:r>
            <a:r>
              <a:rPr lang="de-DE" sz="1000" dirty="0">
                <a:latin typeface="Pangolin" panose="00000500000000000000" pitchFamily="2" charset="0"/>
              </a:rPr>
              <a:t>guten Überblick über deine Daten.</a:t>
            </a:r>
            <a:endParaRPr lang="de-AT" sz="1000" dirty="0">
              <a:solidFill>
                <a:schemeClr val="tx1"/>
              </a:solidFill>
              <a:latin typeface="Pangolin" panose="00000500000000000000" pitchFamily="2" charset="0"/>
            </a:endParaRPr>
          </a:p>
        </p:txBody>
      </p:sp>
      <p:sp>
        <p:nvSpPr>
          <p:cNvPr id="45" name="Textfeld 44">
            <a:extLst>
              <a:ext uri="{FF2B5EF4-FFF2-40B4-BE49-F238E27FC236}">
                <a16:creationId xmlns:a16="http://schemas.microsoft.com/office/drawing/2014/main" id="{D014CC71-27EF-4927-9D32-ED8ABEA9F0DB}"/>
              </a:ext>
            </a:extLst>
          </p:cNvPr>
          <p:cNvSpPr txBox="1"/>
          <p:nvPr/>
        </p:nvSpPr>
        <p:spPr>
          <a:xfrm>
            <a:off x="1260509" y="7786874"/>
            <a:ext cx="1003715"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Ähh</a:t>
            </a:r>
            <a:r>
              <a:rPr lang="de-DE" sz="1000" dirty="0">
                <a:solidFill>
                  <a:schemeClr val="tx1"/>
                </a:solidFill>
                <a:latin typeface="Pangolin" panose="00000500000000000000" pitchFamily="2" charset="0"/>
              </a:rPr>
              <a:t>…</a:t>
            </a:r>
          </a:p>
          <a:p>
            <a:pPr algn="ctr"/>
            <a:r>
              <a:rPr lang="de-DE" sz="1000" dirty="0">
                <a:solidFill>
                  <a:schemeClr val="tx1"/>
                </a:solidFill>
                <a:latin typeface="Pangolin" panose="00000500000000000000" pitchFamily="2" charset="0"/>
              </a:rPr>
              <a:t>Kannst du das bitte erklären?</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9B723E9D-89AE-48B7-B489-6BC07430729F}"/>
              </a:ext>
            </a:extLst>
          </p:cNvPr>
          <p:cNvSpPr txBox="1"/>
          <p:nvPr/>
        </p:nvSpPr>
        <p:spPr>
          <a:xfrm>
            <a:off x="2640851" y="6811389"/>
            <a:ext cx="154821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will jemand von euch Äpfel?</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ja, die sind perfekt!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2BC4AA0-9032-473E-A681-44E5A917C63B}"/>
              </a:ext>
            </a:extLst>
          </p:cNvPr>
          <p:cNvSpPr txBox="1"/>
          <p:nvPr/>
        </p:nvSpPr>
        <p:spPr>
          <a:xfrm>
            <a:off x="4593897" y="6745724"/>
            <a:ext cx="2026306"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Okay, siehst du diese Äpfel? Angenommen, wir messen ihr Gewicht - dann ist das Gewicht unsere Variable, und wir haben</a:t>
            </a:r>
          </a:p>
          <a:p>
            <a:pPr algn="ctr"/>
            <a:r>
              <a:rPr lang="de-DE" sz="1000" dirty="0">
                <a:latin typeface="Pangolin" panose="00000500000000000000" pitchFamily="2" charset="0"/>
              </a:rPr>
              <a:t>    </a:t>
            </a:r>
            <a:r>
              <a:rPr lang="de-DE" sz="1000" dirty="0">
                <a:solidFill>
                  <a:schemeClr val="tx1"/>
                </a:solidFill>
                <a:latin typeface="Pangolin" panose="00000500000000000000" pitchFamily="2" charset="0"/>
              </a:rPr>
              <a:t>verschiedene Werte.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grpSp>
        <p:nvGrpSpPr>
          <p:cNvPr id="13" name="Group 12">
            <a:extLst>
              <a:ext uri="{FF2B5EF4-FFF2-40B4-BE49-F238E27FC236}">
                <a16:creationId xmlns:a16="http://schemas.microsoft.com/office/drawing/2014/main" id="{67040EFE-A45C-2DF9-18AF-0E7486FF3159}"/>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7" name="Picture 16">
              <a:extLst>
                <a:ext uri="{FF2B5EF4-FFF2-40B4-BE49-F238E27FC236}">
                  <a16:creationId xmlns:a16="http://schemas.microsoft.com/office/drawing/2014/main" id="{E46355DF-193A-2F9C-F912-75E21F72EF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7" name="Group 26">
              <a:extLst>
                <a:ext uri="{FF2B5EF4-FFF2-40B4-BE49-F238E27FC236}">
                  <a16:creationId xmlns:a16="http://schemas.microsoft.com/office/drawing/2014/main" id="{C434997E-95E9-2670-9951-7E23C0F13444}"/>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8" name="Picture 27">
                <a:extLst>
                  <a:ext uri="{FF2B5EF4-FFF2-40B4-BE49-F238E27FC236}">
                    <a16:creationId xmlns:a16="http://schemas.microsoft.com/office/drawing/2014/main" id="{74D9B020-6501-03AA-50BC-4F92E4C768DF}"/>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51" name="Picture 50">
                <a:extLst>
                  <a:ext uri="{FF2B5EF4-FFF2-40B4-BE49-F238E27FC236}">
                    <a16:creationId xmlns:a16="http://schemas.microsoft.com/office/drawing/2014/main" id="{A4E098C0-3094-6EAD-24CA-EA555DC51FFE}"/>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52" name="Picture 51">
                <a:extLst>
                  <a:ext uri="{FF2B5EF4-FFF2-40B4-BE49-F238E27FC236}">
                    <a16:creationId xmlns:a16="http://schemas.microsoft.com/office/drawing/2014/main" id="{94576311-6D9B-F9CD-DB9B-1163CDDF9D82}"/>
                  </a:ext>
                </a:extLst>
              </p:cNvPr>
              <p:cNvPicPr>
                <a:picLocks noChangeAspect="1"/>
              </p:cNvPicPr>
              <p:nvPr/>
            </p:nvPicPr>
            <p:blipFill>
              <a:blip r:embed="rId9"/>
              <a:stretch>
                <a:fillRect/>
              </a:stretch>
            </p:blipFill>
            <p:spPr>
              <a:xfrm>
                <a:off x="5346700" y="4953000"/>
                <a:ext cx="609600" cy="609600"/>
              </a:xfrm>
              <a:prstGeom prst="rect">
                <a:avLst/>
              </a:prstGeom>
            </p:spPr>
          </p:pic>
        </p:grpSp>
      </p:grpSp>
      <p:sp>
        <p:nvSpPr>
          <p:cNvPr id="53" name="Title 1">
            <a:extLst>
              <a:ext uri="{FF2B5EF4-FFF2-40B4-BE49-F238E27FC236}">
                <a16:creationId xmlns:a16="http://schemas.microsoft.com/office/drawing/2014/main" id="{92B3545B-8D3C-618F-1AF7-C20711650F06}"/>
              </a:ext>
              <a:ext uri="{C183D7F6-B498-43B3-948B-1728B52AA6E4}">
                <adec:decorative xmlns:adec="http://schemas.microsoft.com/office/drawing/2017/decorative" val="1"/>
              </a:ext>
            </a:extLst>
          </p:cNvPr>
          <p:cNvSpPr txBox="1">
            <a:spLocks/>
          </p:cNvSpPr>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en-GB" sz="1000" dirty="0">
                <a:latin typeface="Pangolin" panose="00000500000000000000" pitchFamily="2" charset="0"/>
                <a:ea typeface="+mn-ea"/>
                <a:cs typeface="+mn-cs"/>
              </a:rPr>
              <a:t>1</a:t>
            </a:r>
            <a:endParaRPr lang="en-AT" sz="1000" dirty="0">
              <a:latin typeface="Pangolin" panose="00000500000000000000" pitchFamily="2" charset="0"/>
              <a:ea typeface="+mn-ea"/>
              <a:cs typeface="+mn-cs"/>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457327"/>
            <a:ext cx="496321" cy="411316"/>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0406" y="2668303"/>
            <a:ext cx="147783" cy="206001"/>
          </a:xfrm>
          <a:prstGeom prst="rect">
            <a:avLst/>
          </a:prstGeom>
        </p:spPr>
      </p:pic>
      <p:sp>
        <p:nvSpPr>
          <p:cNvPr id="29" name="Textfeld 28">
            <a:extLst>
              <a:ext uri="{FF2B5EF4-FFF2-40B4-BE49-F238E27FC236}">
                <a16:creationId xmlns:a16="http://schemas.microsoft.com/office/drawing/2014/main" id="{A301EB8C-E2AE-4E33-8028-83065537DBB6}"/>
              </a:ext>
              <a:ext uri="{C183D7F6-B498-43B3-948B-1728B52AA6E4}">
                <adec:decorative xmlns:adec="http://schemas.microsoft.com/office/drawing/2017/decorative" val="1"/>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599270"/>
            <a:ext cx="2051050" cy="1015663"/>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Der beste </a:t>
            </a:r>
            <a:r>
              <a:rPr lang="de-DE" sz="1000" dirty="0">
                <a:latin typeface="Pangolin" panose="00000500000000000000" pitchFamily="2" charset="0"/>
              </a:rPr>
              <a:t>Weg, eine Variable zu beschreiben, ist zu zeigen, welche Werte darin vorkommen, und wie oft. Das nennt man die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VERTEILUNG</a:t>
            </a:r>
            <a:r>
              <a:rPr lang="de-DE" sz="1000" dirty="0">
                <a:solidFill>
                  <a:schemeClr val="tx1"/>
                </a:solidFill>
                <a:latin typeface="Pangolin" panose="00000500000000000000" pitchFamily="2" charset="0"/>
              </a:rPr>
              <a:t> der Werte einer Variable.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595265"/>
            <a:ext cx="1780092"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Wenn wir das Gewicht unserer Äpfel visualisieren, würde die Verteilung so aussehen, weil alle Äpfel im Korb ungefähr gleich viel wiegen.</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4229" y="2166572"/>
            <a:ext cx="1197741"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Der Graph hat irgendwie die Form einer Glocke…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00053" y="3801441"/>
            <a:ext cx="1640730"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Ja. Wir können so schätzen, dass das Gewicht der meisten Äpfel im Korb um die Spitze der Glocke herum liegt.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421016" y="5742937"/>
            <a:ext cx="1965101" cy="707886"/>
          </a:xfrm>
          <a:prstGeom prst="rect">
            <a:avLst/>
          </a:prstGeom>
          <a:noFill/>
        </p:spPr>
        <p:txBody>
          <a:bodyPr wrap="square">
            <a:spAutoFit/>
          </a:bodyPr>
          <a:lstStyle/>
          <a:p>
            <a:pPr algn="ctr"/>
            <a:r>
              <a:rPr lang="de-DE" sz="1000" dirty="0">
                <a:latin typeface="Pangolin" panose="00000500000000000000" pitchFamily="2" charset="0"/>
              </a:rPr>
              <a:t>Dieser Mittelpunkt ist ein gutes Maß für die Verteilung unserer Daten - deshalb nennt man einen solchen Wert auch </a:t>
            </a:r>
            <a:r>
              <a:rPr lang="de-DE" sz="1000" dirty="0">
                <a:solidFill>
                  <a:schemeClr val="tx1"/>
                </a:solidFill>
                <a:highlight>
                  <a:srgbClr val="C0C0C0"/>
                </a:highlight>
                <a:latin typeface="Pangolin" panose="00000500000000000000" pitchFamily="2" charset="0"/>
              </a:rPr>
              <a:t>LAGEMAẞ</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02750" y="3990376"/>
            <a:ext cx="1485089"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Ah, okay. Aber… wie würde ich das berechnen?</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92296"/>
            <a:ext cx="2044698"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Es gibt verschiedene Arten von Lagemaßen</a:t>
            </a:r>
            <a:r>
              <a:rPr lang="de-DE" sz="1000" dirty="0">
                <a:latin typeface="Pangolin" panose="00000500000000000000" pitchFamily="2" charset="0"/>
              </a:rPr>
              <a:t>.</a:t>
            </a:r>
            <a:r>
              <a:rPr lang="de-DE" sz="1000" dirty="0">
                <a:solidFill>
                  <a:schemeClr val="tx1"/>
                </a:solidFill>
                <a:latin typeface="Pangolin" panose="00000500000000000000" pitchFamily="2" charset="0"/>
              </a:rPr>
              <a:t> Der </a:t>
            </a:r>
            <a:r>
              <a:rPr lang="de-DE" sz="1000" dirty="0">
                <a:solidFill>
                  <a:schemeClr val="tx1"/>
                </a:solidFill>
                <a:highlight>
                  <a:srgbClr val="C0C0C0"/>
                </a:highlight>
                <a:latin typeface="Pangolin" panose="00000500000000000000" pitchFamily="2" charset="0"/>
              </a:rPr>
              <a:t>MITTELWERT</a:t>
            </a:r>
            <a:r>
              <a:rPr lang="de-DE" sz="1000" dirty="0">
                <a:solidFill>
                  <a:schemeClr val="tx1"/>
                </a:solidFill>
                <a:latin typeface="Pangolin" panose="00000500000000000000" pitchFamily="2" charset="0"/>
              </a:rPr>
              <a:t> ist </a:t>
            </a:r>
            <a:r>
              <a:rPr lang="de-DE" sz="1000" dirty="0">
                <a:latin typeface="Pangolin" panose="00000500000000000000" pitchFamily="2" charset="0"/>
              </a:rPr>
              <a:t>das bekannteste Maß, und er ist auch leicht zu berechnen.</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568578" y="6829102"/>
            <a:ext cx="1720846"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Hier sind unsere sechs Äpfel:</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06124"/>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10386"/>
            <a:ext cx="203142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Um den Mittelwert zu berechnen, addieren wir einfach alle Werte…</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…und dividieren dann durch die Anzahl unserer Äpfel…</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619628" y="6797931"/>
            <a:ext cx="1974848"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Das ergibt einen Mittelwert von:</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50000"/>
            <a:ext cx="1290493"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das ist</a:t>
            </a:r>
          </a:p>
          <a:p>
            <a:pPr algn="ctr"/>
            <a:r>
              <a:rPr lang="de-DE" sz="1000" dirty="0">
                <a:solidFill>
                  <a:schemeClr val="tx1"/>
                </a:solidFill>
                <a:latin typeface="Pangolin" panose="00000500000000000000" pitchFamily="2" charset="0"/>
              </a:rPr>
              <a:t>wirklich fast die Spitze unserer Glockenkurve!</a:t>
            </a:r>
            <a:endParaRPr lang="de-AT" sz="1000" dirty="0">
              <a:solidFill>
                <a:schemeClr val="tx1"/>
              </a:solidFill>
              <a:latin typeface="Pangolin" panose="00000500000000000000" pitchFamily="2" charset="0"/>
            </a:endParaRPr>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grpSp>
        <p:nvGrpSpPr>
          <p:cNvPr id="38" name="Group 37">
            <a:extLst>
              <a:ext uri="{FF2B5EF4-FFF2-40B4-BE49-F238E27FC236}">
                <a16:creationId xmlns:a16="http://schemas.microsoft.com/office/drawing/2014/main" id="{F0D70135-ECD9-55C0-5233-DBD445A1D35F}"/>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39" name="Picture 38">
              <a:extLst>
                <a:ext uri="{FF2B5EF4-FFF2-40B4-BE49-F238E27FC236}">
                  <a16:creationId xmlns:a16="http://schemas.microsoft.com/office/drawing/2014/main" id="{6AB3830A-C657-A359-8A3D-CC4E56E0E04D}"/>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0" name="Group 39">
              <a:extLst>
                <a:ext uri="{FF2B5EF4-FFF2-40B4-BE49-F238E27FC236}">
                  <a16:creationId xmlns:a16="http://schemas.microsoft.com/office/drawing/2014/main" id="{D98B0E03-065E-76AE-F474-922DB2DE163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1" name="Picture 40">
                <a:extLst>
                  <a:ext uri="{FF2B5EF4-FFF2-40B4-BE49-F238E27FC236}">
                    <a16:creationId xmlns:a16="http://schemas.microsoft.com/office/drawing/2014/main" id="{7B8010E9-91BE-C664-697B-16E0320698A4}"/>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42" name="Picture 41">
                <a:extLst>
                  <a:ext uri="{FF2B5EF4-FFF2-40B4-BE49-F238E27FC236}">
                    <a16:creationId xmlns:a16="http://schemas.microsoft.com/office/drawing/2014/main" id="{FFA47E2A-4EB8-0639-04C9-36DF0C4E6D69}"/>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43" name="Picture 42">
                <a:extLst>
                  <a:ext uri="{FF2B5EF4-FFF2-40B4-BE49-F238E27FC236}">
                    <a16:creationId xmlns:a16="http://schemas.microsoft.com/office/drawing/2014/main" id="{A209245E-09E1-6C85-848C-2CF1EBA24001}"/>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2192" y="3107097"/>
            <a:ext cx="251226" cy="116907"/>
          </a:xfrm>
          <a:prstGeom prst="rect">
            <a:avLst/>
          </a:prstGeom>
        </p:spPr>
      </p:pic>
      <p:sp>
        <p:nvSpPr>
          <p:cNvPr id="2" name="Title 1">
            <a:extLst>
              <a:ext uri="{FF2B5EF4-FFF2-40B4-BE49-F238E27FC236}">
                <a16:creationId xmlns:a16="http://schemas.microsoft.com/office/drawing/2014/main" id="{2B05A921-7439-58B4-6212-FA5259E6331B}"/>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37164" y="517842"/>
            <a:ext cx="1751922"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Genau. Allerdings ist der Mittelwert nicht immer das beste Maß, um </a:t>
            </a:r>
            <a:r>
              <a:rPr lang="de-DE" sz="1000" dirty="0">
                <a:latin typeface="Pangolin" panose="00000500000000000000" pitchFamily="2" charset="0"/>
              </a:rPr>
              <a:t>ein Set von </a:t>
            </a:r>
            <a:r>
              <a:rPr lang="de-DE" sz="1000" dirty="0">
                <a:solidFill>
                  <a:schemeClr val="tx1"/>
                </a:solidFill>
                <a:latin typeface="Pangolin" panose="00000500000000000000" pitchFamily="2" charset="0"/>
              </a:rPr>
              <a:t>Daten zu beschreiben.</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383303" y="1297123"/>
            <a:ext cx="875961"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Leute, ihr werdet nicht glauben, wie klein dieser Apfel ist!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32869"/>
            <a:ext cx="1327337"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Der wiegt grade mal 70 Gramm!</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96938"/>
            <a:ext cx="1151351"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Und wieder ein perfektes Beispiel!</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74736"/>
            <a:ext cx="203718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Wenn wir den kleinen Apfel </a:t>
            </a:r>
            <a:r>
              <a:rPr lang="de-DE" sz="1000" dirty="0">
                <a:latin typeface="Pangolin" panose="00000500000000000000" pitchFamily="2" charset="0"/>
              </a:rPr>
              <a:t>jetzt zu unserem Datenset hinzufügen und den Mittelwert berechnen…</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92837" y="2896380"/>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…sieht der Graph mehr wie eine </a:t>
            </a:r>
            <a:r>
              <a:rPr lang="de-DE" sz="1000" dirty="0">
                <a:latin typeface="Pangolin" panose="00000500000000000000" pitchFamily="2" charset="0"/>
              </a:rPr>
              <a:t>Ratte            aus, und der Mittelwert rutscht mehr in Richtung Schwanz.</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258" y="3625010"/>
            <a:ext cx="1354432" cy="507831"/>
          </a:xfrm>
          <a:prstGeom prst="rect">
            <a:avLst/>
          </a:prstGeom>
          <a:noFill/>
        </p:spPr>
        <p:txBody>
          <a:bodyPr wrap="square">
            <a:spAutoFit/>
          </a:bodyPr>
          <a:lstStyle/>
          <a:p>
            <a:pPr algn="ctr"/>
            <a:r>
              <a:rPr lang="de-DE" sz="900" dirty="0">
                <a:latin typeface="Pangolin" panose="00000500000000000000" pitchFamily="2" charset="0"/>
              </a:rPr>
              <a:t>Hm, du hast Recht. Jetzt ist der Mittelwert etwas irreführend…</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98120"/>
            <a:ext cx="1354431" cy="707886"/>
          </a:xfrm>
          <a:prstGeom prst="rect">
            <a:avLst/>
          </a:prstGeom>
          <a:noFill/>
        </p:spPr>
        <p:txBody>
          <a:bodyPr wrap="square">
            <a:spAutoFit/>
          </a:bodyPr>
          <a:lstStyle/>
          <a:p>
            <a:pPr algn="ctr"/>
            <a:r>
              <a:rPr lang="de-DE" sz="1000" dirty="0">
                <a:latin typeface="Pangolin" panose="00000500000000000000" pitchFamily="2" charset="0"/>
              </a:rPr>
              <a:t>Ja, aber du kannst immer noch den </a:t>
            </a:r>
            <a:r>
              <a:rPr lang="de-DE" sz="1000" dirty="0">
                <a:highlight>
                  <a:srgbClr val="C0C0C0"/>
                </a:highlight>
                <a:latin typeface="Pangolin" panose="00000500000000000000" pitchFamily="2" charset="0"/>
              </a:rPr>
              <a:t>MEDIAN</a:t>
            </a:r>
            <a:r>
              <a:rPr lang="de-DE" sz="1000" dirty="0">
                <a:latin typeface="Pangolin" panose="00000500000000000000" pitchFamily="2" charset="0"/>
              </a:rPr>
              <a:t> als </a:t>
            </a:r>
            <a:r>
              <a:rPr lang="de-DE" sz="1000" dirty="0" err="1">
                <a:latin typeface="Pangolin" panose="00000500000000000000" pitchFamily="2" charset="0"/>
              </a:rPr>
              <a:t>Lagemaß</a:t>
            </a:r>
            <a:r>
              <a:rPr lang="de-DE" sz="1000" dirty="0">
                <a:latin typeface="Pangolin" panose="00000500000000000000" pitchFamily="2" charset="0"/>
              </a:rPr>
              <a:t> verwenden.</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95879" y="3668847"/>
            <a:ext cx="216893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Wenn wir alle Äpfel aufsteigend nach Gewicht ordnen, ist der Median einfach der Wert in der Mitte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51442" y="5327450"/>
            <a:ext cx="1431779"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Hier ist der Median 190g, was unsere verzerrte Verteilung besser repräsentiert.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802826"/>
            <a:ext cx="3018864"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Ah, ich sehe, ihr habt meine kleinen Äpfel gefunden. Greift bitte zu, </a:t>
            </a:r>
            <a:r>
              <a:rPr lang="de-DE" sz="1000" dirty="0">
                <a:latin typeface="Pangolin" panose="00000500000000000000" pitchFamily="2" charset="0"/>
              </a:rPr>
              <a:t>es freut mich, dass Leute sie mögen!</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11396"/>
            <a:ext cx="165342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könnten wir uns den Korb für eine Weile ausborgen?</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81525" y="6701320"/>
            <a:ext cx="2051050"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Es gibt nämlich noch eine Sache: Wenn wir den ganzen Korb kleiner Äpfel zu unserem Datenset hinzufügen, ist der erste kleine Apfel kein Ausreißer* mehr.</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en-US" sz="1000" dirty="0">
                <a:latin typeface="Pangolin" panose="00000500000000000000" pitchFamily="2" charset="0"/>
              </a:rPr>
              <a:t> </a:t>
            </a:r>
            <a:r>
              <a:rPr lang="en-US" sz="1000" dirty="0" err="1">
                <a:latin typeface="Pangolin" panose="00000500000000000000" pitchFamily="2" charset="0"/>
              </a:rPr>
              <a:t>Ausreißer</a:t>
            </a:r>
            <a:r>
              <a:rPr lang="en-US" sz="1000" dirty="0">
                <a:latin typeface="Pangolin" panose="00000500000000000000" pitchFamily="2" charset="0"/>
              </a:rPr>
              <a:t> </a:t>
            </a:r>
            <a:r>
              <a:rPr lang="en-US" sz="1000" dirty="0" err="1">
                <a:latin typeface="Pangolin" panose="00000500000000000000" pitchFamily="2" charset="0"/>
              </a:rPr>
              <a:t>sind</a:t>
            </a:r>
            <a:r>
              <a:rPr lang="en-US" sz="1000" dirty="0">
                <a:latin typeface="Pangolin" panose="00000500000000000000" pitchFamily="2" charset="0"/>
              </a:rPr>
              <a:t> </a:t>
            </a:r>
            <a:r>
              <a:rPr lang="en-US" sz="1000" dirty="0" err="1">
                <a:latin typeface="Pangolin" panose="00000500000000000000" pitchFamily="2" charset="0"/>
              </a:rPr>
              <a:t>Extremwerte</a:t>
            </a:r>
            <a:r>
              <a:rPr lang="en-US" sz="1000" dirty="0">
                <a:latin typeface="Pangolin" panose="00000500000000000000" pitchFamily="2" charset="0"/>
              </a:rPr>
              <a:t>, die </a:t>
            </a:r>
            <a:r>
              <a:rPr lang="en-US" sz="1000" dirty="0" err="1">
                <a:latin typeface="Pangolin" panose="00000500000000000000" pitchFamily="2" charset="0"/>
              </a:rPr>
              <a:t>durch</a:t>
            </a:r>
            <a:r>
              <a:rPr lang="en-US" sz="1000" dirty="0">
                <a:latin typeface="Pangolin" panose="00000500000000000000" pitchFamily="2" charset="0"/>
              </a:rPr>
              <a:t> </a:t>
            </a:r>
            <a:r>
              <a:rPr lang="en-US" sz="1000" dirty="0" err="1">
                <a:latin typeface="Pangolin" panose="00000500000000000000" pitchFamily="2" charset="0"/>
              </a:rPr>
              <a:t>Messfehler</a:t>
            </a:r>
            <a:r>
              <a:rPr lang="en-US" sz="1000" dirty="0">
                <a:latin typeface="Pangolin" panose="00000500000000000000" pitchFamily="2" charset="0"/>
              </a:rPr>
              <a:t> </a:t>
            </a:r>
            <a:r>
              <a:rPr lang="en-US" sz="1000" dirty="0" err="1">
                <a:latin typeface="Pangolin" panose="00000500000000000000" pitchFamily="2" charset="0"/>
              </a:rPr>
              <a:t>oder</a:t>
            </a:r>
            <a:r>
              <a:rPr lang="en-US" sz="1000" dirty="0">
                <a:latin typeface="Pangolin" panose="00000500000000000000" pitchFamily="2" charset="0"/>
              </a:rPr>
              <a:t> </a:t>
            </a:r>
            <a:r>
              <a:rPr lang="en-US" sz="1000" dirty="0" err="1">
                <a:latin typeface="Pangolin" panose="00000500000000000000" pitchFamily="2" charset="0"/>
              </a:rPr>
              <a:t>seltene</a:t>
            </a:r>
            <a:r>
              <a:rPr lang="en-US" sz="1000" dirty="0">
                <a:latin typeface="Pangolin" panose="00000500000000000000" pitchFamily="2" charset="0"/>
              </a:rPr>
              <a:t> </a:t>
            </a:r>
            <a:r>
              <a:rPr lang="en-US" sz="1000" dirty="0" err="1">
                <a:latin typeface="Pangolin" panose="00000500000000000000" pitchFamily="2" charset="0"/>
              </a:rPr>
              <a:t>Vorkommnisse</a:t>
            </a:r>
            <a:r>
              <a:rPr lang="en-US" sz="1000" dirty="0">
                <a:latin typeface="Pangolin" panose="00000500000000000000" pitchFamily="2" charset="0"/>
              </a:rPr>
              <a:t> </a:t>
            </a:r>
            <a:r>
              <a:rPr lang="en-US" sz="1000" dirty="0" err="1">
                <a:latin typeface="Pangolin" panose="00000500000000000000" pitchFamily="2" charset="0"/>
              </a:rPr>
              <a:t>auftreten</a:t>
            </a:r>
            <a:r>
              <a:rPr lang="en-US" sz="1000" dirty="0">
                <a:latin typeface="Pangolin" panose="00000500000000000000" pitchFamily="2" charset="0"/>
              </a:rPr>
              <a:t> </a:t>
            </a:r>
            <a:r>
              <a:rPr lang="en-US" sz="1000" dirty="0" err="1">
                <a:latin typeface="Pangolin" panose="00000500000000000000" pitchFamily="2" charset="0"/>
              </a:rPr>
              <a:t>können</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8" name="Group 17">
            <a:extLst>
              <a:ext uri="{FF2B5EF4-FFF2-40B4-BE49-F238E27FC236}">
                <a16:creationId xmlns:a16="http://schemas.microsoft.com/office/drawing/2014/main" id="{3A95A74E-D5C3-CA45-58E4-C1FA1D72D189}"/>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9" name="Picture 18">
              <a:extLst>
                <a:ext uri="{FF2B5EF4-FFF2-40B4-BE49-F238E27FC236}">
                  <a16:creationId xmlns:a16="http://schemas.microsoft.com/office/drawing/2014/main" id="{7ED6FB40-69FE-6CB5-763E-5F57D2605E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9" name="Group 38">
              <a:extLst>
                <a:ext uri="{FF2B5EF4-FFF2-40B4-BE49-F238E27FC236}">
                  <a16:creationId xmlns:a16="http://schemas.microsoft.com/office/drawing/2014/main" id="{321A30EF-94DB-932D-D71B-CD73A87594A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0" name="Picture 39">
                <a:extLst>
                  <a:ext uri="{FF2B5EF4-FFF2-40B4-BE49-F238E27FC236}">
                    <a16:creationId xmlns:a16="http://schemas.microsoft.com/office/drawing/2014/main" id="{72F5669D-B8AC-EE4E-64F8-42F4ED7D1418}"/>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41" name="Picture 40">
                <a:extLst>
                  <a:ext uri="{FF2B5EF4-FFF2-40B4-BE49-F238E27FC236}">
                    <a16:creationId xmlns:a16="http://schemas.microsoft.com/office/drawing/2014/main" id="{58F6A9BC-6D04-3AE4-7E7A-FC182BCFB8BB}"/>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42" name="Picture 41">
                <a:extLst>
                  <a:ext uri="{FF2B5EF4-FFF2-40B4-BE49-F238E27FC236}">
                    <a16:creationId xmlns:a16="http://schemas.microsoft.com/office/drawing/2014/main" id="{2EFA8767-11B9-0509-1793-3861975F2EF1}"/>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Nutzer ID</a:t>
            </a:r>
            <a:br>
              <a:rPr lang="de-DE" sz="800" dirty="0">
                <a:solidFill>
                  <a:schemeClr val="tx1"/>
                </a:solidFill>
                <a:latin typeface="Pangolin" panose="00000500000000000000" pitchFamily="2" charset="0"/>
              </a:rPr>
            </a:br>
            <a:endParaRPr lang="de-AT" sz="8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897296" y="6721475"/>
            <a:ext cx="541229" cy="608965"/>
          </a:xfrm>
          <a:custGeom>
            <a:avLst/>
            <a:gdLst>
              <a:gd name="connsiteX0" fmla="*/ 0 w 541229"/>
              <a:gd name="connsiteY0" fmla="*/ 0 h 608965"/>
              <a:gd name="connsiteX1" fmla="*/ 541229 w 541229"/>
              <a:gd name="connsiteY1" fmla="*/ 0 h 608965"/>
              <a:gd name="connsiteX2" fmla="*/ 541229 w 541229"/>
              <a:gd name="connsiteY2" fmla="*/ 608965 h 608965"/>
              <a:gd name="connsiteX3" fmla="*/ 0 w 541229"/>
              <a:gd name="connsiteY3" fmla="*/ 608965 h 608965"/>
              <a:gd name="connsiteX4" fmla="*/ 0 w 54122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229" h="608965" fill="none" extrusionOk="0">
                <a:moveTo>
                  <a:pt x="0" y="0"/>
                </a:moveTo>
                <a:cubicBezTo>
                  <a:pt x="111217" y="-7571"/>
                  <a:pt x="283697" y="18669"/>
                  <a:pt x="541229" y="0"/>
                </a:cubicBezTo>
                <a:cubicBezTo>
                  <a:pt x="529723" y="171196"/>
                  <a:pt x="516447" y="480586"/>
                  <a:pt x="541229" y="608965"/>
                </a:cubicBezTo>
                <a:cubicBezTo>
                  <a:pt x="425239" y="587950"/>
                  <a:pt x="161319" y="584709"/>
                  <a:pt x="0" y="608965"/>
                </a:cubicBezTo>
                <a:cubicBezTo>
                  <a:pt x="21482" y="340342"/>
                  <a:pt x="10658" y="177987"/>
                  <a:pt x="0" y="0"/>
                </a:cubicBezTo>
                <a:close/>
              </a:path>
              <a:path w="541229" h="608965" stroke="0" extrusionOk="0">
                <a:moveTo>
                  <a:pt x="0" y="0"/>
                </a:moveTo>
                <a:cubicBezTo>
                  <a:pt x="182484" y="-20922"/>
                  <a:pt x="404523" y="16125"/>
                  <a:pt x="541229" y="0"/>
                </a:cubicBezTo>
                <a:cubicBezTo>
                  <a:pt x="531160" y="132285"/>
                  <a:pt x="537448" y="388021"/>
                  <a:pt x="541229" y="608965"/>
                </a:cubicBezTo>
                <a:cubicBezTo>
                  <a:pt x="386902" y="590378"/>
                  <a:pt x="110125" y="618254"/>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700" dirty="0">
                <a:solidFill>
                  <a:schemeClr val="tx1"/>
                </a:solidFill>
                <a:latin typeface="Pangolin" panose="00000500000000000000" pitchFamily="2" charset="0"/>
              </a:rPr>
              <a:t>Herz-  Frequenz (bpm)</a:t>
            </a:r>
            <a:br>
              <a:rPr lang="de-DE" sz="700" dirty="0">
                <a:solidFill>
                  <a:schemeClr val="tx1"/>
                </a:solidFill>
                <a:latin typeface="Pangolin" panose="00000500000000000000" pitchFamily="2" charset="0"/>
              </a:rPr>
            </a:br>
            <a:endParaRPr lang="de-AT" sz="7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err="1">
                <a:solidFill>
                  <a:schemeClr val="tx1"/>
                </a:solidFill>
                <a:latin typeface="Pangolin" panose="00000500000000000000" pitchFamily="2" charset="0"/>
              </a:rPr>
              <a:t>Bewer-tung</a:t>
            </a:r>
            <a:br>
              <a:rPr lang="de-DE" sz="800" dirty="0">
                <a:solidFill>
                  <a:schemeClr val="tx1"/>
                </a:solidFill>
                <a:latin typeface="Pangolin" panose="00000500000000000000" pitchFamily="2" charset="0"/>
              </a:rPr>
            </a:br>
            <a:endParaRPr lang="de-AT" sz="8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700" dirty="0">
                <a:solidFill>
                  <a:schemeClr val="tx1"/>
                </a:solidFill>
                <a:latin typeface="Pangolin" panose="00000500000000000000" pitchFamily="2" charset="0"/>
              </a:rPr>
              <a:t>Nutz-</a:t>
            </a:r>
            <a:r>
              <a:rPr lang="de-DE" sz="700" dirty="0" err="1">
                <a:solidFill>
                  <a:schemeClr val="tx1"/>
                </a:solidFill>
                <a:latin typeface="Pangolin" panose="00000500000000000000" pitchFamily="2" charset="0"/>
              </a:rPr>
              <a:t>ungszeit</a:t>
            </a:r>
            <a:br>
              <a:rPr lang="de-DE" sz="700" dirty="0">
                <a:solidFill>
                  <a:schemeClr val="tx1"/>
                </a:solidFill>
                <a:latin typeface="Pangolin" panose="00000500000000000000" pitchFamily="2" charset="0"/>
              </a:rPr>
            </a:br>
            <a:endParaRPr lang="de-AT" sz="7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1" y="5955853"/>
            <a:ext cx="881857"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Modus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20045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99025"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38057" y="63476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Modus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Modus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29136" y="6099445"/>
            <a:ext cx="820270" cy="246221"/>
          </a:xfrm>
          <a:prstGeom prst="rect">
            <a:avLst/>
          </a:prstGeom>
          <a:noFill/>
        </p:spPr>
        <p:txBody>
          <a:bodyPr wrap="square">
            <a:spAutoFit/>
          </a:bodyPr>
          <a:lstStyle/>
          <a:p>
            <a:pPr algn="ctr"/>
            <a:r>
              <a:rPr lang="de-DE" sz="1000" dirty="0">
                <a:solidFill>
                  <a:srgbClr val="00B050"/>
                </a:solidFill>
                <a:latin typeface="Pangolin" panose="00000500000000000000" pitchFamily="2" charset="0"/>
              </a:rPr>
              <a:t>Gute Maße </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183332" y="6147013"/>
            <a:ext cx="820270" cy="246221"/>
          </a:xfrm>
          <a:prstGeom prst="rect">
            <a:avLst/>
          </a:prstGeom>
          <a:noFill/>
        </p:spPr>
        <p:txBody>
          <a:bodyPr wrap="square">
            <a:spAutoFit/>
          </a:bodyPr>
          <a:lstStyle/>
          <a:p>
            <a:pPr algn="ctr"/>
            <a:r>
              <a:rPr lang="de-DE" sz="1000" dirty="0">
                <a:solidFill>
                  <a:srgbClr val="00B050"/>
                </a:solidFill>
                <a:latin typeface="Pangolin" panose="00000500000000000000" pitchFamily="2" charset="0"/>
              </a:rPr>
              <a:t>Gute Maße </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55281" y="6130335"/>
            <a:ext cx="820800" cy="246221"/>
          </a:xfrm>
          <a:prstGeom prst="rect">
            <a:avLst/>
          </a:prstGeom>
          <a:noFill/>
        </p:spPr>
        <p:txBody>
          <a:bodyPr wrap="square">
            <a:spAutoFit/>
          </a:bodyPr>
          <a:lstStyle/>
          <a:p>
            <a:pPr algn="ctr"/>
            <a:r>
              <a:rPr lang="de-DE" sz="1000" dirty="0">
                <a:solidFill>
                  <a:srgbClr val="00B050"/>
                </a:solidFill>
                <a:latin typeface="Pangolin" panose="00000500000000000000" pitchFamily="2" charset="0"/>
              </a:rPr>
              <a:t>Gutes Maß </a:t>
            </a:r>
            <a:endParaRPr lang="de-AT"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10514" y="3929166"/>
            <a:ext cx="448057" cy="359665"/>
          </a:xfrm>
          <a:prstGeom prst="rect">
            <a:avLst/>
          </a:prstGeom>
        </p:spPr>
      </p:pic>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In diesem Fall hat unser Graph auf einmal zwei Hügel:</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87734" y="1719010"/>
            <a:ext cx="990846"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Zwei Ratten die sich küssen!</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412690" y="1986008"/>
            <a:ext cx="856904" cy="246221"/>
          </a:xfrm>
          <a:prstGeom prst="rect">
            <a:avLst/>
          </a:prstGeom>
          <a:noFill/>
        </p:spPr>
        <p:txBody>
          <a:bodyPr wrap="square">
            <a:spAutoFit/>
          </a:bodyPr>
          <a:lstStyle/>
          <a:p>
            <a:pPr algn="ctr"/>
            <a:r>
              <a:rPr lang="de-DE" sz="1000" dirty="0" err="1">
                <a:latin typeface="Pangolin" panose="00000500000000000000" pitchFamily="2" charset="0"/>
              </a:rPr>
              <a:t>Ähh</a:t>
            </a:r>
            <a:r>
              <a:rPr lang="de-DE" sz="1000" dirty="0">
                <a:latin typeface="Pangolin" panose="00000500000000000000" pitchFamily="2" charset="0"/>
              </a:rPr>
              <a:t>, klar…</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546570" y="2503972"/>
            <a:ext cx="1882429" cy="861774"/>
          </a:xfrm>
          <a:prstGeom prst="rect">
            <a:avLst/>
          </a:prstGeom>
          <a:noFill/>
        </p:spPr>
        <p:txBody>
          <a:bodyPr wrap="square">
            <a:spAutoFit/>
          </a:bodyPr>
          <a:lstStyle/>
          <a:p>
            <a:pPr algn="ctr"/>
            <a:r>
              <a:rPr lang="de-DE" sz="1000" dirty="0">
                <a:latin typeface="Pangolin" panose="00000500000000000000" pitchFamily="2" charset="0"/>
              </a:rPr>
              <a:t>Naja, jedenfalls gibt es noch ein </a:t>
            </a:r>
            <a:r>
              <a:rPr lang="de-DE" sz="1000" dirty="0" err="1">
                <a:latin typeface="Pangolin" panose="00000500000000000000" pitchFamily="2" charset="0"/>
              </a:rPr>
              <a:t>Lagemaß</a:t>
            </a:r>
            <a:r>
              <a:rPr lang="de-DE" sz="1000" dirty="0">
                <a:latin typeface="Pangolin" panose="00000500000000000000" pitchFamily="2" charset="0"/>
              </a:rPr>
              <a:t> namens </a:t>
            </a:r>
            <a:r>
              <a:rPr lang="de-DE" sz="1000" dirty="0">
                <a:highlight>
                  <a:srgbClr val="C0C0C0"/>
                </a:highlight>
                <a:latin typeface="Pangolin" panose="00000500000000000000" pitchFamily="2" charset="0"/>
              </a:rPr>
              <a:t>MODUS</a:t>
            </a:r>
            <a:r>
              <a:rPr lang="de-DE" sz="1000" dirty="0">
                <a:latin typeface="Pangolin" panose="00000500000000000000" pitchFamily="2" charset="0"/>
              </a:rPr>
              <a:t>, das wir verwenden können, wenn unsere Wertverteilung mehrere Hügel hat.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684172"/>
            <a:ext cx="1882429" cy="553998"/>
          </a:xfrm>
          <a:prstGeom prst="rect">
            <a:avLst/>
          </a:prstGeom>
          <a:noFill/>
        </p:spPr>
        <p:txBody>
          <a:bodyPr wrap="square">
            <a:spAutoFit/>
          </a:bodyPr>
          <a:lstStyle/>
          <a:p>
            <a:pPr algn="ctr"/>
            <a:r>
              <a:rPr lang="de-DE" sz="1000" dirty="0">
                <a:latin typeface="Pangolin" panose="00000500000000000000" pitchFamily="2" charset="0"/>
              </a:rPr>
              <a:t>Der Modus beschreibt die Werte, die in einem Datenset am häufigsten auftreten.</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algn="ctr"/>
            <a:r>
              <a:rPr lang="de-DE" sz="1000" dirty="0">
                <a:latin typeface="Pangolin" panose="00000500000000000000" pitchFamily="2" charset="0"/>
              </a:rPr>
              <a:t>In diesem Fall haben wir mehrere Modi, aber es kann auch Datensets mit nur einem, oder sogar gar keinem geben.</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90638"/>
            <a:ext cx="6223328" cy="400110"/>
          </a:xfrm>
          <a:prstGeom prst="rect">
            <a:avLst/>
          </a:prstGeom>
          <a:noFill/>
        </p:spPr>
        <p:txBody>
          <a:bodyPr wrap="square">
            <a:spAutoFit/>
          </a:bodyPr>
          <a:lstStyle/>
          <a:p>
            <a:pPr algn="ctr"/>
            <a:r>
              <a:rPr lang="de-DE" sz="1000" dirty="0">
                <a:latin typeface="Pangolin" panose="00000500000000000000" pitchFamily="2" charset="0"/>
              </a:rPr>
              <a:t>Wir können Mittelwert, Median und Modus für ganz verschiedene Stichproben von Äpfeln verwenden - aber es wird oft vorkommen, dass eines der Maße die Daten besser beschreibt als ein anderes.</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33044" y="6771067"/>
            <a:ext cx="2050312" cy="861774"/>
          </a:xfrm>
          <a:prstGeom prst="rect">
            <a:avLst/>
          </a:prstGeom>
          <a:noFill/>
        </p:spPr>
        <p:txBody>
          <a:bodyPr wrap="square">
            <a:spAutoFit/>
          </a:bodyPr>
          <a:lstStyle/>
          <a:p>
            <a:pPr algn="ctr"/>
            <a:r>
              <a:rPr lang="de-DE" sz="1000" dirty="0">
                <a:latin typeface="Pangolin" panose="00000500000000000000" pitchFamily="2" charset="0"/>
              </a:rPr>
              <a:t>Okay, danke… Ich habe viel dazugelernt. Jetzt muss ich das nur noch auf meine eigenen Daten übertragen. Sie sind aus einer App, die Herzfrequenz misst.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67590" y="6739827"/>
            <a:ext cx="1899726" cy="1015663"/>
          </a:xfrm>
          <a:prstGeom prst="rect">
            <a:avLst/>
          </a:prstGeom>
          <a:noFill/>
        </p:spPr>
        <p:txBody>
          <a:bodyPr wrap="square">
            <a:spAutoFit/>
          </a:bodyPr>
          <a:lstStyle/>
          <a:p>
            <a:pPr algn="ctr"/>
            <a:r>
              <a:rPr lang="de-DE" sz="1000" dirty="0">
                <a:latin typeface="Pangolin" panose="00000500000000000000" pitchFamily="2" charset="0"/>
              </a:rPr>
              <a:t>Das sollte machbar sein - schau dir deine Daten an und folge denselben Schritten, die wir gerade mit den Äpfeln gemacht haben. Du kannst die nächste Seite für Notizen verwenden.</a:t>
            </a:r>
            <a:endParaRPr lang="de-AT" sz="1000" dirty="0">
              <a:solidFill>
                <a:schemeClr val="tx1"/>
              </a:solidFill>
              <a:latin typeface="Pangolin" panose="00000500000000000000" pitchFamily="2" charset="0"/>
            </a:endParaRPr>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86" name="Group 85">
            <a:extLst>
              <a:ext uri="{FF2B5EF4-FFF2-40B4-BE49-F238E27FC236}">
                <a16:creationId xmlns:a16="http://schemas.microsoft.com/office/drawing/2014/main" id="{16ECF337-36D0-C9B0-D930-B490777B2015}"/>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91" name="Picture 90">
              <a:extLst>
                <a:ext uri="{FF2B5EF4-FFF2-40B4-BE49-F238E27FC236}">
                  <a16:creationId xmlns:a16="http://schemas.microsoft.com/office/drawing/2014/main" id="{D177D495-F75A-740F-6DB4-2BABBA129674}"/>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2" name="Group 91">
              <a:extLst>
                <a:ext uri="{FF2B5EF4-FFF2-40B4-BE49-F238E27FC236}">
                  <a16:creationId xmlns:a16="http://schemas.microsoft.com/office/drawing/2014/main" id="{854E380D-B92E-7990-07A7-49F007A3A83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93" name="Picture 92">
                <a:extLst>
                  <a:ext uri="{FF2B5EF4-FFF2-40B4-BE49-F238E27FC236}">
                    <a16:creationId xmlns:a16="http://schemas.microsoft.com/office/drawing/2014/main" id="{D23FBBA2-2E9D-9DA4-4A00-6A9052E81AED}"/>
                  </a:ext>
                </a:extLst>
              </p:cNvPr>
              <p:cNvPicPr>
                <a:picLocks noChangeAspect="1"/>
              </p:cNvPicPr>
              <p:nvPr/>
            </p:nvPicPr>
            <p:blipFill>
              <a:blip r:embed="rId12"/>
              <a:stretch>
                <a:fillRect/>
              </a:stretch>
            </p:blipFill>
            <p:spPr>
              <a:xfrm>
                <a:off x="4063999" y="4953000"/>
                <a:ext cx="609600" cy="609600"/>
              </a:xfrm>
              <a:prstGeom prst="rect">
                <a:avLst/>
              </a:prstGeom>
            </p:spPr>
          </p:pic>
          <p:pic>
            <p:nvPicPr>
              <p:cNvPr id="94" name="Picture 93">
                <a:extLst>
                  <a:ext uri="{FF2B5EF4-FFF2-40B4-BE49-F238E27FC236}">
                    <a16:creationId xmlns:a16="http://schemas.microsoft.com/office/drawing/2014/main" id="{B8F4E2C5-FEC1-2220-5FF6-8AFE816F593D}"/>
                  </a:ext>
                </a:extLst>
              </p:cNvPr>
              <p:cNvPicPr>
                <a:picLocks noChangeAspect="1"/>
              </p:cNvPicPr>
              <p:nvPr/>
            </p:nvPicPr>
            <p:blipFill>
              <a:blip r:embed="rId13"/>
              <a:stretch>
                <a:fillRect/>
              </a:stretch>
            </p:blipFill>
            <p:spPr>
              <a:xfrm>
                <a:off x="4705349" y="4953000"/>
                <a:ext cx="609600" cy="609600"/>
              </a:xfrm>
              <a:prstGeom prst="rect">
                <a:avLst/>
              </a:prstGeom>
            </p:spPr>
          </p:pic>
          <p:pic>
            <p:nvPicPr>
              <p:cNvPr id="95" name="Picture 94">
                <a:extLst>
                  <a:ext uri="{FF2B5EF4-FFF2-40B4-BE49-F238E27FC236}">
                    <a16:creationId xmlns:a16="http://schemas.microsoft.com/office/drawing/2014/main" id="{60DE09EA-05A5-89E6-5D75-D0BDA33503B6}"/>
                  </a:ext>
                </a:extLst>
              </p:cNvPr>
              <p:cNvPicPr>
                <a:picLocks noChangeAspect="1"/>
              </p:cNvPicPr>
              <p:nvPr/>
            </p:nvPicPr>
            <p:blipFill>
              <a:blip r:embed="rId14"/>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C00949C-4B1D-0F47-9F93-791EC7ED1A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Bevor du umblätterst: Versuche, den Mittelwert, Median und Modus für jede Variable in der Tabelle zu berechnen. Entscheide, welches Maß am besten für welche Variable geeignet ist. Du kannst auf dieser Seite Notizen machen!</a:t>
            </a:r>
            <a:endParaRPr lang="de-AT" sz="1000" dirty="0">
              <a:solidFill>
                <a:schemeClr val="tx1"/>
              </a:solidFill>
              <a:latin typeface="Pangolin" panose="00000500000000000000" pitchFamily="2" charset="0"/>
            </a:endParaRP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3" name="Group 12">
            <a:extLst>
              <a:ext uri="{FF2B5EF4-FFF2-40B4-BE49-F238E27FC236}">
                <a16:creationId xmlns:a16="http://schemas.microsoft.com/office/drawing/2014/main" id="{856FA246-D1B0-0F0C-C392-8268CE92E41E}"/>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4" name="Picture 13">
              <a:extLst>
                <a:ext uri="{FF2B5EF4-FFF2-40B4-BE49-F238E27FC236}">
                  <a16:creationId xmlns:a16="http://schemas.microsoft.com/office/drawing/2014/main" id="{14FF2859-9A88-5B82-20C2-DAAE5AD4DC85}"/>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5" name="Group 14">
              <a:extLst>
                <a:ext uri="{FF2B5EF4-FFF2-40B4-BE49-F238E27FC236}">
                  <a16:creationId xmlns:a16="http://schemas.microsoft.com/office/drawing/2014/main" id="{C07308B3-4B15-FEDD-7C06-31320096A6A9}"/>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6" name="Picture 15">
                <a:extLst>
                  <a:ext uri="{FF2B5EF4-FFF2-40B4-BE49-F238E27FC236}">
                    <a16:creationId xmlns:a16="http://schemas.microsoft.com/office/drawing/2014/main" id="{A241DD2F-1F9D-EDA2-F587-9D6BC140D2CB}"/>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7" name="Picture 16">
                <a:extLst>
                  <a:ext uri="{FF2B5EF4-FFF2-40B4-BE49-F238E27FC236}">
                    <a16:creationId xmlns:a16="http://schemas.microsoft.com/office/drawing/2014/main" id="{5131D9F5-4E38-96AE-6C1F-594C60B17635}"/>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8" name="Picture 17">
                <a:extLst>
                  <a:ext uri="{FF2B5EF4-FFF2-40B4-BE49-F238E27FC236}">
                    <a16:creationId xmlns:a16="http://schemas.microsoft.com/office/drawing/2014/main" id="{B5413768-80FB-36BD-C014-2E39B3DC5C87}"/>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DABCB7B-6D55-0CD3-673B-28C9F565B72F}"/>
              </a:ext>
              <a:ext uri="{C183D7F6-B498-43B3-948B-1728B52AA6E4}">
                <adec:decorative xmlns:adec="http://schemas.microsoft.com/office/drawing/2017/decorative" val="1"/>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Du kannst die Lösungen auf der nächsten Seite zum Vergleich anschauen und auf dieser Seite weitere Notizen machen.</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1803E58C-A4B9-4FFB-8F03-7AF1366F282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3" name="Group 12">
            <a:extLst>
              <a:ext uri="{FF2B5EF4-FFF2-40B4-BE49-F238E27FC236}">
                <a16:creationId xmlns:a16="http://schemas.microsoft.com/office/drawing/2014/main" id="{AB28F4D9-23FF-F1B4-A21C-1DF2E4C9425C}"/>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4" name="Picture 13">
              <a:extLst>
                <a:ext uri="{FF2B5EF4-FFF2-40B4-BE49-F238E27FC236}">
                  <a16:creationId xmlns:a16="http://schemas.microsoft.com/office/drawing/2014/main" id="{870D759E-8CA3-372D-4C8A-7FEDBF33D80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5" name="Group 14">
              <a:extLst>
                <a:ext uri="{FF2B5EF4-FFF2-40B4-BE49-F238E27FC236}">
                  <a16:creationId xmlns:a16="http://schemas.microsoft.com/office/drawing/2014/main" id="{9C207CC8-71DE-FA25-36FF-A4365BADD2F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6" name="Picture 15">
                <a:extLst>
                  <a:ext uri="{FF2B5EF4-FFF2-40B4-BE49-F238E27FC236}">
                    <a16:creationId xmlns:a16="http://schemas.microsoft.com/office/drawing/2014/main" id="{EC28EF58-3EE8-5456-5049-B7FB4945996B}"/>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7" name="Picture 16">
                <a:extLst>
                  <a:ext uri="{FF2B5EF4-FFF2-40B4-BE49-F238E27FC236}">
                    <a16:creationId xmlns:a16="http://schemas.microsoft.com/office/drawing/2014/main" id="{0AA964AB-2A4A-0985-E926-0A696664E192}"/>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8" name="Picture 17">
                <a:extLst>
                  <a:ext uri="{FF2B5EF4-FFF2-40B4-BE49-F238E27FC236}">
                    <a16:creationId xmlns:a16="http://schemas.microsoft.com/office/drawing/2014/main" id="{C7F85D7E-480C-3F68-8A39-31F42FC906D9}"/>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2044169" cy="307777"/>
          </a:xfrm>
          <a:prstGeom prst="rect">
            <a:avLst/>
          </a:prstGeom>
          <a:noFill/>
        </p:spPr>
        <p:txBody>
          <a:bodyPr wrap="square">
            <a:spAutoFit/>
          </a:bodyPr>
          <a:lstStyle/>
          <a:p>
            <a:r>
              <a:rPr lang="de-DE" sz="1400" b="1" dirty="0">
                <a:latin typeface="Pangolin" panose="00000500000000000000" pitchFamily="2" charset="0"/>
              </a:rPr>
              <a:t>HERZFREQUENZ</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2538627" cy="307777"/>
          </a:xfrm>
          <a:prstGeom prst="rect">
            <a:avLst/>
          </a:prstGeom>
          <a:noFill/>
        </p:spPr>
        <p:txBody>
          <a:bodyPr wrap="square">
            <a:spAutoFit/>
          </a:bodyPr>
          <a:lstStyle/>
          <a:p>
            <a:r>
              <a:rPr lang="de-DE" sz="1400" b="1" dirty="0">
                <a:latin typeface="Pangolin" panose="00000500000000000000" pitchFamily="2" charset="0"/>
              </a:rPr>
              <a:t>HÄUFIGSTE NUTZUNGSZEIT</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STERNEBEWERTUNG</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a:latin typeface="Pangolin" panose="00000500000000000000" pitchFamily="2" charset="0"/>
              </a:rPr>
              <a:t>Berechnung des MITTELWERTS:</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a:latin typeface="Pangolin" panose="00000500000000000000" pitchFamily="2" charset="0"/>
              </a:rPr>
              <a:t>Berechnung des MITTELWERTS:</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Nutzer*innen</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a:latin typeface="Pangolin" panose="00000500000000000000" pitchFamily="2" charset="0"/>
              </a:rPr>
              <a:t>Berechnung des MEDIANS:</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a:latin typeface="Pangolin" panose="00000500000000000000" pitchFamily="2" charset="0"/>
              </a:rPr>
              <a:t>Berechnung des MODUS:</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de-DE" sz="1000" dirty="0">
                <a:latin typeface="Pangolin" panose="00000500000000000000" pitchFamily="2" charset="0"/>
              </a:rPr>
              <a:t>Jeder Wert kommt nur ein Mal vor - </a:t>
            </a:r>
            <a:r>
              <a:rPr lang="de-DE" sz="1000" dirty="0">
                <a:highlight>
                  <a:srgbClr val="C0C0C0"/>
                </a:highlight>
                <a:latin typeface="Pangolin" panose="00000500000000000000" pitchFamily="2" charset="0"/>
              </a:rPr>
              <a:t>es gibt also keinen Modus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507831"/>
          </a:xfrm>
          <a:prstGeom prst="rect">
            <a:avLst/>
          </a:prstGeom>
          <a:noFill/>
        </p:spPr>
        <p:txBody>
          <a:bodyPr wrap="square">
            <a:spAutoFit/>
          </a:bodyPr>
          <a:lstStyle/>
          <a:p>
            <a:r>
              <a:rPr lang="de-DE" sz="900" dirty="0">
                <a:latin typeface="Pangolin" panose="00000500000000000000" pitchFamily="2" charset="0"/>
              </a:rPr>
              <a:t>Wenn es zwei mittlere Werte gibt, dann berechnet sich der Median aus dem Mittelwert der beiden Werte:</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a:latin typeface="Pangolin" panose="00000500000000000000" pitchFamily="2" charset="0"/>
              </a:rPr>
              <a:t>Berechnung des MEDIANS:</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396793" y="4663711"/>
            <a:ext cx="2119742" cy="507831"/>
          </a:xfrm>
          <a:prstGeom prst="rect">
            <a:avLst/>
          </a:prstGeom>
          <a:noFill/>
        </p:spPr>
        <p:txBody>
          <a:bodyPr wrap="square">
            <a:spAutoFit/>
          </a:bodyPr>
          <a:lstStyle/>
          <a:p>
            <a:r>
              <a:rPr lang="de-DE" sz="900" dirty="0">
                <a:solidFill>
                  <a:schemeClr val="tx1">
                    <a:lumMod val="50000"/>
                    <a:lumOff val="50000"/>
                  </a:schemeClr>
                </a:solidFill>
                <a:latin typeface="Pangolin" panose="00000500000000000000" pitchFamily="2" charset="0"/>
              </a:rPr>
              <a:t>Nutzungszeit ist kein quantitativer Wert - daher macht die Berechnung von Mittelwert und Median keinen Sinn!</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a:latin typeface="Pangolin" panose="00000500000000000000" pitchFamily="2" charset="0"/>
              </a:rPr>
              <a:t>Berechnung des MODUS:</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Modi:</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dirty="0">
                <a:latin typeface="Pangolin" panose="00000500000000000000" pitchFamily="2" charset="0"/>
              </a:rPr>
              <a:t>Berechnung des MITTELWERTS:</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999961"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a:latin typeface="Pangolin" panose="00000500000000000000" pitchFamily="2" charset="0"/>
              </a:rPr>
              <a:t>Berechnung des MEDIANS:</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2" y="9161722"/>
            <a:ext cx="908522"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err="1">
                <a:solidFill>
                  <a:schemeClr val="tx1"/>
                </a:solidFill>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a:latin typeface="Pangolin" panose="00000500000000000000" pitchFamily="2" charset="0"/>
              </a:rPr>
              <a:t>Berechnung des MODUS:</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de-DE" sz="1000" dirty="0">
                <a:latin typeface="Pangolin" panose="00000500000000000000" pitchFamily="2" charset="0"/>
              </a:rPr>
              <a:t>Wenn die Verteilung der Werte symmetrisch, ohne Verzerrungen, ist, dann sind Mittelwert und Median gleich.</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de-DE" sz="1000" dirty="0">
                <a:latin typeface="Pangolin" panose="00000500000000000000" pitchFamily="2" charset="0"/>
              </a:rPr>
              <a:t>Der Modus ist nicht nur für multimodale Verteilungen geeignet, sondern auch für ordinale und kategorische Daten.</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83065"/>
            <a:ext cx="2044169" cy="553998"/>
          </a:xfrm>
          <a:prstGeom prst="rect">
            <a:avLst/>
          </a:prstGeom>
          <a:noFill/>
        </p:spPr>
        <p:txBody>
          <a:bodyPr wrap="square">
            <a:spAutoFit/>
          </a:bodyPr>
          <a:lstStyle/>
          <a:p>
            <a:pPr algn="ctr"/>
            <a:r>
              <a:rPr lang="de-DE" sz="1000" dirty="0">
                <a:latin typeface="Pangolin" panose="00000500000000000000" pitchFamily="2" charset="0"/>
              </a:rPr>
              <a:t>Für Datensätze mit einer verzerrten Verteilung ist der Median ein besseres </a:t>
            </a:r>
            <a:r>
              <a:rPr lang="de-DE" sz="1000" dirty="0" err="1">
                <a:latin typeface="Pangolin" panose="00000500000000000000" pitchFamily="2" charset="0"/>
              </a:rPr>
              <a:t>Lagemaß</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2" name="Group 31">
            <a:extLst>
              <a:ext uri="{FF2B5EF4-FFF2-40B4-BE49-F238E27FC236}">
                <a16:creationId xmlns:a16="http://schemas.microsoft.com/office/drawing/2014/main" id="{5050989F-9FA7-C828-D004-4898C0067CE1}"/>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33" name="Picture 32">
              <a:extLst>
                <a:ext uri="{FF2B5EF4-FFF2-40B4-BE49-F238E27FC236}">
                  <a16:creationId xmlns:a16="http://schemas.microsoft.com/office/drawing/2014/main" id="{3A7903B4-0B8F-39E5-2998-AFB365D911CD}"/>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50" name="Group 49">
              <a:extLst>
                <a:ext uri="{FF2B5EF4-FFF2-40B4-BE49-F238E27FC236}">
                  <a16:creationId xmlns:a16="http://schemas.microsoft.com/office/drawing/2014/main" id="{18A9C22A-ADAE-C100-4612-373D36B00C0A}"/>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66" name="Picture 65">
                <a:extLst>
                  <a:ext uri="{FF2B5EF4-FFF2-40B4-BE49-F238E27FC236}">
                    <a16:creationId xmlns:a16="http://schemas.microsoft.com/office/drawing/2014/main" id="{785EB737-74F7-B9ED-E003-80B706B0ACC1}"/>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72" name="Picture 71">
                <a:extLst>
                  <a:ext uri="{FF2B5EF4-FFF2-40B4-BE49-F238E27FC236}">
                    <a16:creationId xmlns:a16="http://schemas.microsoft.com/office/drawing/2014/main" id="{237FFD6D-809C-F53B-D136-170035AFCAD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2" name="Picture 101">
                <a:extLst>
                  <a:ext uri="{FF2B5EF4-FFF2-40B4-BE49-F238E27FC236}">
                    <a16:creationId xmlns:a16="http://schemas.microsoft.com/office/drawing/2014/main" id="{D895292A-D676-C1CF-9402-29B362C4C9F3}"/>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4527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7360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80793" y="4405159"/>
            <a:ext cx="2252612" cy="400110"/>
          </a:xfrm>
          <a:prstGeom prst="rect">
            <a:avLst/>
          </a:prstGeom>
          <a:noFill/>
        </p:spPr>
        <p:txBody>
          <a:bodyPr wrap="square">
            <a:spAutoFit/>
          </a:bodyPr>
          <a:lstStyle/>
          <a:p>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1902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+ 227 weitere Einträge</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2958" y="3900724"/>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4533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7907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0677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045579"/>
            <a:ext cx="121539" cy="89108"/>
          </a:xfrm>
          <a:prstGeom prst="rect">
            <a:avLst/>
          </a:prstGeom>
        </p:spPr>
      </p:pic>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1571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1571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1571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65597" y="565259"/>
            <a:ext cx="1956829" cy="1169551"/>
          </a:xfrm>
          <a:prstGeom prst="rect">
            <a:avLst/>
          </a:prstGeom>
          <a:noFill/>
        </p:spPr>
        <p:txBody>
          <a:bodyPr wrap="square">
            <a:spAutoFit/>
          </a:bodyPr>
          <a:lstStyle/>
          <a:p>
            <a:pPr algn="ctr"/>
            <a:r>
              <a:rPr lang="de-DE" sz="1000" dirty="0">
                <a:latin typeface="Pangolin" panose="00000500000000000000" pitchFamily="2" charset="0"/>
              </a:rPr>
              <a:t>Mit Programmiersprachen wie </a:t>
            </a:r>
            <a:r>
              <a:rPr lang="de-DE" sz="1000" b="1" dirty="0">
                <a:highlight>
                  <a:srgbClr val="C0C0C0"/>
                </a:highlight>
                <a:latin typeface="Pangolin" panose="00000500000000000000" pitchFamily="2" charset="0"/>
              </a:rPr>
              <a:t>R</a:t>
            </a:r>
            <a:r>
              <a:rPr lang="de-DE" sz="1000" dirty="0">
                <a:latin typeface="Pangolin" panose="00000500000000000000" pitchFamily="2" charset="0"/>
              </a:rPr>
              <a:t> kannst du </a:t>
            </a:r>
            <a:r>
              <a:rPr lang="de-DE" sz="1000" dirty="0" err="1">
                <a:latin typeface="Pangolin" panose="00000500000000000000" pitchFamily="2" charset="0"/>
              </a:rPr>
              <a:t>Lagemaße</a:t>
            </a:r>
            <a:r>
              <a:rPr lang="de-DE" sz="1000" dirty="0">
                <a:latin typeface="Pangolin" panose="00000500000000000000" pitchFamily="2" charset="0"/>
              </a:rPr>
              <a:t> für Attribute in großen </a:t>
            </a:r>
            <a:r>
              <a:rPr lang="de-DE" sz="1000" dirty="0" err="1">
                <a:latin typeface="Pangolin" panose="00000500000000000000" pitchFamily="2" charset="0"/>
              </a:rPr>
              <a:t>Datansetz</a:t>
            </a:r>
            <a:r>
              <a:rPr lang="de-DE" sz="1000" dirty="0">
                <a:latin typeface="Pangolin" panose="00000500000000000000" pitchFamily="2" charset="0"/>
              </a:rPr>
              <a:t> berechnen. Mit </a:t>
            </a:r>
            <a:r>
              <a:rPr lang="de-DE" sz="1000" dirty="0" err="1">
                <a:latin typeface="Pangolin" panose="00000500000000000000" pitchFamily="2" charset="0"/>
              </a:rPr>
              <a:t>libraries</a:t>
            </a:r>
            <a:r>
              <a:rPr lang="de-DE" sz="1000" dirty="0">
                <a:latin typeface="Pangolin" panose="00000500000000000000" pitchFamily="2" charset="0"/>
              </a:rPr>
              <a:t> für R, wie etwa </a:t>
            </a:r>
            <a:r>
              <a:rPr lang="de-DE" sz="1000" b="1" dirty="0" err="1">
                <a:highlight>
                  <a:srgbClr val="C0C0C0"/>
                </a:highlight>
                <a:latin typeface="Pangolin" panose="00000500000000000000" pitchFamily="2" charset="0"/>
              </a:rPr>
              <a:t>tidyverse</a:t>
            </a:r>
            <a:r>
              <a:rPr lang="de-DE" sz="1000" dirty="0">
                <a:latin typeface="Pangolin" panose="00000500000000000000" pitchFamily="2" charset="0"/>
              </a:rPr>
              <a:t>, kannst du die Verteilung der Daten schnell visualisieren.</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622410" y="525681"/>
            <a:ext cx="1956829" cy="1169551"/>
          </a:xfrm>
          <a:prstGeom prst="rect">
            <a:avLst/>
          </a:prstGeom>
          <a:noFill/>
        </p:spPr>
        <p:txBody>
          <a:bodyPr wrap="square">
            <a:spAutoFit/>
          </a:bodyPr>
          <a:lstStyle/>
          <a:p>
            <a:pPr algn="ctr"/>
            <a:r>
              <a:rPr lang="de-DE" sz="1000" dirty="0">
                <a:latin typeface="Pangolin" panose="00000500000000000000" pitchFamily="2" charset="0"/>
              </a:rPr>
              <a:t>In </a:t>
            </a:r>
            <a:r>
              <a:rPr lang="de-DE" sz="1000" dirty="0" err="1">
                <a:latin typeface="Pangolin" panose="00000500000000000000" pitchFamily="2" charset="0"/>
              </a:rPr>
              <a:t>tidyverse</a:t>
            </a:r>
            <a:r>
              <a:rPr lang="de-DE" sz="1000" dirty="0">
                <a:latin typeface="Pangolin" panose="00000500000000000000" pitchFamily="2" charset="0"/>
              </a:rPr>
              <a:t> hast du Zugriff auf Datensätze wie </a:t>
            </a:r>
            <a:r>
              <a:rPr lang="de-DE" sz="1000" b="1" dirty="0" err="1">
                <a:highlight>
                  <a:srgbClr val="C0C0C0"/>
                </a:highlight>
                <a:latin typeface="Pangolin" panose="00000500000000000000" pitchFamily="2" charset="0"/>
              </a:rPr>
              <a:t>mpg</a:t>
            </a:r>
            <a:r>
              <a:rPr lang="en-GB" sz="1000" dirty="0">
                <a:latin typeface="Pangolin" panose="00000500000000000000" pitchFamily="2" charset="0"/>
              </a:rPr>
              <a:t> </a:t>
            </a:r>
            <a:r>
              <a:rPr lang="en-GB" sz="1000" dirty="0" err="1">
                <a:latin typeface="Pangolin" panose="00000500000000000000" pitchFamily="2" charset="0"/>
              </a:rPr>
              <a:t>mit</a:t>
            </a:r>
            <a:r>
              <a:rPr lang="en-GB" sz="1000" dirty="0">
                <a:latin typeface="Pangolin" panose="00000500000000000000" pitchFamily="2" charset="0"/>
              </a:rPr>
              <a:t> </a:t>
            </a:r>
            <a:r>
              <a:rPr lang="en-GB" sz="1000" dirty="0" err="1">
                <a:latin typeface="Pangolin" panose="00000500000000000000" pitchFamily="2" charset="0"/>
              </a:rPr>
              <a:t>Kraftstoffverbrauchsdaten</a:t>
            </a:r>
            <a:r>
              <a:rPr lang="en-GB" sz="1000" dirty="0">
                <a:latin typeface="Pangolin" panose="00000500000000000000" pitchFamily="2" charset="0"/>
              </a:rPr>
              <a:t>. Darin </a:t>
            </a:r>
            <a:r>
              <a:rPr lang="en-GB" sz="1000" dirty="0" err="1">
                <a:latin typeface="Pangolin" panose="00000500000000000000" pitchFamily="2" charset="0"/>
              </a:rPr>
              <a:t>finden</a:t>
            </a:r>
            <a:r>
              <a:rPr lang="en-GB" sz="1000" dirty="0">
                <a:latin typeface="Pangolin" panose="00000500000000000000" pitchFamily="2" charset="0"/>
              </a:rPr>
              <a:t> </a:t>
            </a:r>
            <a:r>
              <a:rPr lang="en-GB" sz="1000" dirty="0" err="1">
                <a:latin typeface="Pangolin" panose="00000500000000000000" pitchFamily="2" charset="0"/>
              </a:rPr>
              <a:t>sich</a:t>
            </a:r>
            <a:r>
              <a:rPr lang="en-GB" sz="1000" dirty="0">
                <a:latin typeface="Pangolin" panose="00000500000000000000" pitchFamily="2" charset="0"/>
              </a:rPr>
              <a:t> 11 Attribute, </a:t>
            </a:r>
            <a:r>
              <a:rPr lang="en-GB" sz="1000" dirty="0" err="1">
                <a:latin typeface="Pangolin" panose="00000500000000000000" pitchFamily="2" charset="0"/>
              </a:rPr>
              <a:t>wie</a:t>
            </a:r>
            <a:r>
              <a:rPr lang="en-GB" sz="1000" dirty="0">
                <a:latin typeface="Pangolin" panose="00000500000000000000" pitchFamily="2" charset="0"/>
              </a:rPr>
              <a:t> </a:t>
            </a:r>
            <a:r>
              <a:rPr lang="en-GB" sz="1000" dirty="0" err="1">
                <a:latin typeface="Pangolin" panose="00000500000000000000" pitchFamily="2" charset="0"/>
              </a:rPr>
              <a:t>Automodell</a:t>
            </a:r>
            <a:r>
              <a:rPr lang="en-GB" sz="1000" dirty="0">
                <a:latin typeface="Pangolin" panose="00000500000000000000" pitchFamily="2" charset="0"/>
              </a:rPr>
              <a:t>, </a:t>
            </a:r>
            <a:r>
              <a:rPr lang="en-GB" sz="1000" dirty="0" err="1">
                <a:latin typeface="Pangolin" panose="00000500000000000000" pitchFamily="2" charset="0"/>
              </a:rPr>
              <a:t>Herstellungsjahr</a:t>
            </a:r>
            <a:r>
              <a:rPr lang="en-GB" sz="1000" dirty="0">
                <a:latin typeface="Pangolin" panose="00000500000000000000" pitchFamily="2" charset="0"/>
              </a:rPr>
              <a:t> und </a:t>
            </a:r>
            <a:r>
              <a:rPr lang="en-GB" sz="1000" dirty="0" err="1">
                <a:latin typeface="Pangolin" panose="00000500000000000000" pitchFamily="2" charset="0"/>
              </a:rPr>
              <a:t>Kraftstoffverbrauch</a:t>
            </a:r>
            <a:r>
              <a:rPr lang="en-GB" sz="1000" dirty="0">
                <a:latin typeface="Pangolin" panose="00000500000000000000" pitchFamily="2" charset="0"/>
              </a:rPr>
              <a:t> pro </a:t>
            </a:r>
            <a:r>
              <a:rPr lang="en-GB" sz="1000" dirty="0" err="1">
                <a:latin typeface="Pangolin" panose="00000500000000000000" pitchFamily="2" charset="0"/>
              </a:rPr>
              <a:t>Meile</a:t>
            </a:r>
            <a:r>
              <a:rPr lang="en-GB" sz="1000" dirty="0">
                <a:latin typeface="Pangolin" panose="00000500000000000000" pitchFamily="2" charset="0"/>
              </a:rPr>
              <a:t> auf der Autobahn (</a:t>
            </a:r>
            <a:r>
              <a:rPr lang="en-GB" sz="1000" dirty="0" err="1">
                <a:latin typeface="Pangolin" panose="00000500000000000000" pitchFamily="2" charset="0"/>
              </a:rPr>
              <a:t>hwy</a:t>
            </a:r>
            <a:r>
              <a:rPr lang="en-GB"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85875"/>
            <a:ext cx="6223328" cy="400110"/>
          </a:xfrm>
          <a:prstGeom prst="rect">
            <a:avLst/>
          </a:prstGeom>
          <a:noFill/>
        </p:spPr>
        <p:txBody>
          <a:bodyPr wrap="square">
            <a:spAutoFit/>
          </a:bodyPr>
          <a:lstStyle/>
          <a:p>
            <a:pPr algn="ctr"/>
            <a:r>
              <a:rPr lang="de-DE" sz="1000" dirty="0">
                <a:latin typeface="Pangolin" panose="00000500000000000000" pitchFamily="2" charset="0"/>
              </a:rPr>
              <a:t>Die Wertverteilung beim Kraftstoffverbrauch (</a:t>
            </a:r>
            <a:r>
              <a:rPr lang="de-DE" sz="1000" dirty="0" err="1">
                <a:latin typeface="Pangolin" panose="00000500000000000000" pitchFamily="2" charset="0"/>
              </a:rPr>
              <a:t>hwy</a:t>
            </a:r>
            <a:r>
              <a:rPr lang="de-DE" sz="1000" dirty="0">
                <a:latin typeface="Pangolin" panose="00000500000000000000" pitchFamily="2" charset="0"/>
              </a:rPr>
              <a:t>) kannst du mit </a:t>
            </a:r>
            <a:r>
              <a:rPr lang="de-DE" sz="1000" b="1" dirty="0" err="1">
                <a:highlight>
                  <a:srgbClr val="C0C0C0"/>
                </a:highlight>
                <a:latin typeface="Pangolin" panose="00000500000000000000" pitchFamily="2" charset="0"/>
              </a:rPr>
              <a:t>ggplot</a:t>
            </a:r>
            <a:r>
              <a:rPr lang="de-DE" sz="1000" dirty="0">
                <a:latin typeface="Pangolin" panose="00000500000000000000" pitchFamily="2" charset="0"/>
              </a:rPr>
              <a:t>, das in </a:t>
            </a:r>
            <a:r>
              <a:rPr lang="de-DE" sz="1000" dirty="0" err="1">
                <a:latin typeface="Pangolin" panose="00000500000000000000" pitchFamily="2" charset="0"/>
              </a:rPr>
              <a:t>tidyverse</a:t>
            </a:r>
            <a:r>
              <a:rPr lang="de-DE" sz="1000" dirty="0">
                <a:latin typeface="Pangolin" panose="00000500000000000000" pitchFamily="2" charset="0"/>
              </a:rPr>
              <a:t> enthalten ist, in Form eines Histogramms, einer Dichtekurve, oder beidem visualisieren.</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735066"/>
            <a:ext cx="1899726" cy="1169551"/>
          </a:xfrm>
          <a:prstGeom prst="rect">
            <a:avLst/>
          </a:prstGeom>
          <a:noFill/>
        </p:spPr>
        <p:txBody>
          <a:bodyPr wrap="square">
            <a:spAutoFit/>
          </a:bodyPr>
          <a:lstStyle/>
          <a:p>
            <a:pPr algn="ctr"/>
            <a:r>
              <a:rPr lang="de-DE" sz="1000" dirty="0">
                <a:latin typeface="Pangolin" panose="00000500000000000000" pitchFamily="2" charset="0"/>
              </a:rPr>
              <a:t>R hat native Funktionen, um Mittelwert und Median zu berechnen. Für den Modus kannst du dir deine eigene Funktion schreiben, oder die Most </a:t>
            </a:r>
            <a:r>
              <a:rPr lang="de-DE" sz="1000" dirty="0" err="1">
                <a:latin typeface="Pangolin" panose="00000500000000000000" pitchFamily="2" charset="0"/>
              </a:rPr>
              <a:t>Likely</a:t>
            </a:r>
            <a:r>
              <a:rPr lang="de-DE" sz="1000" dirty="0">
                <a:latin typeface="Pangolin" panose="00000500000000000000" pitchFamily="2" charset="0"/>
              </a:rPr>
              <a:t> Values (mlv) aus der Library </a:t>
            </a:r>
            <a:r>
              <a:rPr lang="de-DE" sz="1000" dirty="0" err="1">
                <a:latin typeface="Pangolin" panose="00000500000000000000" pitchFamily="2" charset="0"/>
              </a:rPr>
              <a:t>modeest</a:t>
            </a:r>
            <a:r>
              <a:rPr lang="de-DE" sz="1000" dirty="0">
                <a:latin typeface="Pangolin" panose="00000500000000000000" pitchFamily="2" charset="0"/>
              </a:rPr>
              <a:t> verwenden.</a:t>
            </a:r>
            <a:endParaRPr lang="de-AT" sz="1000" dirty="0">
              <a:solidFill>
                <a:schemeClr val="tx1"/>
              </a:solidFill>
              <a:latin typeface="Pangolin" panose="00000500000000000000" pitchFamily="2" charset="0"/>
            </a:endParaRPr>
          </a:p>
        </p:txBody>
      </p:sp>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7" name="Group 16">
            <a:extLst>
              <a:ext uri="{FF2B5EF4-FFF2-40B4-BE49-F238E27FC236}">
                <a16:creationId xmlns:a16="http://schemas.microsoft.com/office/drawing/2014/main" id="{790FD4AC-4E74-F9C2-8851-9664BA42CA1A}"/>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8" name="Picture 17">
              <a:extLst>
                <a:ext uri="{FF2B5EF4-FFF2-40B4-BE49-F238E27FC236}">
                  <a16:creationId xmlns:a16="http://schemas.microsoft.com/office/drawing/2014/main" id="{676A21DE-3D80-3921-F21E-9ADEEC7F643D}"/>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9" name="Group 18">
              <a:extLst>
                <a:ext uri="{FF2B5EF4-FFF2-40B4-BE49-F238E27FC236}">
                  <a16:creationId xmlns:a16="http://schemas.microsoft.com/office/drawing/2014/main" id="{9F1E4473-C3C7-48B1-BA0E-762E09ABD220}"/>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0" name="Picture 19">
                <a:extLst>
                  <a:ext uri="{FF2B5EF4-FFF2-40B4-BE49-F238E27FC236}">
                    <a16:creationId xmlns:a16="http://schemas.microsoft.com/office/drawing/2014/main" id="{756F3102-1C8E-6A1C-AE33-F1D5CE5B4025}"/>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21" name="Picture 20">
                <a:extLst>
                  <a:ext uri="{FF2B5EF4-FFF2-40B4-BE49-F238E27FC236}">
                    <a16:creationId xmlns:a16="http://schemas.microsoft.com/office/drawing/2014/main" id="{69C40F9B-1EA7-C59E-7B52-F14BA1793F5E}"/>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22" name="Picture 21">
                <a:extLst>
                  <a:ext uri="{FF2B5EF4-FFF2-40B4-BE49-F238E27FC236}">
                    <a16:creationId xmlns:a16="http://schemas.microsoft.com/office/drawing/2014/main" id="{0B7919F5-FD84-17F2-C3B5-5D7372B2FA4B}"/>
                  </a:ext>
                </a:extLst>
              </p:cNvPr>
              <p:cNvPicPr>
                <a:picLocks noChangeAspect="1"/>
              </p:cNvPicPr>
              <p:nvPr/>
            </p:nvPicPr>
            <p:blipFill>
              <a:blip r:embed="rId1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418BB7F-C900-BA23-674B-51208FF02511}"/>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Quellen:</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Downey, A. (2014). Think stats: exploratory data analysis. O'Reilly Media, Inc.</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Field, A. (2022). An adventure in statistics: The reality enigma. Sage. </a:t>
            </a:r>
            <a:endParaRPr lang="de-AT" sz="1100" dirty="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0BC1CF79-409D-6F06-B294-7B5402711524}"/>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solidFill>
                  <a:srgbClr val="333333"/>
                </a:solidFill>
                <a:latin typeface="Source Sans Pro"/>
                <a:ea typeface="Source Sans Pro"/>
                <a:cs typeface="+mn-cs"/>
              </a:rPr>
              <a:t>Wie man dieses Dokument zitiert:</a:t>
            </a:r>
            <a:br>
              <a:rPr lang="de-DE" sz="1100" b="1" dirty="0">
                <a:solidFill>
                  <a:srgbClr val="333333"/>
                </a:solidFill>
                <a:latin typeface="Source Sans Pro"/>
                <a:ea typeface="Source Sans Pro"/>
                <a:cs typeface="+mn-cs"/>
              </a:rPr>
            </a:br>
            <a:br>
              <a:rPr lang="de-DE" sz="1100" dirty="0">
                <a:solidFill>
                  <a:srgbClr val="333333"/>
                </a:solidFill>
                <a:latin typeface="Source Sans Pro"/>
                <a:ea typeface="Source Sans Pro"/>
                <a:cs typeface="+mn-cs"/>
              </a:rPr>
            </a:br>
            <a:r>
              <a:rPr lang="de-DE" sz="1100" i="1" dirty="0">
                <a:latin typeface="Segoe UI" panose="020B0502040204020203" pitchFamily="34" charset="0"/>
                <a:cs typeface="Segoe UI" panose="020B0502040204020203" pitchFamily="34" charset="0"/>
              </a:rPr>
              <a:t>De-Jesus-Oliveira, V.-A., Boucher, M., Boucher, A., Wu, H.-Y., &amp; Stoiber, C. (2025). Lagemaße. University of Applied Sciences St. Pölten (USTP). https://www.comixplain.cc</a:t>
            </a:r>
            <a:br>
              <a:rPr lang="de-DE" sz="1100" dirty="0">
                <a:solidFill>
                  <a:srgbClr val="333333"/>
                </a:solidFill>
                <a:latin typeface="Source Sans Pro"/>
                <a:ea typeface="Source Sans Pro"/>
                <a:cs typeface="+mn-cs"/>
              </a:rPr>
            </a:br>
            <a:br>
              <a:rPr lang="de-DE" sz="1100" b="1" dirty="0">
                <a:solidFill>
                  <a:srgbClr val="333333"/>
                </a:solidFill>
                <a:latin typeface="Source Sans Pro"/>
                <a:ea typeface="Source Sans Pro"/>
                <a:cs typeface="+mn-cs"/>
              </a:rPr>
            </a:br>
            <a:r>
              <a:rPr lang="de-DE" sz="1100" b="1" dirty="0">
                <a:solidFill>
                  <a:srgbClr val="333333"/>
                </a:solidFill>
                <a:latin typeface="Source Sans Pro"/>
                <a:ea typeface="Source Sans Pro"/>
                <a:cs typeface="+mn-cs"/>
              </a:rPr>
              <a:t>Dieser Comic wurde adaptiert von:</a:t>
            </a:r>
            <a:br>
              <a:rPr lang="de-DE" sz="1100" dirty="0">
                <a:solidFill>
                  <a:srgbClr val="333333"/>
                </a:solidFill>
                <a:latin typeface="Source Sans Pro"/>
                <a:ea typeface="Source Sans Pro"/>
                <a:cs typeface="+mn-cs"/>
              </a:rPr>
            </a:br>
            <a:br>
              <a:rPr lang="de-DE" sz="1100" dirty="0">
                <a:solidFill>
                  <a:srgbClr val="333333"/>
                </a:solidFill>
                <a:latin typeface="Source Sans Pro"/>
                <a:ea typeface="Source Sans Pro"/>
                <a:cs typeface="+mn-cs"/>
              </a:rPr>
            </a:br>
            <a:r>
              <a:rPr kumimoji="0" lang="de-DE" sz="1100" b="0" i="0" u="none" strike="noStrike" kern="1200" cap="none" spc="0" normalizeH="0" baseline="0" noProof="0" dirty="0">
                <a:ln>
                  <a:noFill/>
                </a:ln>
                <a:solidFill>
                  <a:srgbClr val="333333"/>
                </a:solidFill>
                <a:effectLst/>
                <a:uLnTx/>
                <a:uFillTx/>
                <a:latin typeface="Source Sans Pro"/>
                <a:ea typeface="Source Sans Pro"/>
                <a:cs typeface="+mn-cs"/>
              </a:rPr>
              <a:t>Lagemaße ©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ource Sans Pro"/>
              <a:ea typeface="Source Sans Pro"/>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8339381A-4F0B-42FA-A5FD-76CC81B7D2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A4C1447-3C1F-45A8-A213-56C966138D6C}">
  <ds:schemaRefs>
    <ds:schemaRef ds:uri="http://purl.org/dc/dcmitype/"/>
    <ds:schemaRef ds:uri="http://purl.org/dc/terms/"/>
    <ds:schemaRef ds:uri="http://schemas.microsoft.com/office/infopath/2007/PartnerControls"/>
    <ds:schemaRef ds:uri="http://purl.org/dc/elements/1.1/"/>
    <ds:schemaRef ds:uri="http://schemas.microsoft.com/office/2006/documentManagement/types"/>
    <ds:schemaRef ds:uri="da1b7603-f8b8-47c9-9682-dc6aa8e9acd7"/>
    <ds:schemaRef ds:uri="http://schemas.openxmlformats.org/package/2006/metadata/core-properties"/>
    <ds:schemaRef ds:uri="94bcf745-830c-42f4-885c-a1d7342e6e36"/>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28</TotalTime>
  <Words>1766</Words>
  <Application>Microsoft Office PowerPoint</Application>
  <PresentationFormat>A4 Paper (210x297 mm)</PresentationFormat>
  <Paragraphs>288</Paragraphs>
  <Slides>11</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Calibri</vt:lpstr>
      <vt:lpstr>Segoe UI</vt:lpstr>
      <vt:lpstr>Arial</vt:lpstr>
      <vt:lpstr>Source Sans Pro</vt:lpstr>
      <vt:lpstr>Pangolin</vt:lpstr>
      <vt:lpstr>Calibri Light</vt:lpstr>
      <vt:lpstr>Office</vt:lpstr>
      <vt:lpstr>Lagemaße</vt:lpstr>
      <vt:lpstr>PowerPoint Presentation</vt:lpstr>
      <vt:lpstr>PowerPoint Presentation</vt:lpstr>
      <vt:lpstr>2</vt:lpstr>
      <vt:lpstr>3</vt:lpstr>
      <vt:lpstr>4</vt:lpstr>
      <vt:lpstr>5</vt:lpstr>
      <vt:lpstr>6</vt:lpstr>
      <vt:lpstr>7</vt:lpstr>
      <vt:lpstr>8</vt:lpstr>
      <vt:lpstr>Wie man dieses Dokument zitiert:  De-Jesus-Oliveira, V.-A., Boucher, M., Boucher, A., Wu, H.-Y., &amp; Stoiber, C. (2025). Lagemaße. University of Applied Sciences St. Pölten (USTP). https://www.comixplain.cc  Dieser Comic wurde adaptiert von:  Lagemaße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Lagemaße</dc:title>
  <dc:creator>Boucher Magdalena</dc:creator>
  <cp:lastModifiedBy>de-Jesus-Oliveira Victor-Adriel</cp:lastModifiedBy>
  <cp:revision>80</cp:revision>
  <dcterms:created xsi:type="dcterms:W3CDTF">2022-09-19T11:21:57Z</dcterms:created>
  <dcterms:modified xsi:type="dcterms:W3CDTF">2025-11-09T06:47:55Z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
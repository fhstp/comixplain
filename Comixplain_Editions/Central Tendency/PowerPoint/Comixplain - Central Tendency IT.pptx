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13873B-4945-4EEF-8B08-7806BE98E4B8}" v="31" dt="2025-11-09T06:49:22.6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6374" autoAdjust="0"/>
  </p:normalViewPr>
  <p:slideViewPr>
    <p:cSldViewPr snapToGrid="0">
      <p:cViewPr varScale="1">
        <p:scale>
          <a:sx n="74" d="100"/>
          <a:sy n="74" d="100"/>
        </p:scale>
        <p:origin x="34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49:51.944" v="65" actId="478"/>
      <pc:docMkLst>
        <pc:docMk/>
      </pc:docMkLst>
      <pc:sldChg chg="addSp delSp modSp mod">
        <pc:chgData name="de-Jesus-Oliveira Victor-Adriel" userId="a708fc36-3c1b-42ab-b5e9-2e1fa3c6605e" providerId="ADAL" clId="{39AA12F0-CB51-4D67-A3A6-7C3EC2C345CA}" dt="2025-11-09T06:49:51.944" v="65" actId="478"/>
        <pc:sldMkLst>
          <pc:docMk/>
          <pc:sldMk cId="1310685907" sldId="259"/>
        </pc:sldMkLst>
        <pc:grpChg chg="add del mod ord">
          <ac:chgData name="de-Jesus-Oliveira Victor-Adriel" userId="a708fc36-3c1b-42ab-b5e9-2e1fa3c6605e" providerId="ADAL" clId="{39AA12F0-CB51-4D67-A3A6-7C3EC2C345CA}" dt="2025-11-09T06:49:51.944" v="65" actId="478"/>
          <ac:grpSpMkLst>
            <pc:docMk/>
            <pc:sldMk cId="1310685907" sldId="259"/>
            <ac:grpSpMk id="5" creationId="{9FDC165E-C447-4613-CF7C-6CBA74658400}"/>
          </ac:grpSpMkLst>
        </pc:grpChg>
        <pc:grpChg chg="mod">
          <ac:chgData name="de-Jesus-Oliveira Victor-Adriel" userId="a708fc36-3c1b-42ab-b5e9-2e1fa3c6605e" providerId="ADAL" clId="{39AA12F0-CB51-4D67-A3A6-7C3EC2C345CA}" dt="2025-11-08T14:05:06.470" v="36"/>
          <ac:grpSpMkLst>
            <pc:docMk/>
            <pc:sldMk cId="1310685907" sldId="259"/>
            <ac:grpSpMk id="8" creationId="{C783D53F-7D36-FED0-C7DE-D518A8E2E455}"/>
          </ac:grpSpMkLst>
        </pc:grpChg>
        <pc:grpChg chg="add mod">
          <ac:chgData name="de-Jesus-Oliveira Victor-Adriel" userId="a708fc36-3c1b-42ab-b5e9-2e1fa3c6605e" providerId="ADAL" clId="{39AA12F0-CB51-4D67-A3A6-7C3EC2C345CA}" dt="2025-11-09T06:49:13.597" v="50"/>
          <ac:grpSpMkLst>
            <pc:docMk/>
            <pc:sldMk cId="1310685907" sldId="259"/>
            <ac:grpSpMk id="17" creationId="{C3879070-DA20-4F3E-7E30-9FE93322E466}"/>
          </ac:grpSpMkLst>
        </pc:grpChg>
        <pc:grpChg chg="mod">
          <ac:chgData name="de-Jesus-Oliveira Victor-Adriel" userId="a708fc36-3c1b-42ab-b5e9-2e1fa3c6605e" providerId="ADAL" clId="{39AA12F0-CB51-4D67-A3A6-7C3EC2C345CA}" dt="2025-11-09T06:49:13.597" v="50"/>
          <ac:grpSpMkLst>
            <pc:docMk/>
            <pc:sldMk cId="1310685907" sldId="259"/>
            <ac:grpSpMk id="28" creationId="{FC0E9888-EBA1-96B3-BC54-1E4147F61B57}"/>
          </ac:grpSpMkLst>
        </pc:grpChg>
        <pc:picChg chg="mod">
          <ac:chgData name="de-Jesus-Oliveira Victor-Adriel" userId="a708fc36-3c1b-42ab-b5e9-2e1fa3c6605e" providerId="ADAL" clId="{39AA12F0-CB51-4D67-A3A6-7C3EC2C345CA}" dt="2025-11-08T14:05:06.470" v="36"/>
          <ac:picMkLst>
            <pc:docMk/>
            <pc:sldMk cId="1310685907" sldId="259"/>
            <ac:picMk id="6" creationId="{5E2E3418-214B-493D-5B6B-85277FCE2614}"/>
          </ac:picMkLst>
        </pc:picChg>
        <pc:picChg chg="mod">
          <ac:chgData name="de-Jesus-Oliveira Victor-Adriel" userId="a708fc36-3c1b-42ab-b5e9-2e1fa3c6605e" providerId="ADAL" clId="{39AA12F0-CB51-4D67-A3A6-7C3EC2C345CA}" dt="2025-11-08T14:05:06.470" v="36"/>
          <ac:picMkLst>
            <pc:docMk/>
            <pc:sldMk cId="1310685907" sldId="259"/>
            <ac:picMk id="9" creationId="{1408F868-6CCD-831F-3036-8ECF71F5FDD8}"/>
          </ac:picMkLst>
        </pc:picChg>
        <pc:picChg chg="mod">
          <ac:chgData name="de-Jesus-Oliveira Victor-Adriel" userId="a708fc36-3c1b-42ab-b5e9-2e1fa3c6605e" providerId="ADAL" clId="{39AA12F0-CB51-4D67-A3A6-7C3EC2C345CA}" dt="2025-11-08T14:05:06.470" v="36"/>
          <ac:picMkLst>
            <pc:docMk/>
            <pc:sldMk cId="1310685907" sldId="259"/>
            <ac:picMk id="11" creationId="{13D954C9-8A3E-55ED-FF14-2EBD4615D6A5}"/>
          </ac:picMkLst>
        </pc:picChg>
        <pc:picChg chg="mod">
          <ac:chgData name="de-Jesus-Oliveira Victor-Adriel" userId="a708fc36-3c1b-42ab-b5e9-2e1fa3c6605e" providerId="ADAL" clId="{39AA12F0-CB51-4D67-A3A6-7C3EC2C345CA}" dt="2025-11-08T14:05:06.470" v="36"/>
          <ac:picMkLst>
            <pc:docMk/>
            <pc:sldMk cId="1310685907" sldId="259"/>
            <ac:picMk id="13" creationId="{E453D8BB-DA2F-9AD6-9B82-3CF9C5ADB23B}"/>
          </ac:picMkLst>
        </pc:picChg>
        <pc:picChg chg="mod">
          <ac:chgData name="de-Jesus-Oliveira Victor-Adriel" userId="a708fc36-3c1b-42ab-b5e9-2e1fa3c6605e" providerId="ADAL" clId="{39AA12F0-CB51-4D67-A3A6-7C3EC2C345CA}" dt="2025-11-09T06:49:13.597" v="50"/>
          <ac:picMkLst>
            <pc:docMk/>
            <pc:sldMk cId="1310685907" sldId="259"/>
            <ac:picMk id="27" creationId="{AFAC4532-9DAD-A25C-2690-37C26F3E5397}"/>
          </ac:picMkLst>
        </pc:picChg>
        <pc:picChg chg="mod">
          <ac:chgData name="de-Jesus-Oliveira Victor-Adriel" userId="a708fc36-3c1b-42ab-b5e9-2e1fa3c6605e" providerId="ADAL" clId="{39AA12F0-CB51-4D67-A3A6-7C3EC2C345CA}" dt="2025-11-09T06:49:13.597" v="50"/>
          <ac:picMkLst>
            <pc:docMk/>
            <pc:sldMk cId="1310685907" sldId="259"/>
            <ac:picMk id="51" creationId="{889CAD41-E842-7A06-0303-BCDBFA740016}"/>
          </ac:picMkLst>
        </pc:picChg>
        <pc:picChg chg="mod">
          <ac:chgData name="de-Jesus-Oliveira Victor-Adriel" userId="a708fc36-3c1b-42ab-b5e9-2e1fa3c6605e" providerId="ADAL" clId="{39AA12F0-CB51-4D67-A3A6-7C3EC2C345CA}" dt="2025-11-09T06:49:13.597" v="50"/>
          <ac:picMkLst>
            <pc:docMk/>
            <pc:sldMk cId="1310685907" sldId="259"/>
            <ac:picMk id="52" creationId="{3ACFD6B8-4A24-1B13-52C7-7F7D288F0050}"/>
          </ac:picMkLst>
        </pc:picChg>
        <pc:picChg chg="mod">
          <ac:chgData name="de-Jesus-Oliveira Victor-Adriel" userId="a708fc36-3c1b-42ab-b5e9-2e1fa3c6605e" providerId="ADAL" clId="{39AA12F0-CB51-4D67-A3A6-7C3EC2C345CA}" dt="2025-11-09T06:49:13.597" v="50"/>
          <ac:picMkLst>
            <pc:docMk/>
            <pc:sldMk cId="1310685907" sldId="259"/>
            <ac:picMk id="53" creationId="{5E729093-88E0-3886-5902-B341B016EAA3}"/>
          </ac:picMkLst>
        </pc:picChg>
      </pc:sldChg>
      <pc:sldChg chg="addSp delSp modSp mod">
        <pc:chgData name="de-Jesus-Oliveira Victor-Adriel" userId="a708fc36-3c1b-42ab-b5e9-2e1fa3c6605e" providerId="ADAL" clId="{39AA12F0-CB51-4D67-A3A6-7C3EC2C345CA}" dt="2025-11-09T06:49:45.595" v="64" actId="478"/>
        <pc:sldMkLst>
          <pc:docMk/>
          <pc:sldMk cId="2321304525" sldId="260"/>
        </pc:sldMkLst>
        <pc:grpChg chg="add del mod">
          <ac:chgData name="de-Jesus-Oliveira Victor-Adriel" userId="a708fc36-3c1b-42ab-b5e9-2e1fa3c6605e" providerId="ADAL" clId="{39AA12F0-CB51-4D67-A3A6-7C3EC2C345CA}" dt="2025-11-09T06:49:45.595" v="64" actId="478"/>
          <ac:grpSpMkLst>
            <pc:docMk/>
            <pc:sldMk cId="2321304525" sldId="260"/>
            <ac:grpSpMk id="14" creationId="{9F7E4662-5960-990F-4B5B-845F3A993007}"/>
          </ac:grpSpMkLst>
        </pc:grpChg>
        <pc:grpChg chg="mod">
          <ac:chgData name="de-Jesus-Oliveira Victor-Adriel" userId="a708fc36-3c1b-42ab-b5e9-2e1fa3c6605e" providerId="ADAL" clId="{39AA12F0-CB51-4D67-A3A6-7C3EC2C345CA}" dt="2025-11-08T14:05:12.126" v="38"/>
          <ac:grpSpMkLst>
            <pc:docMk/>
            <pc:sldMk cId="2321304525" sldId="260"/>
            <ac:grpSpMk id="36" creationId="{3DF53E11-F40F-3013-B7E1-04DAE6882123}"/>
          </ac:grpSpMkLst>
        </pc:grpChg>
        <pc:grpChg chg="add mod">
          <ac:chgData name="de-Jesus-Oliveira Victor-Adriel" userId="a708fc36-3c1b-42ab-b5e9-2e1fa3c6605e" providerId="ADAL" clId="{39AA12F0-CB51-4D67-A3A6-7C3EC2C345CA}" dt="2025-11-09T06:49:15.350" v="51"/>
          <ac:grpSpMkLst>
            <pc:docMk/>
            <pc:sldMk cId="2321304525" sldId="260"/>
            <ac:grpSpMk id="40" creationId="{C7667EA7-B0CB-6B79-B0E5-521A0FA531E3}"/>
          </ac:grpSpMkLst>
        </pc:grpChg>
        <pc:grpChg chg="mod">
          <ac:chgData name="de-Jesus-Oliveira Victor-Adriel" userId="a708fc36-3c1b-42ab-b5e9-2e1fa3c6605e" providerId="ADAL" clId="{39AA12F0-CB51-4D67-A3A6-7C3EC2C345CA}" dt="2025-11-09T06:49:15.350" v="51"/>
          <ac:grpSpMkLst>
            <pc:docMk/>
            <pc:sldMk cId="2321304525" sldId="260"/>
            <ac:grpSpMk id="42" creationId="{5750CF1A-421C-E3B8-E217-EF649AE3A54C}"/>
          </ac:grpSpMkLst>
        </pc:grpChg>
        <pc:picChg chg="mod">
          <ac:chgData name="de-Jesus-Oliveira Victor-Adriel" userId="a708fc36-3c1b-42ab-b5e9-2e1fa3c6605e" providerId="ADAL" clId="{39AA12F0-CB51-4D67-A3A6-7C3EC2C345CA}" dt="2025-11-08T14:05:12.126" v="38"/>
          <ac:picMkLst>
            <pc:docMk/>
            <pc:sldMk cId="2321304525" sldId="260"/>
            <ac:picMk id="19" creationId="{9F4B2678-1943-CBDE-B9D5-57F5B3A2D162}"/>
          </ac:picMkLst>
        </pc:picChg>
        <pc:picChg chg="mod">
          <ac:chgData name="de-Jesus-Oliveira Victor-Adriel" userId="a708fc36-3c1b-42ab-b5e9-2e1fa3c6605e" providerId="ADAL" clId="{39AA12F0-CB51-4D67-A3A6-7C3EC2C345CA}" dt="2025-11-08T14:05:12.126" v="38"/>
          <ac:picMkLst>
            <pc:docMk/>
            <pc:sldMk cId="2321304525" sldId="260"/>
            <ac:picMk id="37" creationId="{CE23F61E-5808-CB14-057B-28AA4B3744FB}"/>
          </ac:picMkLst>
        </pc:picChg>
        <pc:picChg chg="mod">
          <ac:chgData name="de-Jesus-Oliveira Victor-Adriel" userId="a708fc36-3c1b-42ab-b5e9-2e1fa3c6605e" providerId="ADAL" clId="{39AA12F0-CB51-4D67-A3A6-7C3EC2C345CA}" dt="2025-11-08T14:05:12.126" v="38"/>
          <ac:picMkLst>
            <pc:docMk/>
            <pc:sldMk cId="2321304525" sldId="260"/>
            <ac:picMk id="38" creationId="{41F7CD36-21CF-C4EC-4E6A-790694CF22DD}"/>
          </ac:picMkLst>
        </pc:picChg>
        <pc:picChg chg="mod">
          <ac:chgData name="de-Jesus-Oliveira Victor-Adriel" userId="a708fc36-3c1b-42ab-b5e9-2e1fa3c6605e" providerId="ADAL" clId="{39AA12F0-CB51-4D67-A3A6-7C3EC2C345CA}" dt="2025-11-08T14:05:12.126" v="38"/>
          <ac:picMkLst>
            <pc:docMk/>
            <pc:sldMk cId="2321304525" sldId="260"/>
            <ac:picMk id="39" creationId="{38116008-A8C7-C2E0-F77A-B4E3A3BB6B5A}"/>
          </ac:picMkLst>
        </pc:picChg>
        <pc:picChg chg="mod">
          <ac:chgData name="de-Jesus-Oliveira Victor-Adriel" userId="a708fc36-3c1b-42ab-b5e9-2e1fa3c6605e" providerId="ADAL" clId="{39AA12F0-CB51-4D67-A3A6-7C3EC2C345CA}" dt="2025-11-09T06:49:15.350" v="51"/>
          <ac:picMkLst>
            <pc:docMk/>
            <pc:sldMk cId="2321304525" sldId="260"/>
            <ac:picMk id="41" creationId="{EF51B581-5C95-3EC7-15AF-E39D2DA65F6E}"/>
          </ac:picMkLst>
        </pc:picChg>
        <pc:picChg chg="mod">
          <ac:chgData name="de-Jesus-Oliveira Victor-Adriel" userId="a708fc36-3c1b-42ab-b5e9-2e1fa3c6605e" providerId="ADAL" clId="{39AA12F0-CB51-4D67-A3A6-7C3EC2C345CA}" dt="2025-11-09T06:49:15.350" v="51"/>
          <ac:picMkLst>
            <pc:docMk/>
            <pc:sldMk cId="2321304525" sldId="260"/>
            <ac:picMk id="43" creationId="{96C99F68-20A4-CC31-0CE1-AD3CEDB02F90}"/>
          </ac:picMkLst>
        </pc:picChg>
        <pc:picChg chg="mod">
          <ac:chgData name="de-Jesus-Oliveira Victor-Adriel" userId="a708fc36-3c1b-42ab-b5e9-2e1fa3c6605e" providerId="ADAL" clId="{39AA12F0-CB51-4D67-A3A6-7C3EC2C345CA}" dt="2025-11-09T06:49:15.350" v="51"/>
          <ac:picMkLst>
            <pc:docMk/>
            <pc:sldMk cId="2321304525" sldId="260"/>
            <ac:picMk id="44" creationId="{3DDB54F7-68DA-BEF5-A3D1-3E3646347EA9}"/>
          </ac:picMkLst>
        </pc:picChg>
        <pc:picChg chg="mod">
          <ac:chgData name="de-Jesus-Oliveira Victor-Adriel" userId="a708fc36-3c1b-42ab-b5e9-2e1fa3c6605e" providerId="ADAL" clId="{39AA12F0-CB51-4D67-A3A6-7C3EC2C345CA}" dt="2025-11-09T06:49:15.350" v="51"/>
          <ac:picMkLst>
            <pc:docMk/>
            <pc:sldMk cId="2321304525" sldId="260"/>
            <ac:picMk id="45" creationId="{1F2BE789-BC24-C855-1C2E-2894636770EC}"/>
          </ac:picMkLst>
        </pc:picChg>
      </pc:sldChg>
      <pc:sldChg chg="addSp delSp modSp mod">
        <pc:chgData name="de-Jesus-Oliveira Victor-Adriel" userId="a708fc36-3c1b-42ab-b5e9-2e1fa3c6605e" providerId="ADAL" clId="{39AA12F0-CB51-4D67-A3A6-7C3EC2C345CA}" dt="2025-11-09T06:49:42.614" v="63" actId="478"/>
        <pc:sldMkLst>
          <pc:docMk/>
          <pc:sldMk cId="3895346216" sldId="261"/>
        </pc:sldMkLst>
        <pc:grpChg chg="add del mod">
          <ac:chgData name="de-Jesus-Oliveira Victor-Adriel" userId="a708fc36-3c1b-42ab-b5e9-2e1fa3c6605e" providerId="ADAL" clId="{39AA12F0-CB51-4D67-A3A6-7C3EC2C345CA}" dt="2025-11-09T06:49:42.614" v="63" actId="478"/>
          <ac:grpSpMkLst>
            <pc:docMk/>
            <pc:sldMk cId="3895346216" sldId="261"/>
            <ac:grpSpMk id="18" creationId="{8254D63E-7597-2D6F-0F5C-D32C6E00DF0B}"/>
          </ac:grpSpMkLst>
        </pc:grpChg>
        <pc:grpChg chg="mod">
          <ac:chgData name="de-Jesus-Oliveira Victor-Adriel" userId="a708fc36-3c1b-42ab-b5e9-2e1fa3c6605e" providerId="ADAL" clId="{39AA12F0-CB51-4D67-A3A6-7C3EC2C345CA}" dt="2025-11-08T14:05:35.015" v="39"/>
          <ac:grpSpMkLst>
            <pc:docMk/>
            <pc:sldMk cId="3895346216" sldId="261"/>
            <ac:grpSpMk id="39" creationId="{0402CE68-6AD3-E34A-EC04-4AE37A8CFA2F}"/>
          </ac:grpSpMkLst>
        </pc:grpChg>
        <pc:grpChg chg="add mod">
          <ac:chgData name="de-Jesus-Oliveira Victor-Adriel" userId="a708fc36-3c1b-42ab-b5e9-2e1fa3c6605e" providerId="ADAL" clId="{39AA12F0-CB51-4D67-A3A6-7C3EC2C345CA}" dt="2025-11-09T06:49:16.570" v="52"/>
          <ac:grpSpMkLst>
            <pc:docMk/>
            <pc:sldMk cId="3895346216" sldId="261"/>
            <ac:grpSpMk id="43" creationId="{C47FA0CC-4CF0-FF20-D257-24424899808C}"/>
          </ac:grpSpMkLst>
        </pc:grpChg>
        <pc:grpChg chg="mod">
          <ac:chgData name="de-Jesus-Oliveira Victor-Adriel" userId="a708fc36-3c1b-42ab-b5e9-2e1fa3c6605e" providerId="ADAL" clId="{39AA12F0-CB51-4D67-A3A6-7C3EC2C345CA}" dt="2025-11-09T06:49:16.570" v="52"/>
          <ac:grpSpMkLst>
            <pc:docMk/>
            <pc:sldMk cId="3895346216" sldId="261"/>
            <ac:grpSpMk id="45" creationId="{8CC0ADAA-5D12-087F-DC70-A9700F125701}"/>
          </ac:grpSpMkLst>
        </pc:grpChg>
        <pc:picChg chg="mod">
          <ac:chgData name="de-Jesus-Oliveira Victor-Adriel" userId="a708fc36-3c1b-42ab-b5e9-2e1fa3c6605e" providerId="ADAL" clId="{39AA12F0-CB51-4D67-A3A6-7C3EC2C345CA}" dt="2025-11-08T14:05:35.015" v="39"/>
          <ac:picMkLst>
            <pc:docMk/>
            <pc:sldMk cId="3895346216" sldId="261"/>
            <ac:picMk id="19" creationId="{744F92F0-1C77-0C0D-435A-05C565BF765F}"/>
          </ac:picMkLst>
        </pc:picChg>
        <pc:picChg chg="mod">
          <ac:chgData name="de-Jesus-Oliveira Victor-Adriel" userId="a708fc36-3c1b-42ab-b5e9-2e1fa3c6605e" providerId="ADAL" clId="{39AA12F0-CB51-4D67-A3A6-7C3EC2C345CA}" dt="2025-11-08T14:05:35.015" v="39"/>
          <ac:picMkLst>
            <pc:docMk/>
            <pc:sldMk cId="3895346216" sldId="261"/>
            <ac:picMk id="40" creationId="{CB5880FB-C2A6-D138-76E8-DA62EF4F33A1}"/>
          </ac:picMkLst>
        </pc:picChg>
        <pc:picChg chg="mod">
          <ac:chgData name="de-Jesus-Oliveira Victor-Adriel" userId="a708fc36-3c1b-42ab-b5e9-2e1fa3c6605e" providerId="ADAL" clId="{39AA12F0-CB51-4D67-A3A6-7C3EC2C345CA}" dt="2025-11-08T14:05:35.015" v="39"/>
          <ac:picMkLst>
            <pc:docMk/>
            <pc:sldMk cId="3895346216" sldId="261"/>
            <ac:picMk id="41" creationId="{C2D361EA-6C4E-6381-6DCE-97819BE95688}"/>
          </ac:picMkLst>
        </pc:picChg>
        <pc:picChg chg="mod">
          <ac:chgData name="de-Jesus-Oliveira Victor-Adriel" userId="a708fc36-3c1b-42ab-b5e9-2e1fa3c6605e" providerId="ADAL" clId="{39AA12F0-CB51-4D67-A3A6-7C3EC2C345CA}" dt="2025-11-08T14:05:35.015" v="39"/>
          <ac:picMkLst>
            <pc:docMk/>
            <pc:sldMk cId="3895346216" sldId="261"/>
            <ac:picMk id="42" creationId="{77431052-5DF2-0E2A-BA96-3634CC59AAE4}"/>
          </ac:picMkLst>
        </pc:picChg>
        <pc:picChg chg="mod">
          <ac:chgData name="de-Jesus-Oliveira Victor-Adriel" userId="a708fc36-3c1b-42ab-b5e9-2e1fa3c6605e" providerId="ADAL" clId="{39AA12F0-CB51-4D67-A3A6-7C3EC2C345CA}" dt="2025-11-09T06:49:16.570" v="52"/>
          <ac:picMkLst>
            <pc:docMk/>
            <pc:sldMk cId="3895346216" sldId="261"/>
            <ac:picMk id="44" creationId="{84C34F35-7A86-AC4C-8229-73D98DC50F43}"/>
          </ac:picMkLst>
        </pc:picChg>
        <pc:picChg chg="mod">
          <ac:chgData name="de-Jesus-Oliveira Victor-Adriel" userId="a708fc36-3c1b-42ab-b5e9-2e1fa3c6605e" providerId="ADAL" clId="{39AA12F0-CB51-4D67-A3A6-7C3EC2C345CA}" dt="2025-11-09T06:49:16.570" v="52"/>
          <ac:picMkLst>
            <pc:docMk/>
            <pc:sldMk cId="3895346216" sldId="261"/>
            <ac:picMk id="46" creationId="{02E44048-1DF8-CA5F-1F1A-533B169FA2FA}"/>
          </ac:picMkLst>
        </pc:picChg>
        <pc:picChg chg="mod">
          <ac:chgData name="de-Jesus-Oliveira Victor-Adriel" userId="a708fc36-3c1b-42ab-b5e9-2e1fa3c6605e" providerId="ADAL" clId="{39AA12F0-CB51-4D67-A3A6-7C3EC2C345CA}" dt="2025-11-09T06:49:16.570" v="52"/>
          <ac:picMkLst>
            <pc:docMk/>
            <pc:sldMk cId="3895346216" sldId="261"/>
            <ac:picMk id="47" creationId="{B07C4AC6-2060-2A3C-9D8A-7E44B1E06E51}"/>
          </ac:picMkLst>
        </pc:picChg>
        <pc:picChg chg="mod">
          <ac:chgData name="de-Jesus-Oliveira Victor-Adriel" userId="a708fc36-3c1b-42ab-b5e9-2e1fa3c6605e" providerId="ADAL" clId="{39AA12F0-CB51-4D67-A3A6-7C3EC2C345CA}" dt="2025-11-09T06:49:16.570" v="52"/>
          <ac:picMkLst>
            <pc:docMk/>
            <pc:sldMk cId="3895346216" sldId="261"/>
            <ac:picMk id="48" creationId="{D184F71C-E57C-CDDE-F2F1-859D3FB4D81F}"/>
          </ac:picMkLst>
        </pc:picChg>
      </pc:sldChg>
      <pc:sldChg chg="addSp delSp modSp mod">
        <pc:chgData name="de-Jesus-Oliveira Victor-Adriel" userId="a708fc36-3c1b-42ab-b5e9-2e1fa3c6605e" providerId="ADAL" clId="{39AA12F0-CB51-4D67-A3A6-7C3EC2C345CA}" dt="2025-11-09T06:49:39.632" v="62" actId="478"/>
        <pc:sldMkLst>
          <pc:docMk/>
          <pc:sldMk cId="2379314157" sldId="262"/>
        </pc:sldMkLst>
        <pc:spChg chg="ord">
          <ac:chgData name="de-Jesus-Oliveira Victor-Adriel" userId="a708fc36-3c1b-42ab-b5e9-2e1fa3c6605e" providerId="ADAL" clId="{39AA12F0-CB51-4D67-A3A6-7C3EC2C345CA}" dt="2025-11-08T14:05:46.165" v="41" actId="166"/>
          <ac:spMkLst>
            <pc:docMk/>
            <pc:sldMk cId="2379314157" sldId="262"/>
            <ac:spMk id="14" creationId="{4CA8A83C-9ABB-4B17-B735-341303AFD6C7}"/>
          </ac:spMkLst>
        </pc:spChg>
        <pc:grpChg chg="add del mod">
          <ac:chgData name="de-Jesus-Oliveira Victor-Adriel" userId="a708fc36-3c1b-42ab-b5e9-2e1fa3c6605e" providerId="ADAL" clId="{39AA12F0-CB51-4D67-A3A6-7C3EC2C345CA}" dt="2025-11-09T06:49:39.632" v="62" actId="478"/>
          <ac:grpSpMkLst>
            <pc:docMk/>
            <pc:sldMk cId="2379314157" sldId="262"/>
            <ac:grpSpMk id="8" creationId="{4DFF32B5-6AE2-3DD4-9853-4B5970FE5719}"/>
          </ac:grpSpMkLst>
        </pc:grpChg>
        <pc:grpChg chg="mod">
          <ac:chgData name="de-Jesus-Oliveira Victor-Adriel" userId="a708fc36-3c1b-42ab-b5e9-2e1fa3c6605e" providerId="ADAL" clId="{39AA12F0-CB51-4D67-A3A6-7C3EC2C345CA}" dt="2025-11-08T14:05:39.949" v="40"/>
          <ac:grpSpMkLst>
            <pc:docMk/>
            <pc:sldMk cId="2379314157" sldId="262"/>
            <ac:grpSpMk id="71" creationId="{9B18403C-297E-5E4E-3260-31F50568A7DE}"/>
          </ac:grpSpMkLst>
        </pc:grpChg>
        <pc:grpChg chg="add mod">
          <ac:chgData name="de-Jesus-Oliveira Victor-Adriel" userId="a708fc36-3c1b-42ab-b5e9-2e1fa3c6605e" providerId="ADAL" clId="{39AA12F0-CB51-4D67-A3A6-7C3EC2C345CA}" dt="2025-11-09T06:49:17.711" v="53"/>
          <ac:grpSpMkLst>
            <pc:docMk/>
            <pc:sldMk cId="2379314157" sldId="262"/>
            <ac:grpSpMk id="92" creationId="{77D8202A-665D-ACE8-6F58-0FA3B4F00C33}"/>
          </ac:grpSpMkLst>
        </pc:grpChg>
        <pc:grpChg chg="mod">
          <ac:chgData name="de-Jesus-Oliveira Victor-Adriel" userId="a708fc36-3c1b-42ab-b5e9-2e1fa3c6605e" providerId="ADAL" clId="{39AA12F0-CB51-4D67-A3A6-7C3EC2C345CA}" dt="2025-11-09T06:49:17.711" v="53"/>
          <ac:grpSpMkLst>
            <pc:docMk/>
            <pc:sldMk cId="2379314157" sldId="262"/>
            <ac:grpSpMk id="94" creationId="{6EA179A1-BACA-A3D7-2870-BD6E4E270C98}"/>
          </ac:grpSpMkLst>
        </pc:grpChg>
        <pc:picChg chg="mod">
          <ac:chgData name="de-Jesus-Oliveira Victor-Adriel" userId="a708fc36-3c1b-42ab-b5e9-2e1fa3c6605e" providerId="ADAL" clId="{39AA12F0-CB51-4D67-A3A6-7C3EC2C345CA}" dt="2025-11-08T14:05:39.949" v="40"/>
          <ac:picMkLst>
            <pc:docMk/>
            <pc:sldMk cId="2379314157" sldId="262"/>
            <ac:picMk id="17" creationId="{8D914034-E499-8E16-FB7C-3F844788035E}"/>
          </ac:picMkLst>
        </pc:picChg>
        <pc:picChg chg="mod">
          <ac:chgData name="de-Jesus-Oliveira Victor-Adriel" userId="a708fc36-3c1b-42ab-b5e9-2e1fa3c6605e" providerId="ADAL" clId="{39AA12F0-CB51-4D67-A3A6-7C3EC2C345CA}" dt="2025-11-08T14:05:39.949" v="40"/>
          <ac:picMkLst>
            <pc:docMk/>
            <pc:sldMk cId="2379314157" sldId="262"/>
            <ac:picMk id="75" creationId="{4721CEBE-F927-737A-EBF7-E526C1C243B7}"/>
          </ac:picMkLst>
        </pc:picChg>
        <pc:picChg chg="mod">
          <ac:chgData name="de-Jesus-Oliveira Victor-Adriel" userId="a708fc36-3c1b-42ab-b5e9-2e1fa3c6605e" providerId="ADAL" clId="{39AA12F0-CB51-4D67-A3A6-7C3EC2C345CA}" dt="2025-11-08T14:05:39.949" v="40"/>
          <ac:picMkLst>
            <pc:docMk/>
            <pc:sldMk cId="2379314157" sldId="262"/>
            <ac:picMk id="86" creationId="{CC2B950A-A7B1-A4E1-B638-C971F152E057}"/>
          </ac:picMkLst>
        </pc:picChg>
        <pc:picChg chg="mod">
          <ac:chgData name="de-Jesus-Oliveira Victor-Adriel" userId="a708fc36-3c1b-42ab-b5e9-2e1fa3c6605e" providerId="ADAL" clId="{39AA12F0-CB51-4D67-A3A6-7C3EC2C345CA}" dt="2025-11-08T14:05:39.949" v="40"/>
          <ac:picMkLst>
            <pc:docMk/>
            <pc:sldMk cId="2379314157" sldId="262"/>
            <ac:picMk id="91" creationId="{3D3D6922-1169-FA99-443A-0ACBFFE70BBD}"/>
          </ac:picMkLst>
        </pc:picChg>
        <pc:picChg chg="mod">
          <ac:chgData name="de-Jesus-Oliveira Victor-Adriel" userId="a708fc36-3c1b-42ab-b5e9-2e1fa3c6605e" providerId="ADAL" clId="{39AA12F0-CB51-4D67-A3A6-7C3EC2C345CA}" dt="2025-11-09T06:49:17.711" v="53"/>
          <ac:picMkLst>
            <pc:docMk/>
            <pc:sldMk cId="2379314157" sldId="262"/>
            <ac:picMk id="93" creationId="{96CDD923-B26F-092D-DB54-BD760A031D00}"/>
          </ac:picMkLst>
        </pc:picChg>
        <pc:picChg chg="mod">
          <ac:chgData name="de-Jesus-Oliveira Victor-Adriel" userId="a708fc36-3c1b-42ab-b5e9-2e1fa3c6605e" providerId="ADAL" clId="{39AA12F0-CB51-4D67-A3A6-7C3EC2C345CA}" dt="2025-11-09T06:49:17.711" v="53"/>
          <ac:picMkLst>
            <pc:docMk/>
            <pc:sldMk cId="2379314157" sldId="262"/>
            <ac:picMk id="95" creationId="{198D3F54-BE40-37D2-1489-8FEA27C818FB}"/>
          </ac:picMkLst>
        </pc:picChg>
        <pc:picChg chg="mod">
          <ac:chgData name="de-Jesus-Oliveira Victor-Adriel" userId="a708fc36-3c1b-42ab-b5e9-2e1fa3c6605e" providerId="ADAL" clId="{39AA12F0-CB51-4D67-A3A6-7C3EC2C345CA}" dt="2025-11-09T06:49:17.711" v="53"/>
          <ac:picMkLst>
            <pc:docMk/>
            <pc:sldMk cId="2379314157" sldId="262"/>
            <ac:picMk id="96" creationId="{1FCD83DF-ED95-5815-3BB8-75EAF2DE7F03}"/>
          </ac:picMkLst>
        </pc:picChg>
        <pc:picChg chg="mod">
          <ac:chgData name="de-Jesus-Oliveira Victor-Adriel" userId="a708fc36-3c1b-42ab-b5e9-2e1fa3c6605e" providerId="ADAL" clId="{39AA12F0-CB51-4D67-A3A6-7C3EC2C345CA}" dt="2025-11-09T06:49:17.711" v="53"/>
          <ac:picMkLst>
            <pc:docMk/>
            <pc:sldMk cId="2379314157" sldId="262"/>
            <ac:picMk id="97" creationId="{3B81641C-AFBA-8AE8-7C34-64210707D66B}"/>
          </ac:picMkLst>
        </pc:picChg>
      </pc:sldChg>
      <pc:sldChg chg="addSp delSp modSp mod">
        <pc:chgData name="de-Jesus-Oliveira Victor-Adriel" userId="a708fc36-3c1b-42ab-b5e9-2e1fa3c6605e" providerId="ADAL" clId="{39AA12F0-CB51-4D67-A3A6-7C3EC2C345CA}" dt="2025-11-09T06:49:36.570" v="61" actId="478"/>
        <pc:sldMkLst>
          <pc:docMk/>
          <pc:sldMk cId="360291344" sldId="263"/>
        </pc:sldMkLst>
        <pc:spChg chg="ord">
          <ac:chgData name="de-Jesus-Oliveira Victor-Adriel" userId="a708fc36-3c1b-42ab-b5e9-2e1fa3c6605e" providerId="ADAL" clId="{39AA12F0-CB51-4D67-A3A6-7C3EC2C345CA}" dt="2025-11-08T14:05:52.290" v="43" actId="166"/>
          <ac:spMkLst>
            <pc:docMk/>
            <pc:sldMk cId="360291344" sldId="263"/>
            <ac:spMk id="2" creationId="{A1CCEABA-0FB8-48DD-ADCE-6F844E6EA882}"/>
          </ac:spMkLst>
        </pc:spChg>
        <pc:grpChg chg="add del mod">
          <ac:chgData name="de-Jesus-Oliveira Victor-Adriel" userId="a708fc36-3c1b-42ab-b5e9-2e1fa3c6605e" providerId="ADAL" clId="{39AA12F0-CB51-4D67-A3A6-7C3EC2C345CA}" dt="2025-11-09T06:49:36.570" v="61" actId="478"/>
          <ac:grpSpMkLst>
            <pc:docMk/>
            <pc:sldMk cId="360291344" sldId="263"/>
            <ac:grpSpMk id="7" creationId="{CA7474A7-ABCB-5EA3-B186-DA719912CFCE}"/>
          </ac:grpSpMkLst>
        </pc:grpChg>
        <pc:grpChg chg="mod">
          <ac:chgData name="de-Jesus-Oliveira Victor-Adriel" userId="a708fc36-3c1b-42ab-b5e9-2e1fa3c6605e" providerId="ADAL" clId="{39AA12F0-CB51-4D67-A3A6-7C3EC2C345CA}" dt="2025-11-08T14:05:48.697" v="42"/>
          <ac:grpSpMkLst>
            <pc:docMk/>
            <pc:sldMk cId="360291344" sldId="263"/>
            <ac:grpSpMk id="9" creationId="{2F01B0DB-E546-BA88-1D5A-15A7A55953F6}"/>
          </ac:grpSpMkLst>
        </pc:grpChg>
        <pc:grpChg chg="add mod">
          <ac:chgData name="de-Jesus-Oliveira Victor-Adriel" userId="a708fc36-3c1b-42ab-b5e9-2e1fa3c6605e" providerId="ADAL" clId="{39AA12F0-CB51-4D67-A3A6-7C3EC2C345CA}" dt="2025-11-09T06:49:18.906" v="54"/>
          <ac:grpSpMkLst>
            <pc:docMk/>
            <pc:sldMk cId="360291344" sldId="263"/>
            <ac:grpSpMk id="13" creationId="{5BE1712A-94E8-2776-3C55-AB8C457BEB74}"/>
          </ac:grpSpMkLst>
        </pc:grpChg>
        <pc:grpChg chg="mod">
          <ac:chgData name="de-Jesus-Oliveira Victor-Adriel" userId="a708fc36-3c1b-42ab-b5e9-2e1fa3c6605e" providerId="ADAL" clId="{39AA12F0-CB51-4D67-A3A6-7C3EC2C345CA}" dt="2025-11-09T06:49:18.906" v="54"/>
          <ac:grpSpMkLst>
            <pc:docMk/>
            <pc:sldMk cId="360291344" sldId="263"/>
            <ac:grpSpMk id="15" creationId="{E5E25C94-2B93-7ED9-6844-D27B2F61137C}"/>
          </ac:grpSpMkLst>
        </pc:grpChg>
        <pc:picChg chg="mod">
          <ac:chgData name="de-Jesus-Oliveira Victor-Adriel" userId="a708fc36-3c1b-42ab-b5e9-2e1fa3c6605e" providerId="ADAL" clId="{39AA12F0-CB51-4D67-A3A6-7C3EC2C345CA}" dt="2025-11-08T14:05:48.697" v="42"/>
          <ac:picMkLst>
            <pc:docMk/>
            <pc:sldMk cId="360291344" sldId="263"/>
            <ac:picMk id="8" creationId="{C878A773-1C5E-0CA2-FCD2-78F20DFC2415}"/>
          </ac:picMkLst>
        </pc:picChg>
        <pc:picChg chg="mod">
          <ac:chgData name="de-Jesus-Oliveira Victor-Adriel" userId="a708fc36-3c1b-42ab-b5e9-2e1fa3c6605e" providerId="ADAL" clId="{39AA12F0-CB51-4D67-A3A6-7C3EC2C345CA}" dt="2025-11-08T14:05:48.697" v="42"/>
          <ac:picMkLst>
            <pc:docMk/>
            <pc:sldMk cId="360291344" sldId="263"/>
            <ac:picMk id="10" creationId="{63D1AD08-D819-BC5E-651E-73CEFEB39319}"/>
          </ac:picMkLst>
        </pc:picChg>
        <pc:picChg chg="mod">
          <ac:chgData name="de-Jesus-Oliveira Victor-Adriel" userId="a708fc36-3c1b-42ab-b5e9-2e1fa3c6605e" providerId="ADAL" clId="{39AA12F0-CB51-4D67-A3A6-7C3EC2C345CA}" dt="2025-11-08T14:05:48.697" v="42"/>
          <ac:picMkLst>
            <pc:docMk/>
            <pc:sldMk cId="360291344" sldId="263"/>
            <ac:picMk id="11" creationId="{B915875A-75A2-E11F-7EDB-73977FEAF820}"/>
          </ac:picMkLst>
        </pc:picChg>
        <pc:picChg chg="mod">
          <ac:chgData name="de-Jesus-Oliveira Victor-Adriel" userId="a708fc36-3c1b-42ab-b5e9-2e1fa3c6605e" providerId="ADAL" clId="{39AA12F0-CB51-4D67-A3A6-7C3EC2C345CA}" dt="2025-11-08T14:05:48.697" v="42"/>
          <ac:picMkLst>
            <pc:docMk/>
            <pc:sldMk cId="360291344" sldId="263"/>
            <ac:picMk id="12" creationId="{A76DC036-8F6F-EEAE-E527-6E9011E9B27C}"/>
          </ac:picMkLst>
        </pc:picChg>
        <pc:picChg chg="mod">
          <ac:chgData name="de-Jesus-Oliveira Victor-Adriel" userId="a708fc36-3c1b-42ab-b5e9-2e1fa3c6605e" providerId="ADAL" clId="{39AA12F0-CB51-4D67-A3A6-7C3EC2C345CA}" dt="2025-11-09T06:49:18.906" v="54"/>
          <ac:picMkLst>
            <pc:docMk/>
            <pc:sldMk cId="360291344" sldId="263"/>
            <ac:picMk id="14" creationId="{2E7766B1-904E-525D-C4EC-C62686C73C04}"/>
          </ac:picMkLst>
        </pc:picChg>
        <pc:picChg chg="mod">
          <ac:chgData name="de-Jesus-Oliveira Victor-Adriel" userId="a708fc36-3c1b-42ab-b5e9-2e1fa3c6605e" providerId="ADAL" clId="{39AA12F0-CB51-4D67-A3A6-7C3EC2C345CA}" dt="2025-11-09T06:49:18.906" v="54"/>
          <ac:picMkLst>
            <pc:docMk/>
            <pc:sldMk cId="360291344" sldId="263"/>
            <ac:picMk id="16" creationId="{AA54AAC4-9640-423F-6AB6-950DF083B94B}"/>
          </ac:picMkLst>
        </pc:picChg>
        <pc:picChg chg="mod">
          <ac:chgData name="de-Jesus-Oliveira Victor-Adriel" userId="a708fc36-3c1b-42ab-b5e9-2e1fa3c6605e" providerId="ADAL" clId="{39AA12F0-CB51-4D67-A3A6-7C3EC2C345CA}" dt="2025-11-09T06:49:18.906" v="54"/>
          <ac:picMkLst>
            <pc:docMk/>
            <pc:sldMk cId="360291344" sldId="263"/>
            <ac:picMk id="17" creationId="{8B230081-2230-160A-9579-44CAE6265614}"/>
          </ac:picMkLst>
        </pc:picChg>
        <pc:picChg chg="mod">
          <ac:chgData name="de-Jesus-Oliveira Victor-Adriel" userId="a708fc36-3c1b-42ab-b5e9-2e1fa3c6605e" providerId="ADAL" clId="{39AA12F0-CB51-4D67-A3A6-7C3EC2C345CA}" dt="2025-11-09T06:49:18.906" v="54"/>
          <ac:picMkLst>
            <pc:docMk/>
            <pc:sldMk cId="360291344" sldId="263"/>
            <ac:picMk id="18" creationId="{D3F20CDE-6BFA-D4C5-D753-95D6549736F5}"/>
          </ac:picMkLst>
        </pc:picChg>
      </pc:sldChg>
      <pc:sldChg chg="addSp delSp modSp mod">
        <pc:chgData name="de-Jesus-Oliveira Victor-Adriel" userId="a708fc36-3c1b-42ab-b5e9-2e1fa3c6605e" providerId="ADAL" clId="{39AA12F0-CB51-4D67-A3A6-7C3EC2C345CA}" dt="2025-11-09T06:49:29.829" v="59" actId="478"/>
        <pc:sldMkLst>
          <pc:docMk/>
          <pc:sldMk cId="2993848755" sldId="264"/>
        </pc:sldMkLst>
        <pc:spChg chg="ord">
          <ac:chgData name="de-Jesus-Oliveira Victor-Adriel" userId="a708fc36-3c1b-42ab-b5e9-2e1fa3c6605e" providerId="ADAL" clId="{39AA12F0-CB51-4D67-A3A6-7C3EC2C345CA}" dt="2025-11-08T14:06:06.284" v="47" actId="166"/>
          <ac:spMkLst>
            <pc:docMk/>
            <pc:sldMk cId="2993848755" sldId="264"/>
            <ac:spMk id="6" creationId="{4A7003EA-8517-4733-9CF8-C7B2246F0B01}"/>
          </ac:spMkLst>
        </pc:spChg>
        <pc:grpChg chg="add del mod">
          <ac:chgData name="de-Jesus-Oliveira Victor-Adriel" userId="a708fc36-3c1b-42ab-b5e9-2e1fa3c6605e" providerId="ADAL" clId="{39AA12F0-CB51-4D67-A3A6-7C3EC2C345CA}" dt="2025-11-09T06:49:29.829" v="59" actId="478"/>
          <ac:grpSpMkLst>
            <pc:docMk/>
            <pc:sldMk cId="2993848755" sldId="264"/>
            <ac:grpSpMk id="16" creationId="{6351C760-BA42-905E-225D-4D0A9FC49FB3}"/>
          </ac:grpSpMkLst>
        </pc:grpChg>
        <pc:grpChg chg="mod">
          <ac:chgData name="de-Jesus-Oliveira Victor-Adriel" userId="a708fc36-3c1b-42ab-b5e9-2e1fa3c6605e" providerId="ADAL" clId="{39AA12F0-CB51-4D67-A3A6-7C3EC2C345CA}" dt="2025-11-08T14:06:01.314" v="46"/>
          <ac:grpSpMkLst>
            <pc:docMk/>
            <pc:sldMk cId="2993848755" sldId="264"/>
            <ac:grpSpMk id="28" creationId="{4A9B1C2F-A1C9-B83D-380F-15B8345708DC}"/>
          </ac:grpSpMkLst>
        </pc:grpChg>
        <pc:grpChg chg="add mod">
          <ac:chgData name="de-Jesus-Oliveira Victor-Adriel" userId="a708fc36-3c1b-42ab-b5e9-2e1fa3c6605e" providerId="ADAL" clId="{39AA12F0-CB51-4D67-A3A6-7C3EC2C345CA}" dt="2025-11-09T06:49:21.262" v="56"/>
          <ac:grpSpMkLst>
            <pc:docMk/>
            <pc:sldMk cId="2993848755" sldId="264"/>
            <ac:grpSpMk id="32" creationId="{FA6A39A6-C486-AA5D-4F7F-5824A9DA8B9E}"/>
          </ac:grpSpMkLst>
        </pc:grpChg>
        <pc:grpChg chg="mod">
          <ac:chgData name="de-Jesus-Oliveira Victor-Adriel" userId="a708fc36-3c1b-42ab-b5e9-2e1fa3c6605e" providerId="ADAL" clId="{39AA12F0-CB51-4D67-A3A6-7C3EC2C345CA}" dt="2025-11-09T06:49:21.262" v="56"/>
          <ac:grpSpMkLst>
            <pc:docMk/>
            <pc:sldMk cId="2993848755" sldId="264"/>
            <ac:grpSpMk id="50" creationId="{C11C4DD2-E5D0-2B23-9249-DFC57CBE0AA5}"/>
          </ac:grpSpMkLst>
        </pc:grpChg>
        <pc:picChg chg="mod">
          <ac:chgData name="de-Jesus-Oliveira Victor-Adriel" userId="a708fc36-3c1b-42ab-b5e9-2e1fa3c6605e" providerId="ADAL" clId="{39AA12F0-CB51-4D67-A3A6-7C3EC2C345CA}" dt="2025-11-08T14:06:01.314" v="46"/>
          <ac:picMkLst>
            <pc:docMk/>
            <pc:sldMk cId="2993848755" sldId="264"/>
            <ac:picMk id="27" creationId="{D1FB02DF-0B70-48E6-3D8C-1DECBC800D04}"/>
          </ac:picMkLst>
        </pc:picChg>
        <pc:picChg chg="mod">
          <ac:chgData name="de-Jesus-Oliveira Victor-Adriel" userId="a708fc36-3c1b-42ab-b5e9-2e1fa3c6605e" providerId="ADAL" clId="{39AA12F0-CB51-4D67-A3A6-7C3EC2C345CA}" dt="2025-11-08T14:06:01.314" v="46"/>
          <ac:picMkLst>
            <pc:docMk/>
            <pc:sldMk cId="2993848755" sldId="264"/>
            <ac:picMk id="29" creationId="{4A533A66-723F-2D33-471E-78913E09C3BA}"/>
          </ac:picMkLst>
        </pc:picChg>
        <pc:picChg chg="mod">
          <ac:chgData name="de-Jesus-Oliveira Victor-Adriel" userId="a708fc36-3c1b-42ab-b5e9-2e1fa3c6605e" providerId="ADAL" clId="{39AA12F0-CB51-4D67-A3A6-7C3EC2C345CA}" dt="2025-11-08T14:06:01.314" v="46"/>
          <ac:picMkLst>
            <pc:docMk/>
            <pc:sldMk cId="2993848755" sldId="264"/>
            <ac:picMk id="30" creationId="{D8264CC2-6543-6FE3-7A15-7A79E3C7692A}"/>
          </ac:picMkLst>
        </pc:picChg>
        <pc:picChg chg="mod">
          <ac:chgData name="de-Jesus-Oliveira Victor-Adriel" userId="a708fc36-3c1b-42ab-b5e9-2e1fa3c6605e" providerId="ADAL" clId="{39AA12F0-CB51-4D67-A3A6-7C3EC2C345CA}" dt="2025-11-08T14:06:01.314" v="46"/>
          <ac:picMkLst>
            <pc:docMk/>
            <pc:sldMk cId="2993848755" sldId="264"/>
            <ac:picMk id="31" creationId="{A7EFA9C1-D28F-A448-3D51-5F1CBA5BA791}"/>
          </ac:picMkLst>
        </pc:picChg>
        <pc:picChg chg="mod">
          <ac:chgData name="de-Jesus-Oliveira Victor-Adriel" userId="a708fc36-3c1b-42ab-b5e9-2e1fa3c6605e" providerId="ADAL" clId="{39AA12F0-CB51-4D67-A3A6-7C3EC2C345CA}" dt="2025-11-09T06:49:21.262" v="56"/>
          <ac:picMkLst>
            <pc:docMk/>
            <pc:sldMk cId="2993848755" sldId="264"/>
            <ac:picMk id="33" creationId="{6F671CC3-7E65-AECC-DBF8-B5DB0EA12D43}"/>
          </ac:picMkLst>
        </pc:picChg>
        <pc:picChg chg="mod">
          <ac:chgData name="de-Jesus-Oliveira Victor-Adriel" userId="a708fc36-3c1b-42ab-b5e9-2e1fa3c6605e" providerId="ADAL" clId="{39AA12F0-CB51-4D67-A3A6-7C3EC2C345CA}" dt="2025-11-09T06:49:21.262" v="56"/>
          <ac:picMkLst>
            <pc:docMk/>
            <pc:sldMk cId="2993848755" sldId="264"/>
            <ac:picMk id="66" creationId="{4B03B71D-9D96-B6C4-EC89-179E747FDE2B}"/>
          </ac:picMkLst>
        </pc:picChg>
        <pc:picChg chg="mod">
          <ac:chgData name="de-Jesus-Oliveira Victor-Adriel" userId="a708fc36-3c1b-42ab-b5e9-2e1fa3c6605e" providerId="ADAL" clId="{39AA12F0-CB51-4D67-A3A6-7C3EC2C345CA}" dt="2025-11-09T06:49:21.262" v="56"/>
          <ac:picMkLst>
            <pc:docMk/>
            <pc:sldMk cId="2993848755" sldId="264"/>
            <ac:picMk id="72" creationId="{977182D9-B3EB-119A-0606-E4A5B39649AD}"/>
          </ac:picMkLst>
        </pc:picChg>
        <pc:picChg chg="mod">
          <ac:chgData name="de-Jesus-Oliveira Victor-Adriel" userId="a708fc36-3c1b-42ab-b5e9-2e1fa3c6605e" providerId="ADAL" clId="{39AA12F0-CB51-4D67-A3A6-7C3EC2C345CA}" dt="2025-11-09T06:49:21.262" v="56"/>
          <ac:picMkLst>
            <pc:docMk/>
            <pc:sldMk cId="2993848755" sldId="264"/>
            <ac:picMk id="102" creationId="{2F8B6E6E-1206-8D96-98D6-25EDBF8DE20A}"/>
          </ac:picMkLst>
        </pc:picChg>
      </pc:sldChg>
      <pc:sldChg chg="addSp delSp modSp mod">
        <pc:chgData name="de-Jesus-Oliveira Victor-Adriel" userId="a708fc36-3c1b-42ab-b5e9-2e1fa3c6605e" providerId="ADAL" clId="{39AA12F0-CB51-4D67-A3A6-7C3EC2C345CA}" dt="2025-11-07T17:02:54.062" v="19"/>
        <pc:sldMkLst>
          <pc:docMk/>
          <pc:sldMk cId="1717017816" sldId="266"/>
        </pc:sldMkLst>
        <pc:spChg chg="mod">
          <ac:chgData name="de-Jesus-Oliveira Victor-Adriel" userId="a708fc36-3c1b-42ab-b5e9-2e1fa3c6605e" providerId="ADAL" clId="{39AA12F0-CB51-4D67-A3A6-7C3EC2C345CA}" dt="2025-11-07T16:58:05.984" v="13" actId="6549"/>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7:00:41.517" v="14"/>
          <ac:spMkLst>
            <pc:docMk/>
            <pc:sldMk cId="1717017816" sldId="266"/>
            <ac:spMk id="6" creationId="{CD7C90DA-A06F-52BD-40E5-7FD9149075FF}"/>
          </ac:spMkLst>
        </pc:spChg>
        <pc:spChg chg="add mod">
          <ac:chgData name="de-Jesus-Oliveira Victor-Adriel" userId="a708fc36-3c1b-42ab-b5e9-2e1fa3c6605e" providerId="ADAL" clId="{39AA12F0-CB51-4D67-A3A6-7C3EC2C345CA}" dt="2025-11-07T17:02:54.062" v="19"/>
          <ac:spMkLst>
            <pc:docMk/>
            <pc:sldMk cId="1717017816" sldId="266"/>
            <ac:spMk id="11" creationId="{A2590C87-4E53-0DAF-1DBD-C76CB855A0A8}"/>
          </ac:spMkLst>
        </pc:spChg>
        <pc:grpChg chg="add mod">
          <ac:chgData name="de-Jesus-Oliveira Victor-Adriel" userId="a708fc36-3c1b-42ab-b5e9-2e1fa3c6605e" providerId="ADAL" clId="{39AA12F0-CB51-4D67-A3A6-7C3EC2C345CA}" dt="2025-11-07T17:00:41.517" v="14"/>
          <ac:grpSpMkLst>
            <pc:docMk/>
            <pc:sldMk cId="1717017816" sldId="266"/>
            <ac:grpSpMk id="8" creationId="{A67EA593-85DB-3A17-8DE5-CBD1B77A8C11}"/>
          </ac:grpSpMkLst>
        </pc:grpChg>
        <pc:grpChg chg="add mod">
          <ac:chgData name="de-Jesus-Oliveira Victor-Adriel" userId="a708fc36-3c1b-42ab-b5e9-2e1fa3c6605e" providerId="ADAL" clId="{39AA12F0-CB51-4D67-A3A6-7C3EC2C345CA}" dt="2025-11-07T17:00:41.517" v="14"/>
          <ac:grpSpMkLst>
            <pc:docMk/>
            <pc:sldMk cId="1717017816" sldId="266"/>
            <ac:grpSpMk id="12" creationId="{0A9078BB-1A54-2935-8087-8DD44DE894F1}"/>
          </ac:grpSpMkLst>
        </pc:grpChg>
        <pc:picChg chg="add mod">
          <ac:chgData name="de-Jesus-Oliveira Victor-Adriel" userId="a708fc36-3c1b-42ab-b5e9-2e1fa3c6605e" providerId="ADAL" clId="{39AA12F0-CB51-4D67-A3A6-7C3EC2C345CA}" dt="2025-11-07T17:00:41.517" v="14"/>
          <ac:picMkLst>
            <pc:docMk/>
            <pc:sldMk cId="1717017816" sldId="266"/>
            <ac:picMk id="3" creationId="{E08C4D48-C014-839E-78C2-ED6218EB3086}"/>
          </ac:picMkLst>
        </pc:picChg>
        <pc:picChg chg="mod">
          <ac:chgData name="de-Jesus-Oliveira Victor-Adriel" userId="a708fc36-3c1b-42ab-b5e9-2e1fa3c6605e" providerId="ADAL" clId="{39AA12F0-CB51-4D67-A3A6-7C3EC2C345CA}" dt="2025-11-07T17:00:41.517" v="14"/>
          <ac:picMkLst>
            <pc:docMk/>
            <pc:sldMk cId="1717017816" sldId="266"/>
            <ac:picMk id="9" creationId="{E67B25E4-654A-AB9F-535D-4D7BCC8C4B6B}"/>
          </ac:picMkLst>
        </pc:picChg>
        <pc:picChg chg="mod">
          <ac:chgData name="de-Jesus-Oliveira Victor-Adriel" userId="a708fc36-3c1b-42ab-b5e9-2e1fa3c6605e" providerId="ADAL" clId="{39AA12F0-CB51-4D67-A3A6-7C3EC2C345CA}" dt="2025-11-07T17:00:41.517" v="14"/>
          <ac:picMkLst>
            <pc:docMk/>
            <pc:sldMk cId="1717017816" sldId="266"/>
            <ac:picMk id="10" creationId="{28919195-23ED-4674-18C7-5100C24F75E4}"/>
          </ac:picMkLst>
        </pc:picChg>
        <pc:picChg chg="mod">
          <ac:chgData name="de-Jesus-Oliveira Victor-Adriel" userId="a708fc36-3c1b-42ab-b5e9-2e1fa3c6605e" providerId="ADAL" clId="{39AA12F0-CB51-4D67-A3A6-7C3EC2C345CA}" dt="2025-11-07T17:00:41.517" v="14"/>
          <ac:picMkLst>
            <pc:docMk/>
            <pc:sldMk cId="1717017816" sldId="266"/>
            <ac:picMk id="13" creationId="{246E6AC6-B6E9-61B9-89D9-5B9E42A365AC}"/>
          </ac:picMkLst>
        </pc:picChg>
        <pc:picChg chg="mod">
          <ac:chgData name="de-Jesus-Oliveira Victor-Adriel" userId="a708fc36-3c1b-42ab-b5e9-2e1fa3c6605e" providerId="ADAL" clId="{39AA12F0-CB51-4D67-A3A6-7C3EC2C345CA}" dt="2025-11-07T17:00:41.517" v="14"/>
          <ac:picMkLst>
            <pc:docMk/>
            <pc:sldMk cId="1717017816" sldId="266"/>
            <ac:picMk id="14" creationId="{834CCE9A-36F8-162A-D949-86EC01EDF236}"/>
          </ac:picMkLst>
        </pc:picChg>
        <pc:picChg chg="mod">
          <ac:chgData name="de-Jesus-Oliveira Victor-Adriel" userId="a708fc36-3c1b-42ab-b5e9-2e1fa3c6605e" providerId="ADAL" clId="{39AA12F0-CB51-4D67-A3A6-7C3EC2C345CA}" dt="2025-11-07T17:00:41.517" v="14"/>
          <ac:picMkLst>
            <pc:docMk/>
            <pc:sldMk cId="1717017816" sldId="266"/>
            <ac:picMk id="15" creationId="{FD4D99E9-26DE-9474-CD88-C4270FDDC35D}"/>
          </ac:picMkLst>
        </pc:picChg>
      </pc:sldChg>
      <pc:sldChg chg="addSp modSp mod">
        <pc:chgData name="de-Jesus-Oliveira Victor-Adriel" userId="a708fc36-3c1b-42ab-b5e9-2e1fa3c6605e" providerId="ADAL" clId="{39AA12F0-CB51-4D67-A3A6-7C3EC2C345CA}" dt="2025-11-07T17:12:36.377" v="35" actId="6549"/>
        <pc:sldMkLst>
          <pc:docMk/>
          <pc:sldMk cId="171183961" sldId="267"/>
        </pc:sldMkLst>
        <pc:spChg chg="mod">
          <ac:chgData name="de-Jesus-Oliveira Victor-Adriel" userId="a708fc36-3c1b-42ab-b5e9-2e1fa3c6605e" providerId="ADAL" clId="{39AA12F0-CB51-4D67-A3A6-7C3EC2C345CA}" dt="2025-11-07T17:12:36.377" v="35"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14.900" v="21" actId="167"/>
          <ac:picMkLst>
            <pc:docMk/>
            <pc:sldMk cId="171183961" sldId="267"/>
            <ac:picMk id="4" creationId="{3A2B77AA-5CC2-63D9-0B44-4E4EDFCDA253}"/>
          </ac:picMkLst>
        </pc:picChg>
      </pc:sldChg>
      <pc:sldChg chg="addSp delSp modSp mod">
        <pc:chgData name="de-Jesus-Oliveira Victor-Adriel" userId="a708fc36-3c1b-42ab-b5e9-2e1fa3c6605e" providerId="ADAL" clId="{39AA12F0-CB51-4D67-A3A6-7C3EC2C345CA}" dt="2025-11-09T06:49:33.144" v="60" actId="478"/>
        <pc:sldMkLst>
          <pc:docMk/>
          <pc:sldMk cId="3797596492" sldId="268"/>
        </pc:sldMkLst>
        <pc:spChg chg="ord">
          <ac:chgData name="de-Jesus-Oliveira Victor-Adriel" userId="a708fc36-3c1b-42ab-b5e9-2e1fa3c6605e" providerId="ADAL" clId="{39AA12F0-CB51-4D67-A3A6-7C3EC2C345CA}" dt="2025-11-08T14:05:58.441" v="45" actId="166"/>
          <ac:spMkLst>
            <pc:docMk/>
            <pc:sldMk cId="3797596492" sldId="268"/>
            <ac:spMk id="2" creationId="{A1CCEABA-0FB8-48DD-ADCE-6F844E6EA882}"/>
          </ac:spMkLst>
        </pc:spChg>
        <pc:grpChg chg="add del mod">
          <ac:chgData name="de-Jesus-Oliveira Victor-Adriel" userId="a708fc36-3c1b-42ab-b5e9-2e1fa3c6605e" providerId="ADAL" clId="{39AA12F0-CB51-4D67-A3A6-7C3EC2C345CA}" dt="2025-11-09T06:49:33.144" v="60" actId="478"/>
          <ac:grpSpMkLst>
            <pc:docMk/>
            <pc:sldMk cId="3797596492" sldId="268"/>
            <ac:grpSpMk id="5" creationId="{B17C7D85-7CDA-04AB-0E43-C8DEB65D6FF0}"/>
          </ac:grpSpMkLst>
        </pc:grpChg>
        <pc:grpChg chg="mod">
          <ac:chgData name="de-Jesus-Oliveira Victor-Adriel" userId="a708fc36-3c1b-42ab-b5e9-2e1fa3c6605e" providerId="ADAL" clId="{39AA12F0-CB51-4D67-A3A6-7C3EC2C345CA}" dt="2025-11-08T14:05:54.382" v="44"/>
          <ac:grpSpMkLst>
            <pc:docMk/>
            <pc:sldMk cId="3797596492" sldId="268"/>
            <ac:grpSpMk id="8" creationId="{947E741E-20EA-CCFF-5932-8EF7ED10BF53}"/>
          </ac:grpSpMkLst>
        </pc:grpChg>
        <pc:grpChg chg="add mod">
          <ac:chgData name="de-Jesus-Oliveira Victor-Adriel" userId="a708fc36-3c1b-42ab-b5e9-2e1fa3c6605e" providerId="ADAL" clId="{39AA12F0-CB51-4D67-A3A6-7C3EC2C345CA}" dt="2025-11-09T06:49:20.082" v="55"/>
          <ac:grpSpMkLst>
            <pc:docMk/>
            <pc:sldMk cId="3797596492" sldId="268"/>
            <ac:grpSpMk id="12" creationId="{9C4C59E1-8F00-6465-2358-1FC478553E87}"/>
          </ac:grpSpMkLst>
        </pc:grpChg>
        <pc:grpChg chg="mod">
          <ac:chgData name="de-Jesus-Oliveira Victor-Adriel" userId="a708fc36-3c1b-42ab-b5e9-2e1fa3c6605e" providerId="ADAL" clId="{39AA12F0-CB51-4D67-A3A6-7C3EC2C345CA}" dt="2025-11-09T06:49:20.082" v="55"/>
          <ac:grpSpMkLst>
            <pc:docMk/>
            <pc:sldMk cId="3797596492" sldId="268"/>
            <ac:grpSpMk id="14" creationId="{14CD0D43-1ABE-BEB2-5844-4682D84B7418}"/>
          </ac:grpSpMkLst>
        </pc:grpChg>
        <pc:picChg chg="mod">
          <ac:chgData name="de-Jesus-Oliveira Victor-Adriel" userId="a708fc36-3c1b-42ab-b5e9-2e1fa3c6605e" providerId="ADAL" clId="{39AA12F0-CB51-4D67-A3A6-7C3EC2C345CA}" dt="2025-11-08T14:05:54.382" v="44"/>
          <ac:picMkLst>
            <pc:docMk/>
            <pc:sldMk cId="3797596492" sldId="268"/>
            <ac:picMk id="7" creationId="{E5208D47-EA23-9144-D219-255BBD69322E}"/>
          </ac:picMkLst>
        </pc:picChg>
        <pc:picChg chg="mod">
          <ac:chgData name="de-Jesus-Oliveira Victor-Adriel" userId="a708fc36-3c1b-42ab-b5e9-2e1fa3c6605e" providerId="ADAL" clId="{39AA12F0-CB51-4D67-A3A6-7C3EC2C345CA}" dt="2025-11-08T14:05:54.382" v="44"/>
          <ac:picMkLst>
            <pc:docMk/>
            <pc:sldMk cId="3797596492" sldId="268"/>
            <ac:picMk id="9" creationId="{D9C6370F-85F7-A285-EBD7-6B73C1B18201}"/>
          </ac:picMkLst>
        </pc:picChg>
        <pc:picChg chg="mod">
          <ac:chgData name="de-Jesus-Oliveira Victor-Adriel" userId="a708fc36-3c1b-42ab-b5e9-2e1fa3c6605e" providerId="ADAL" clId="{39AA12F0-CB51-4D67-A3A6-7C3EC2C345CA}" dt="2025-11-08T14:05:54.382" v="44"/>
          <ac:picMkLst>
            <pc:docMk/>
            <pc:sldMk cId="3797596492" sldId="268"/>
            <ac:picMk id="10" creationId="{26DEAED5-AA4D-1A0F-46BB-0FEA5770E21C}"/>
          </ac:picMkLst>
        </pc:picChg>
        <pc:picChg chg="mod">
          <ac:chgData name="de-Jesus-Oliveira Victor-Adriel" userId="a708fc36-3c1b-42ab-b5e9-2e1fa3c6605e" providerId="ADAL" clId="{39AA12F0-CB51-4D67-A3A6-7C3EC2C345CA}" dt="2025-11-08T14:05:54.382" v="44"/>
          <ac:picMkLst>
            <pc:docMk/>
            <pc:sldMk cId="3797596492" sldId="268"/>
            <ac:picMk id="11" creationId="{F5804164-839E-2F72-7EEB-AFB040D6CB73}"/>
          </ac:picMkLst>
        </pc:picChg>
        <pc:picChg chg="mod">
          <ac:chgData name="de-Jesus-Oliveira Victor-Adriel" userId="a708fc36-3c1b-42ab-b5e9-2e1fa3c6605e" providerId="ADAL" clId="{39AA12F0-CB51-4D67-A3A6-7C3EC2C345CA}" dt="2025-11-09T06:49:20.082" v="55"/>
          <ac:picMkLst>
            <pc:docMk/>
            <pc:sldMk cId="3797596492" sldId="268"/>
            <ac:picMk id="13" creationId="{8736EEB1-64B4-0C0F-6B3A-CEE2E68FA927}"/>
          </ac:picMkLst>
        </pc:picChg>
        <pc:picChg chg="mod">
          <ac:chgData name="de-Jesus-Oliveira Victor-Adriel" userId="a708fc36-3c1b-42ab-b5e9-2e1fa3c6605e" providerId="ADAL" clId="{39AA12F0-CB51-4D67-A3A6-7C3EC2C345CA}" dt="2025-11-09T06:49:20.082" v="55"/>
          <ac:picMkLst>
            <pc:docMk/>
            <pc:sldMk cId="3797596492" sldId="268"/>
            <ac:picMk id="15" creationId="{0572FD6D-1D8A-4705-7EDE-54E9B16F4630}"/>
          </ac:picMkLst>
        </pc:picChg>
        <pc:picChg chg="mod">
          <ac:chgData name="de-Jesus-Oliveira Victor-Adriel" userId="a708fc36-3c1b-42ab-b5e9-2e1fa3c6605e" providerId="ADAL" clId="{39AA12F0-CB51-4D67-A3A6-7C3EC2C345CA}" dt="2025-11-09T06:49:20.082" v="55"/>
          <ac:picMkLst>
            <pc:docMk/>
            <pc:sldMk cId="3797596492" sldId="268"/>
            <ac:picMk id="16" creationId="{A3FA3F0D-7ADA-6192-836C-EFA335D0DC84}"/>
          </ac:picMkLst>
        </pc:picChg>
        <pc:picChg chg="mod">
          <ac:chgData name="de-Jesus-Oliveira Victor-Adriel" userId="a708fc36-3c1b-42ab-b5e9-2e1fa3c6605e" providerId="ADAL" clId="{39AA12F0-CB51-4D67-A3A6-7C3EC2C345CA}" dt="2025-11-09T06:49:20.082" v="55"/>
          <ac:picMkLst>
            <pc:docMk/>
            <pc:sldMk cId="3797596492" sldId="268"/>
            <ac:picMk id="17" creationId="{3897C84F-56A5-476A-DD07-C46B9EDFE25D}"/>
          </ac:picMkLst>
        </pc:picChg>
      </pc:sldChg>
      <pc:sldChg chg="addSp delSp modSp mod">
        <pc:chgData name="de-Jesus-Oliveira Victor-Adriel" userId="a708fc36-3c1b-42ab-b5e9-2e1fa3c6605e" providerId="ADAL" clId="{39AA12F0-CB51-4D67-A3A6-7C3EC2C345CA}" dt="2025-11-09T06:49:26.622" v="58" actId="478"/>
        <pc:sldMkLst>
          <pc:docMk/>
          <pc:sldMk cId="339145208" sldId="269"/>
        </pc:sldMkLst>
        <pc:spChg chg="ord">
          <ac:chgData name="de-Jesus-Oliveira Victor-Adriel" userId="a708fc36-3c1b-42ab-b5e9-2e1fa3c6605e" providerId="ADAL" clId="{39AA12F0-CB51-4D67-A3A6-7C3EC2C345CA}" dt="2025-11-08T14:06:12.718" v="49" actId="166"/>
          <ac:spMkLst>
            <pc:docMk/>
            <pc:sldMk cId="339145208" sldId="269"/>
            <ac:spMk id="105" creationId="{2EB3240F-7D30-F7A4-FAF7-5A404A21C50B}"/>
          </ac:spMkLst>
        </pc:spChg>
        <pc:grpChg chg="add del mod">
          <ac:chgData name="de-Jesus-Oliveira Victor-Adriel" userId="a708fc36-3c1b-42ab-b5e9-2e1fa3c6605e" providerId="ADAL" clId="{39AA12F0-CB51-4D67-A3A6-7C3EC2C345CA}" dt="2025-11-09T06:49:26.622" v="58" actId="478"/>
          <ac:grpSpMkLst>
            <pc:docMk/>
            <pc:sldMk cId="339145208" sldId="269"/>
            <ac:grpSpMk id="3" creationId="{065EFD14-641D-D450-3E44-D00964856C09}"/>
          </ac:grpSpMkLst>
        </pc:grpChg>
        <pc:grpChg chg="mod">
          <ac:chgData name="de-Jesus-Oliveira Victor-Adriel" userId="a708fc36-3c1b-42ab-b5e9-2e1fa3c6605e" providerId="ADAL" clId="{39AA12F0-CB51-4D67-A3A6-7C3EC2C345CA}" dt="2025-11-08T14:06:08.806" v="48"/>
          <ac:grpSpMkLst>
            <pc:docMk/>
            <pc:sldMk cId="339145208" sldId="269"/>
            <ac:grpSpMk id="7" creationId="{313F9BA2-5C28-102C-D367-FBB6FD4789BD}"/>
          </ac:grpSpMkLst>
        </pc:grpChg>
        <pc:grpChg chg="add mod">
          <ac:chgData name="de-Jesus-Oliveira Victor-Adriel" userId="a708fc36-3c1b-42ab-b5e9-2e1fa3c6605e" providerId="ADAL" clId="{39AA12F0-CB51-4D67-A3A6-7C3EC2C345CA}" dt="2025-11-09T06:49:22.666" v="57"/>
          <ac:grpSpMkLst>
            <pc:docMk/>
            <pc:sldMk cId="339145208" sldId="269"/>
            <ac:grpSpMk id="18" creationId="{A562A803-41FC-00DC-6960-9B1CC990E4C4}"/>
          </ac:grpSpMkLst>
        </pc:grpChg>
        <pc:grpChg chg="mod">
          <ac:chgData name="de-Jesus-Oliveira Victor-Adriel" userId="a708fc36-3c1b-42ab-b5e9-2e1fa3c6605e" providerId="ADAL" clId="{39AA12F0-CB51-4D67-A3A6-7C3EC2C345CA}" dt="2025-11-09T06:49:22.666" v="57"/>
          <ac:grpSpMkLst>
            <pc:docMk/>
            <pc:sldMk cId="339145208" sldId="269"/>
            <ac:grpSpMk id="20" creationId="{FF9DD020-BC00-FF37-9F16-0660062FCAC1}"/>
          </ac:grpSpMkLst>
        </pc:grpChg>
        <pc:picChg chg="mod">
          <ac:chgData name="de-Jesus-Oliveira Victor-Adriel" userId="a708fc36-3c1b-42ab-b5e9-2e1fa3c6605e" providerId="ADAL" clId="{39AA12F0-CB51-4D67-A3A6-7C3EC2C345CA}" dt="2025-11-08T14:06:08.806" v="48"/>
          <ac:picMkLst>
            <pc:docMk/>
            <pc:sldMk cId="339145208" sldId="269"/>
            <ac:picMk id="5" creationId="{64FDDE65-BCEA-2423-971B-99165FDB995A}"/>
          </ac:picMkLst>
        </pc:picChg>
        <pc:picChg chg="mod">
          <ac:chgData name="de-Jesus-Oliveira Victor-Adriel" userId="a708fc36-3c1b-42ab-b5e9-2e1fa3c6605e" providerId="ADAL" clId="{39AA12F0-CB51-4D67-A3A6-7C3EC2C345CA}" dt="2025-11-08T14:06:08.806" v="48"/>
          <ac:picMkLst>
            <pc:docMk/>
            <pc:sldMk cId="339145208" sldId="269"/>
            <ac:picMk id="10" creationId="{D705DA7D-873F-342A-6048-7BDC91E414D5}"/>
          </ac:picMkLst>
        </pc:picChg>
        <pc:picChg chg="mod">
          <ac:chgData name="de-Jesus-Oliveira Victor-Adriel" userId="a708fc36-3c1b-42ab-b5e9-2e1fa3c6605e" providerId="ADAL" clId="{39AA12F0-CB51-4D67-A3A6-7C3EC2C345CA}" dt="2025-11-08T14:06:08.806" v="48"/>
          <ac:picMkLst>
            <pc:docMk/>
            <pc:sldMk cId="339145208" sldId="269"/>
            <ac:picMk id="13" creationId="{6955AB82-C221-FEB4-B3F3-0F9301E8450B}"/>
          </ac:picMkLst>
        </pc:picChg>
        <pc:picChg chg="mod">
          <ac:chgData name="de-Jesus-Oliveira Victor-Adriel" userId="a708fc36-3c1b-42ab-b5e9-2e1fa3c6605e" providerId="ADAL" clId="{39AA12F0-CB51-4D67-A3A6-7C3EC2C345CA}" dt="2025-11-08T14:06:08.806" v="48"/>
          <ac:picMkLst>
            <pc:docMk/>
            <pc:sldMk cId="339145208" sldId="269"/>
            <ac:picMk id="17" creationId="{B404228E-14D7-55D6-6FCF-6D0C97864B7F}"/>
          </ac:picMkLst>
        </pc:picChg>
        <pc:picChg chg="mod">
          <ac:chgData name="de-Jesus-Oliveira Victor-Adriel" userId="a708fc36-3c1b-42ab-b5e9-2e1fa3c6605e" providerId="ADAL" clId="{39AA12F0-CB51-4D67-A3A6-7C3EC2C345CA}" dt="2025-11-09T06:49:22.666" v="57"/>
          <ac:picMkLst>
            <pc:docMk/>
            <pc:sldMk cId="339145208" sldId="269"/>
            <ac:picMk id="19" creationId="{7F03273D-31AE-DA86-737F-361DDD8544A5}"/>
          </ac:picMkLst>
        </pc:picChg>
        <pc:picChg chg="mod">
          <ac:chgData name="de-Jesus-Oliveira Victor-Adriel" userId="a708fc36-3c1b-42ab-b5e9-2e1fa3c6605e" providerId="ADAL" clId="{39AA12F0-CB51-4D67-A3A6-7C3EC2C345CA}" dt="2025-11-09T06:49:22.666" v="57"/>
          <ac:picMkLst>
            <pc:docMk/>
            <pc:sldMk cId="339145208" sldId="269"/>
            <ac:picMk id="21" creationId="{3A71EAAA-E5FC-5331-AE7F-1FBFC418787F}"/>
          </ac:picMkLst>
        </pc:picChg>
        <pc:picChg chg="mod">
          <ac:chgData name="de-Jesus-Oliveira Victor-Adriel" userId="a708fc36-3c1b-42ab-b5e9-2e1fa3c6605e" providerId="ADAL" clId="{39AA12F0-CB51-4D67-A3A6-7C3EC2C345CA}" dt="2025-11-09T06:49:22.666" v="57"/>
          <ac:picMkLst>
            <pc:docMk/>
            <pc:sldMk cId="339145208" sldId="269"/>
            <ac:picMk id="22" creationId="{8552FA18-189F-F98C-2AC3-FE931E40187B}"/>
          </ac:picMkLst>
        </pc:picChg>
        <pc:picChg chg="mod">
          <ac:chgData name="de-Jesus-Oliveira Victor-Adriel" userId="a708fc36-3c1b-42ab-b5e9-2e1fa3c6605e" providerId="ADAL" clId="{39AA12F0-CB51-4D67-A3A6-7C3EC2C345CA}" dt="2025-11-09T06:49:22.666" v="57"/>
          <ac:picMkLst>
            <pc:docMk/>
            <pc:sldMk cId="339145208" sldId="269"/>
            <ac:picMk id="23" creationId="{B9CBBF17-F59E-6C31-BC30-39F0D4B4173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de-AT" sz="4800" dirty="0" err="1">
                <a:latin typeface="Pangolin" panose="00000500000000000000" pitchFamily="2" charset="0"/>
                <a:ea typeface="+mn-ea"/>
                <a:cs typeface="+mn-cs"/>
              </a:rPr>
              <a:t>Indici</a:t>
            </a:r>
            <a:r>
              <a:rPr lang="de-AT" sz="4800" dirty="0">
                <a:latin typeface="Pangolin" panose="00000500000000000000" pitchFamily="2" charset="0"/>
                <a:ea typeface="+mn-ea"/>
                <a:cs typeface="+mn-cs"/>
              </a:rPr>
              <a:t> di </a:t>
            </a:r>
            <a:r>
              <a:rPr lang="de-AT" sz="4800" dirty="0" err="1">
                <a:latin typeface="Pangolin" panose="00000500000000000000" pitchFamily="2" charset="0"/>
                <a:ea typeface="+mn-ea"/>
                <a:cs typeface="+mn-cs"/>
              </a:rPr>
              <a:t>Tendenza</a:t>
            </a:r>
            <a:r>
              <a:rPr lang="de-AT" sz="4800" dirty="0">
                <a:latin typeface="Pangolin" panose="00000500000000000000" pitchFamily="2" charset="0"/>
                <a:ea typeface="+mn-ea"/>
                <a:cs typeface="+mn-cs"/>
              </a:rPr>
              <a:t> </a:t>
            </a:r>
            <a:r>
              <a:rPr lang="de-AT" sz="4800" dirty="0" err="1">
                <a:latin typeface="Pangolin" panose="00000500000000000000" pitchFamily="2" charset="0"/>
                <a:ea typeface="+mn-ea"/>
                <a:cs typeface="+mn-cs"/>
              </a:rPr>
              <a:t>Centrale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3" name="Picture 2">
            <a:extLst>
              <a:ext uri="{FF2B5EF4-FFF2-40B4-BE49-F238E27FC236}">
                <a16:creationId xmlns:a16="http://schemas.microsoft.com/office/drawing/2014/main" id="{E08C4D48-C014-839E-78C2-ED6218EB308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CD7C90DA-A06F-52BD-40E5-7FD9149075FF}"/>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67EA593-85DB-3A17-8DE5-CBD1B77A8C11}"/>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E67B25E4-654A-AB9F-535D-4D7BCC8C4B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28919195-23ED-4674-18C7-5100C24F75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2590C87-4E53-0DAF-1DBD-C76CB855A0A8}"/>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Indici di Tendenza Centrale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0A9078BB-1A54-2935-8087-8DD44DE894F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246E6AC6-B6E9-61B9-89D9-5B9E42A365AC}"/>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834CCE9A-36F8-162A-D949-86EC01EDF236}"/>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FD4D99E9-26DE-9474-CD88-C4270FDDC35D}"/>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dirty="0">
                <a:solidFill>
                  <a:schemeClr val="tx1"/>
                </a:solidFill>
                <a:latin typeface="Pangolin" panose="00000500000000000000" pitchFamily="2" charset="0"/>
              </a:rPr>
              <a:t>È una giornata impegnativa </a:t>
            </a:r>
            <a:br>
              <a:rPr lang="it-IT" sz="1000" dirty="0">
                <a:solidFill>
                  <a:schemeClr val="tx1"/>
                </a:solidFill>
                <a:latin typeface="Pangolin" panose="00000500000000000000" pitchFamily="2" charset="0"/>
              </a:rPr>
            </a:br>
            <a:r>
              <a:rPr lang="it-IT" sz="1000" dirty="0">
                <a:solidFill>
                  <a:schemeClr val="tx1"/>
                </a:solidFill>
                <a:latin typeface="Pangolin" panose="00000500000000000000" pitchFamily="2" charset="0"/>
              </a:rPr>
              <a:t>nell’ufficio centrale...</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sospiro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it-IT" sz="1000" dirty="0">
                <a:latin typeface="Pangolin" panose="00000500000000000000" pitchFamily="2" charset="0"/>
              </a:rPr>
              <a:t>Ehi novellino, sei pronto per la tua presentazione di oggi?</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it-IT" sz="1000">
                <a:latin typeface="Pangolin" panose="00000500000000000000" pitchFamily="2" charset="0"/>
              </a:rPr>
              <a:t>Non proprio... Ho raccolto molti dati, ma ho solo pochi minuti per presentarli tutti!</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98909"/>
            <a:ext cx="1034677" cy="707886"/>
          </a:xfrm>
          <a:prstGeom prst="rect">
            <a:avLst/>
          </a:prstGeom>
          <a:noFill/>
        </p:spPr>
        <p:txBody>
          <a:bodyPr wrap="square">
            <a:spAutoFit/>
          </a:bodyPr>
          <a:lstStyle/>
          <a:p>
            <a:pPr algn="ctr"/>
            <a:r>
              <a:rPr lang="it-IT" sz="1000" dirty="0">
                <a:latin typeface="Pangolin" panose="00000500000000000000" pitchFamily="2" charset="0"/>
              </a:rPr>
              <a:t>Perché non mostri solo gli aspetti più interessanti?</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it-IT" sz="1000" dirty="0">
                <a:latin typeface="Pangolin" panose="00000500000000000000" pitchFamily="2" charset="0"/>
              </a:rPr>
              <a:t>Ma ci sono così tanti aspetti interessanti! Non posso </a:t>
            </a:r>
            <a:br>
              <a:rPr lang="it-IT" sz="1000" dirty="0">
                <a:latin typeface="Pangolin" panose="00000500000000000000" pitchFamily="2" charset="0"/>
              </a:rPr>
            </a:br>
            <a:r>
              <a:rPr lang="it-IT" sz="1000" dirty="0">
                <a:latin typeface="Pangolin" panose="00000500000000000000" pitchFamily="2" charset="0"/>
              </a:rPr>
              <a:t>presentare tutto.</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beh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67495" y="6894306"/>
            <a:ext cx="1646776" cy="861774"/>
          </a:xfrm>
          <a:prstGeom prst="rect">
            <a:avLst/>
          </a:prstGeom>
          <a:noFill/>
        </p:spPr>
        <p:txBody>
          <a:bodyPr wrap="square">
            <a:spAutoFit/>
          </a:bodyPr>
          <a:lstStyle/>
          <a:p>
            <a:pPr algn="ctr"/>
            <a:r>
              <a:rPr lang="it-IT" sz="1000" dirty="0">
                <a:latin typeface="Pangolin" panose="00000500000000000000" pitchFamily="2" charset="0"/>
              </a:rPr>
              <a:t>Che ne dici di iniziare con la </a:t>
            </a:r>
            <a:r>
              <a:rPr lang="it-IT" sz="1000" dirty="0">
                <a:highlight>
                  <a:srgbClr val="C0C0C0"/>
                </a:highlight>
                <a:latin typeface="Pangolin" panose="00000500000000000000" pitchFamily="2" charset="0"/>
              </a:rPr>
              <a:t>TENDENZA CENTRALE</a:t>
            </a:r>
            <a:r>
              <a:rPr lang="it-IT" sz="1000" dirty="0">
                <a:latin typeface="Pangolin" panose="00000500000000000000" pitchFamily="2" charset="0"/>
              </a:rPr>
              <a:t>? </a:t>
            </a:r>
            <a:br>
              <a:rPr lang="it-IT" sz="1000" dirty="0">
                <a:latin typeface="Pangolin" panose="00000500000000000000" pitchFamily="2" charset="0"/>
              </a:rPr>
            </a:br>
            <a:r>
              <a:rPr lang="it-IT" sz="1000" dirty="0">
                <a:latin typeface="Pangolin" panose="00000500000000000000" pitchFamily="2" charset="0"/>
              </a:rPr>
              <a:t>È un buon modo per avere una panoramica </a:t>
            </a:r>
            <a:br>
              <a:rPr lang="it-IT" sz="1000" dirty="0">
                <a:latin typeface="Pangolin" panose="00000500000000000000" pitchFamily="2" charset="0"/>
              </a:rPr>
            </a:br>
            <a:r>
              <a:rPr lang="it-IT" sz="1000" dirty="0">
                <a:latin typeface="Pangolin" panose="00000500000000000000" pitchFamily="2" charset="0"/>
              </a:rPr>
              <a:t>dei dati raccolti.</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862775"/>
            <a:ext cx="926478" cy="400110"/>
          </a:xfrm>
          <a:prstGeom prst="rect">
            <a:avLst/>
          </a:prstGeom>
          <a:noFill/>
        </p:spPr>
        <p:txBody>
          <a:bodyPr wrap="square">
            <a:spAutoFit/>
          </a:bodyPr>
          <a:lstStyle/>
          <a:p>
            <a:pPr algn="ctr"/>
            <a:r>
              <a:rPr lang="pt-BR" sz="1000" dirty="0">
                <a:latin typeface="Pangolin" panose="00000500000000000000" pitchFamily="2" charset="0"/>
              </a:rPr>
              <a:t>Cosa vuoi dire?</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a:latin typeface="Pangolin" panose="00000500000000000000" pitchFamily="2" charset="0"/>
              </a:rPr>
              <a:t>Ciao, accetteresti una mela?</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pt-BR" sz="1000" dirty="0">
                <a:latin typeface="Pangolin" panose="00000500000000000000" pitchFamily="2" charset="0"/>
              </a:rPr>
              <a:t>Serviranno da esempio!</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99173" y="6789030"/>
            <a:ext cx="2026306" cy="707886"/>
          </a:xfrm>
          <a:prstGeom prst="rect">
            <a:avLst/>
          </a:prstGeom>
          <a:noFill/>
        </p:spPr>
        <p:txBody>
          <a:bodyPr wrap="square">
            <a:spAutoFit/>
          </a:bodyPr>
          <a:lstStyle/>
          <a:p>
            <a:pPr algn="ctr"/>
            <a:r>
              <a:rPr lang="it-IT" sz="1000" dirty="0">
                <a:latin typeface="Pangolin" panose="00000500000000000000" pitchFamily="2" charset="0"/>
              </a:rPr>
              <a:t>Ok, vedi queste mele? </a:t>
            </a:r>
            <a:br>
              <a:rPr lang="it-IT" sz="1000" dirty="0">
                <a:latin typeface="Pangolin" panose="00000500000000000000" pitchFamily="2" charset="0"/>
              </a:rPr>
            </a:br>
            <a:r>
              <a:rPr lang="it-IT" sz="1000" dirty="0">
                <a:latin typeface="Pangolin" panose="00000500000000000000" pitchFamily="2" charset="0"/>
              </a:rPr>
              <a:t>Quando misuriamo il loro peso, il peso è la nostra variabile, e </a:t>
            </a:r>
            <a:br>
              <a:rPr lang="it-IT" sz="1000" dirty="0">
                <a:latin typeface="Pangolin" panose="00000500000000000000" pitchFamily="2" charset="0"/>
              </a:rPr>
            </a:br>
            <a:r>
              <a:rPr lang="it-IT" sz="1000" dirty="0">
                <a:latin typeface="Pangolin" panose="00000500000000000000" pitchFamily="2" charset="0"/>
              </a:rPr>
              <a:t>             abbiamo valori diversi.</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17" name="Group 16">
            <a:extLst>
              <a:ext uri="{FF2B5EF4-FFF2-40B4-BE49-F238E27FC236}">
                <a16:creationId xmlns:a16="http://schemas.microsoft.com/office/drawing/2014/main" id="{C3879070-DA20-4F3E-7E30-9FE93322E466}"/>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7" name="Picture 26">
              <a:extLst>
                <a:ext uri="{FF2B5EF4-FFF2-40B4-BE49-F238E27FC236}">
                  <a16:creationId xmlns:a16="http://schemas.microsoft.com/office/drawing/2014/main" id="{AFAC4532-9DAD-A25C-2690-37C26F3E539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FC0E9888-EBA1-96B3-BC54-1E4147F61B5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51" name="Picture 50">
                <a:extLst>
                  <a:ext uri="{FF2B5EF4-FFF2-40B4-BE49-F238E27FC236}">
                    <a16:creationId xmlns:a16="http://schemas.microsoft.com/office/drawing/2014/main" id="{889CAD41-E842-7A06-0303-BCDBFA740016}"/>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52" name="Picture 51">
                <a:extLst>
                  <a:ext uri="{FF2B5EF4-FFF2-40B4-BE49-F238E27FC236}">
                    <a16:creationId xmlns:a16="http://schemas.microsoft.com/office/drawing/2014/main" id="{3ACFD6B8-4A24-1B13-52C7-7F7D288F0050}"/>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53" name="Picture 52">
                <a:extLst>
                  <a:ext uri="{FF2B5EF4-FFF2-40B4-BE49-F238E27FC236}">
                    <a16:creationId xmlns:a16="http://schemas.microsoft.com/office/drawing/2014/main" id="{5E729093-88E0-3886-5902-B341B016EAA3}"/>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49333" y="1523406"/>
            <a:ext cx="1067062" cy="461665"/>
          </a:xfrm>
          <a:prstGeom prst="rect">
            <a:avLst/>
          </a:prstGeom>
          <a:noFill/>
        </p:spPr>
        <p:txBody>
          <a:bodyPr wrap="square" rtlCol="0">
            <a:spAutoFit/>
          </a:bodyPr>
          <a:lstStyle/>
          <a:p>
            <a:pPr algn="ctr"/>
            <a:r>
              <a:rPr lang="de-DE" sz="1200" dirty="0">
                <a:latin typeface="KG Always A Good Time" panose="02000505000000020003" pitchFamily="2" charset="0"/>
                <a:ea typeface="Always In My Heart" panose="02000603000000000000" pitchFamily="2" charset="0"/>
              </a:rPr>
              <a:t>Peso delle </a:t>
            </a:r>
            <a:r>
              <a:rPr lang="de-DE" sz="1200" dirty="0" err="1">
                <a:latin typeface="KG Always A Good Time" panose="02000505000000020003" pitchFamily="2" charset="0"/>
                <a:ea typeface="Always In My Heart" panose="02000603000000000000" pitchFamily="2" charset="0"/>
              </a:rPr>
              <a:t>mele</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algn="ctr"/>
            <a:r>
              <a:rPr lang="it-IT" sz="1000" dirty="0">
                <a:latin typeface="Pangolin" panose="00000500000000000000" pitchFamily="2" charset="0"/>
              </a:rPr>
              <a:t>Il modo migliore per descrivere una variabile è riportare i valori e la frequenza con cui appaiono. Questa è chiamata la    </a:t>
            </a:r>
          </a:p>
          <a:p>
            <a:pPr algn="ctr"/>
            <a:r>
              <a:rPr lang="it-IT" sz="1000" dirty="0">
                <a:latin typeface="Pangolin" panose="00000500000000000000" pitchFamily="2" charset="0"/>
              </a:rPr>
              <a:t>             </a:t>
            </a:r>
            <a:r>
              <a:rPr lang="it-IT" sz="1000" dirty="0">
                <a:highlight>
                  <a:srgbClr val="C0C0C0"/>
                </a:highlight>
                <a:latin typeface="Pangolin" panose="00000500000000000000" pitchFamily="2" charset="0"/>
              </a:rPr>
              <a:t>DISTRIBUZIONE</a:t>
            </a:r>
            <a:r>
              <a:rPr lang="it-IT" sz="1000" dirty="0">
                <a:latin typeface="Pangolin" panose="00000500000000000000" pitchFamily="2" charset="0"/>
              </a:rPr>
              <a:t> della variabile.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68914"/>
            <a:ext cx="1780092" cy="861774"/>
          </a:xfrm>
          <a:prstGeom prst="rect">
            <a:avLst/>
          </a:prstGeom>
          <a:noFill/>
        </p:spPr>
        <p:txBody>
          <a:bodyPr wrap="square">
            <a:spAutoFit/>
          </a:bodyPr>
          <a:lstStyle/>
          <a:p>
            <a:pPr algn="ctr"/>
            <a:r>
              <a:rPr lang="it-IT" sz="1000">
                <a:latin typeface="Pangolin" panose="00000500000000000000" pitchFamily="2" charset="0"/>
              </a:rPr>
              <a:t>Se visualizziamo il peso delle nostre mele, la distribuzione sarebbe simile a questa, poiché le mele in questo cesto pesano all'incirca lo stesso.</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it-IT" sz="1000">
                <a:latin typeface="Pangolin" panose="00000500000000000000" pitchFamily="2" charset="0"/>
              </a:rPr>
              <a:t>Ha la forma di una campana...</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41770" y="3800956"/>
            <a:ext cx="1587263" cy="861774"/>
          </a:xfrm>
          <a:prstGeom prst="rect">
            <a:avLst/>
          </a:prstGeom>
          <a:noFill/>
        </p:spPr>
        <p:txBody>
          <a:bodyPr wrap="square">
            <a:spAutoFit/>
          </a:bodyPr>
          <a:lstStyle/>
          <a:p>
            <a:pPr algn="ctr"/>
            <a:r>
              <a:rPr lang="it-IT" sz="1000" dirty="0">
                <a:latin typeface="Pangolin" panose="00000500000000000000" pitchFamily="2" charset="0"/>
              </a:rPr>
              <a:t>Esatto! Se ci fossero altre mele nel paniere, la nostra migliore ipotesi per il loro peso sarebbe un valore intorno a quel punto.</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algn="ctr"/>
            <a:r>
              <a:rPr lang="it-IT" sz="1000" dirty="0">
                <a:latin typeface="Pangolin" panose="00000500000000000000" pitchFamily="2" charset="0"/>
              </a:rPr>
              <a:t>Questo punto della nostra distribuzione rappresenta bene </a:t>
            </a:r>
            <a:br>
              <a:rPr lang="it-IT" sz="1000" dirty="0">
                <a:latin typeface="Pangolin" panose="00000500000000000000" pitchFamily="2" charset="0"/>
              </a:rPr>
            </a:br>
            <a:r>
              <a:rPr lang="it-IT" sz="1000" dirty="0">
                <a:latin typeface="Pangolin" panose="00000500000000000000" pitchFamily="2" charset="0"/>
              </a:rPr>
              <a:t>i nostri dati: lo chiamiamo </a:t>
            </a:r>
            <a:br>
              <a:rPr lang="it-IT" sz="1000" dirty="0">
                <a:latin typeface="Pangolin" panose="00000500000000000000" pitchFamily="2" charset="0"/>
              </a:rPr>
            </a:br>
            <a:r>
              <a:rPr lang="it-IT" sz="1000" dirty="0">
                <a:highlight>
                  <a:srgbClr val="C0C0C0"/>
                </a:highlight>
                <a:latin typeface="Pangolin" panose="00000500000000000000" pitchFamily="2" charset="0"/>
              </a:rPr>
              <a:t>TENDENZA CENTRALE</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04656" y="3991331"/>
            <a:ext cx="1485089" cy="553998"/>
          </a:xfrm>
          <a:prstGeom prst="rect">
            <a:avLst/>
          </a:prstGeom>
          <a:noFill/>
        </p:spPr>
        <p:txBody>
          <a:bodyPr wrap="square">
            <a:spAutoFit/>
          </a:bodyPr>
          <a:lstStyle/>
          <a:p>
            <a:pPr algn="ctr"/>
            <a:r>
              <a:rPr lang="it-IT" sz="1000" dirty="0">
                <a:latin typeface="Pangolin" panose="00000500000000000000" pitchFamily="2" charset="0"/>
              </a:rPr>
              <a:t>Ah, capisco. Ma... </a:t>
            </a:r>
            <a:br>
              <a:rPr lang="it-IT" sz="1000" dirty="0">
                <a:latin typeface="Pangolin" panose="00000500000000000000" pitchFamily="2" charset="0"/>
              </a:rPr>
            </a:br>
            <a:r>
              <a:rPr lang="it-IT" sz="1000" dirty="0">
                <a:latin typeface="Pangolin" panose="00000500000000000000" pitchFamily="2" charset="0"/>
              </a:rPr>
              <a:t>Come si calcola questo valore?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6104"/>
            <a:ext cx="2044698" cy="707886"/>
          </a:xfrm>
          <a:prstGeom prst="rect">
            <a:avLst/>
          </a:prstGeom>
          <a:noFill/>
        </p:spPr>
        <p:txBody>
          <a:bodyPr wrap="square">
            <a:spAutoFit/>
          </a:bodyPr>
          <a:lstStyle/>
          <a:p>
            <a:pPr algn="ctr"/>
            <a:r>
              <a:rPr lang="it-IT" sz="1000" dirty="0">
                <a:latin typeface="Pangolin" panose="00000500000000000000" pitchFamily="2" charset="0"/>
              </a:rPr>
              <a:t>Possiamo indicare la tendenza centrale in diversi modi. La </a:t>
            </a:r>
            <a:r>
              <a:rPr lang="it-IT" sz="1000" dirty="0">
                <a:highlight>
                  <a:srgbClr val="C0C0C0"/>
                </a:highlight>
                <a:latin typeface="Pangolin" panose="00000500000000000000" pitchFamily="2" charset="0"/>
              </a:rPr>
              <a:t>MEDIA</a:t>
            </a:r>
            <a:r>
              <a:rPr lang="it-IT" sz="1000" dirty="0">
                <a:latin typeface="Pangolin" panose="00000500000000000000" pitchFamily="2" charset="0"/>
              </a:rPr>
              <a:t> è il metodo più comune ed è anche facile da calcolare.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it-IT" sz="1000">
                <a:latin typeface="Pangolin" panose="00000500000000000000" pitchFamily="2" charset="0"/>
              </a:rPr>
              <a:t>Queste sono le nostre sei mele: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it-IT" sz="1000">
                <a:latin typeface="Pangolin" panose="00000500000000000000" pitchFamily="2" charset="0"/>
              </a:rPr>
              <a:t>Per calcolare la media, sommiamo tutti i valori di peso...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it-IT" sz="1000">
                <a:latin typeface="Pangolin" panose="00000500000000000000" pitchFamily="2" charset="0"/>
              </a:rPr>
              <a:t>... E poi dividiamo per il numero di mele che abbiamo...</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24450" y="6797931"/>
            <a:ext cx="1988921" cy="246221"/>
          </a:xfrm>
          <a:prstGeom prst="rect">
            <a:avLst/>
          </a:prstGeom>
          <a:noFill/>
        </p:spPr>
        <p:txBody>
          <a:bodyPr wrap="square">
            <a:spAutoFit/>
          </a:bodyPr>
          <a:lstStyle/>
          <a:p>
            <a:pPr algn="ctr"/>
            <a:r>
              <a:rPr lang="it-IT" sz="1000" dirty="0">
                <a:latin typeface="Pangolin" panose="00000500000000000000" pitchFamily="2" charset="0"/>
              </a:rPr>
              <a:t>Il risultato è un valore medio di</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925249"/>
            <a:ext cx="1290493" cy="553998"/>
          </a:xfrm>
          <a:prstGeom prst="rect">
            <a:avLst/>
          </a:prstGeom>
          <a:noFill/>
        </p:spPr>
        <p:txBody>
          <a:bodyPr wrap="square">
            <a:spAutoFit/>
          </a:bodyPr>
          <a:lstStyle/>
          <a:p>
            <a:pPr algn="ctr"/>
            <a:r>
              <a:rPr lang="it-IT" sz="1000" dirty="0">
                <a:latin typeface="Pangolin" panose="00000500000000000000" pitchFamily="2" charset="0"/>
              </a:rPr>
              <a:t>Ah, è quasi la parte superiore del nostro grafico a campana</a:t>
            </a:r>
            <a:endParaRPr lang="de-AT" sz="1000" dirty="0">
              <a:solidFill>
                <a:schemeClr val="tx1"/>
              </a:solidFill>
              <a:latin typeface="Pangolin" panose="00000500000000000000" pitchFamily="2" charset="0"/>
            </a:endParaRPr>
          </a:p>
        </p:txBody>
      </p:sp>
      <p:grpSp>
        <p:nvGrpSpPr>
          <p:cNvPr id="40" name="Group 39">
            <a:extLst>
              <a:ext uri="{FF2B5EF4-FFF2-40B4-BE49-F238E27FC236}">
                <a16:creationId xmlns:a16="http://schemas.microsoft.com/office/drawing/2014/main" id="{C7667EA7-B0CB-6B79-B0E5-521A0FA531E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1" name="Picture 40">
              <a:extLst>
                <a:ext uri="{FF2B5EF4-FFF2-40B4-BE49-F238E27FC236}">
                  <a16:creationId xmlns:a16="http://schemas.microsoft.com/office/drawing/2014/main" id="{EF51B581-5C95-3EC7-15AF-E39D2DA65F6E}"/>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2" name="Group 41">
              <a:extLst>
                <a:ext uri="{FF2B5EF4-FFF2-40B4-BE49-F238E27FC236}">
                  <a16:creationId xmlns:a16="http://schemas.microsoft.com/office/drawing/2014/main" id="{5750CF1A-421C-E3B8-E217-EF649AE3A54C}"/>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3" name="Picture 42">
                <a:extLst>
                  <a:ext uri="{FF2B5EF4-FFF2-40B4-BE49-F238E27FC236}">
                    <a16:creationId xmlns:a16="http://schemas.microsoft.com/office/drawing/2014/main" id="{96C99F68-20A4-CC31-0CE1-AD3CEDB02F90}"/>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4" name="Picture 43">
                <a:extLst>
                  <a:ext uri="{FF2B5EF4-FFF2-40B4-BE49-F238E27FC236}">
                    <a16:creationId xmlns:a16="http://schemas.microsoft.com/office/drawing/2014/main" id="{3DDB54F7-68DA-BEF5-A3D1-3E3646347EA9}"/>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5" name="Picture 44">
                <a:extLst>
                  <a:ext uri="{FF2B5EF4-FFF2-40B4-BE49-F238E27FC236}">
                    <a16:creationId xmlns:a16="http://schemas.microsoft.com/office/drawing/2014/main" id="{1F2BE789-BC24-C855-1C2E-2894636770EC}"/>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15874" cy="276999"/>
          </a:xfrm>
          <a:prstGeom prst="rect">
            <a:avLst/>
          </a:prstGeom>
          <a:noFill/>
        </p:spPr>
        <p:txBody>
          <a:bodyPr wrap="none" rtlCol="0">
            <a:spAutoFit/>
          </a:bodyPr>
          <a:lstStyle/>
          <a:p>
            <a:r>
              <a:rPr lang="de-DE" sz="1200" b="1" dirty="0">
                <a:latin typeface="Momopresentation Updated 2" panose="02000503000000000000" pitchFamily="2" charset="0"/>
              </a:rPr>
              <a:t>MEDIA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83568"/>
            <a:ext cx="1751922" cy="553998"/>
          </a:xfrm>
          <a:prstGeom prst="rect">
            <a:avLst/>
          </a:prstGeom>
          <a:noFill/>
        </p:spPr>
        <p:txBody>
          <a:bodyPr wrap="square">
            <a:spAutoFit/>
          </a:bodyPr>
          <a:lstStyle/>
          <a:p>
            <a:pPr algn="ctr"/>
            <a:r>
              <a:rPr lang="it-IT" sz="1000">
                <a:latin typeface="Pangolin" panose="00000500000000000000" pitchFamily="2" charset="0"/>
              </a:rPr>
              <a:t>Esatto. Ma la media non è sempre il modo migliore per descrivere i dati.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305718"/>
            <a:ext cx="737880" cy="861774"/>
          </a:xfrm>
          <a:prstGeom prst="rect">
            <a:avLst/>
          </a:prstGeom>
          <a:noFill/>
        </p:spPr>
        <p:txBody>
          <a:bodyPr wrap="square" anchor="ctr">
            <a:spAutoFit/>
          </a:bodyPr>
          <a:lstStyle/>
          <a:p>
            <a:pPr algn="ctr"/>
            <a:r>
              <a:rPr lang="it-IT" sz="1000" dirty="0">
                <a:latin typeface="Pangolin" panose="00000500000000000000" pitchFamily="2" charset="0"/>
              </a:rPr>
              <a:t>Ragazzi, guardate questa piccola mela!</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it-IT" sz="1000">
                <a:latin typeface="Pangolin" panose="00000500000000000000" pitchFamily="2" charset="0"/>
              </a:rPr>
              <a:t>Pesa, tipo, solo 70 grammi!</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130275"/>
            <a:ext cx="1151351" cy="400110"/>
          </a:xfrm>
          <a:prstGeom prst="rect">
            <a:avLst/>
          </a:prstGeom>
          <a:noFill/>
        </p:spPr>
        <p:txBody>
          <a:bodyPr wrap="square">
            <a:spAutoFit/>
          </a:bodyPr>
          <a:lstStyle/>
          <a:p>
            <a:pPr algn="ctr"/>
            <a:r>
              <a:rPr lang="it-IT" sz="1000" dirty="0">
                <a:latin typeface="Pangolin" panose="00000500000000000000" pitchFamily="2" charset="0"/>
              </a:rPr>
              <a:t>Ancora una volta, esempio perfetto!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algn="ctr"/>
            <a:r>
              <a:rPr lang="it-IT" sz="1000" dirty="0">
                <a:latin typeface="Pangolin" panose="00000500000000000000" pitchFamily="2" charset="0"/>
              </a:rPr>
              <a:t>Se aggiungiamo la mela piccola </a:t>
            </a:r>
            <a:br>
              <a:rPr lang="it-IT" sz="1000" dirty="0">
                <a:latin typeface="Pangolin" panose="00000500000000000000" pitchFamily="2" charset="0"/>
              </a:rPr>
            </a:br>
            <a:r>
              <a:rPr lang="it-IT" sz="1000" dirty="0">
                <a:latin typeface="Pangolin" panose="00000500000000000000" pitchFamily="2" charset="0"/>
              </a:rPr>
              <a:t>al nostro set di dati e </a:t>
            </a:r>
            <a:br>
              <a:rPr lang="it-IT" sz="1000" dirty="0">
                <a:latin typeface="Pangolin" panose="00000500000000000000" pitchFamily="2" charset="0"/>
              </a:rPr>
            </a:br>
            <a:r>
              <a:rPr lang="it-IT" sz="1000" dirty="0">
                <a:latin typeface="Pangolin" panose="00000500000000000000" pitchFamily="2" charset="0"/>
              </a:rPr>
              <a:t>calcoliamo la media...</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710323" y="2896380"/>
            <a:ext cx="1935556" cy="553998"/>
          </a:xfrm>
          <a:prstGeom prst="rect">
            <a:avLst/>
          </a:prstGeom>
          <a:noFill/>
        </p:spPr>
        <p:txBody>
          <a:bodyPr wrap="square">
            <a:spAutoFit/>
          </a:bodyPr>
          <a:lstStyle/>
          <a:p>
            <a:pPr algn="ctr"/>
            <a:r>
              <a:rPr lang="it-IT" sz="1000" dirty="0">
                <a:latin typeface="Pangolin" panose="00000500000000000000" pitchFamily="2" charset="0"/>
              </a:rPr>
              <a:t>... Il grafico ora assomiglia più a un topo             e la media è lontana dall'alto, vicina alla coda.</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92956"/>
            <a:ext cx="1354431" cy="369332"/>
          </a:xfrm>
          <a:prstGeom prst="rect">
            <a:avLst/>
          </a:prstGeom>
          <a:noFill/>
        </p:spPr>
        <p:txBody>
          <a:bodyPr wrap="square">
            <a:spAutoFit/>
          </a:bodyPr>
          <a:lstStyle/>
          <a:p>
            <a:pPr algn="ctr"/>
            <a:r>
              <a:rPr lang="it-IT" sz="900" dirty="0">
                <a:latin typeface="Pangolin" panose="00000500000000000000" pitchFamily="2" charset="0"/>
              </a:rPr>
              <a:t>Vero. Ora la media non è molto rappresentativa...</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707886"/>
          </a:xfrm>
          <a:prstGeom prst="rect">
            <a:avLst/>
          </a:prstGeom>
          <a:noFill/>
        </p:spPr>
        <p:txBody>
          <a:bodyPr wrap="square">
            <a:spAutoFit/>
          </a:bodyPr>
          <a:lstStyle/>
          <a:p>
            <a:pPr algn="ctr"/>
            <a:r>
              <a:rPr lang="it-IT" sz="1000" dirty="0">
                <a:latin typeface="Pangolin" panose="00000500000000000000" pitchFamily="2" charset="0"/>
              </a:rPr>
              <a:t>Ma è ancora possibile descrivere la tendenza centrale con la </a:t>
            </a:r>
            <a:r>
              <a:rPr lang="it-IT" sz="1000" dirty="0">
                <a:highlight>
                  <a:srgbClr val="C0C0C0"/>
                </a:highlight>
                <a:latin typeface="Pangolin" panose="00000500000000000000" pitchFamily="2" charset="0"/>
              </a:rPr>
              <a:t>MEDIANA</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553998"/>
          </a:xfrm>
          <a:prstGeom prst="rect">
            <a:avLst/>
          </a:prstGeom>
          <a:noFill/>
        </p:spPr>
        <p:txBody>
          <a:bodyPr wrap="square">
            <a:spAutoFit/>
          </a:bodyPr>
          <a:lstStyle/>
          <a:p>
            <a:pPr algn="ctr"/>
            <a:r>
              <a:rPr lang="it-IT" sz="1000">
                <a:latin typeface="Pangolin" panose="00000500000000000000" pitchFamily="2" charset="0"/>
              </a:rPr>
              <a:t>Se ordiniamo tutte le nostre mele in base al peso in ordine crescente, la mediana è il valore posizionato al centro.</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90721" y="5409368"/>
            <a:ext cx="1344929" cy="707886"/>
          </a:xfrm>
          <a:prstGeom prst="rect">
            <a:avLst/>
          </a:prstGeom>
          <a:noFill/>
        </p:spPr>
        <p:txBody>
          <a:bodyPr wrap="square">
            <a:spAutoFit/>
          </a:bodyPr>
          <a:lstStyle/>
          <a:p>
            <a:pPr algn="ctr"/>
            <a:r>
              <a:rPr lang="it-IT" sz="1000" dirty="0">
                <a:latin typeface="Pangolin" panose="00000500000000000000" pitchFamily="2" charset="0"/>
              </a:rPr>
              <a:t>La mediana è di 190g e descrive al meglio questa distribuzione asimmetrica.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it-IT" sz="1000" dirty="0">
                <a:latin typeface="Pangolin" panose="00000500000000000000" pitchFamily="2" charset="0"/>
              </a:rPr>
              <a:t>Vedo che hai trovato una delle mie piccole mele. Sentiti libero di prenderne altre. </a:t>
            </a:r>
            <a:br>
              <a:rPr lang="it-IT" sz="1000" dirty="0">
                <a:latin typeface="Pangolin" panose="00000500000000000000" pitchFamily="2" charset="0"/>
              </a:rPr>
            </a:br>
            <a:r>
              <a:rPr lang="it-IT" sz="1000" dirty="0">
                <a:latin typeface="Pangolin" panose="00000500000000000000" pitchFamily="2" charset="0"/>
              </a:rPr>
              <a:t>Sono contento che ti sia piaciuta!</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it-IT" sz="1000" dirty="0">
                <a:latin typeface="Pangolin" panose="00000500000000000000" pitchFamily="2" charset="0"/>
              </a:rPr>
              <a:t>In effetti, possiamo prendere l'intero cestino per un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646177" y="6772763"/>
            <a:ext cx="1929883" cy="707886"/>
          </a:xfrm>
          <a:prstGeom prst="rect">
            <a:avLst/>
          </a:prstGeom>
          <a:noFill/>
        </p:spPr>
        <p:txBody>
          <a:bodyPr wrap="square">
            <a:spAutoFit/>
          </a:bodyPr>
          <a:lstStyle/>
          <a:p>
            <a:pPr algn="ctr"/>
            <a:r>
              <a:rPr lang="it-IT" sz="1000" dirty="0">
                <a:latin typeface="Pangolin" panose="00000500000000000000" pitchFamily="2" charset="0"/>
              </a:rPr>
              <a:t>Se aggiungiamo questo intero cestino di piccole mele al nostro set, la prima piccola mela non è più un’</a:t>
            </a:r>
            <a:r>
              <a:rPr lang="it-IT" sz="1000" dirty="0" err="1">
                <a:latin typeface="Pangolin" panose="00000500000000000000" pitchFamily="2" charset="0"/>
              </a:rPr>
              <a:t>outlier</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606141" y="9087072"/>
            <a:ext cx="2039738" cy="553998"/>
          </a:xfrm>
          <a:prstGeom prst="rect">
            <a:avLst/>
          </a:prstGeom>
          <a:noFill/>
        </p:spPr>
        <p:txBody>
          <a:bodyPr wrap="square">
            <a:spAutoFit/>
          </a:bodyPr>
          <a:lstStyle/>
          <a:p>
            <a:pPr algn="ctr"/>
            <a:r>
              <a:rPr lang="it-IT" sz="1000" dirty="0">
                <a:latin typeface="Pangolin" panose="00000500000000000000" pitchFamily="2" charset="0"/>
              </a:rPr>
              <a:t>*</a:t>
            </a:r>
            <a:r>
              <a:rPr lang="it-IT" sz="1000" dirty="0" err="1">
                <a:latin typeface="Pangolin" panose="00000500000000000000" pitchFamily="2" charset="0"/>
              </a:rPr>
              <a:t>Outliers</a:t>
            </a:r>
            <a:r>
              <a:rPr lang="it-IT" sz="1000" dirty="0">
                <a:latin typeface="Pangolin" panose="00000500000000000000" pitchFamily="2" charset="0"/>
              </a:rPr>
              <a:t> sono valori anomali </a:t>
            </a:r>
            <a:br>
              <a:rPr lang="it-IT" sz="1000" dirty="0">
                <a:latin typeface="Pangolin" panose="00000500000000000000" pitchFamily="2" charset="0"/>
              </a:rPr>
            </a:br>
            <a:r>
              <a:rPr lang="it-IT" sz="1000" dirty="0">
                <a:latin typeface="Pangolin" panose="00000500000000000000" pitchFamily="2" charset="0"/>
              </a:rPr>
              <a:t>che possono essere errori di misurazione o eventi rari.</a:t>
            </a:r>
            <a:endParaRPr lang="de-AT" sz="1000" dirty="0">
              <a:solidFill>
                <a:schemeClr val="tx1"/>
              </a:solidFill>
              <a:latin typeface="Pangolin" panose="00000500000000000000" pitchFamily="2" charset="0"/>
            </a:endParaRPr>
          </a:p>
        </p:txBody>
      </p:sp>
      <p:grpSp>
        <p:nvGrpSpPr>
          <p:cNvPr id="43" name="Group 42">
            <a:extLst>
              <a:ext uri="{FF2B5EF4-FFF2-40B4-BE49-F238E27FC236}">
                <a16:creationId xmlns:a16="http://schemas.microsoft.com/office/drawing/2014/main" id="{C47FA0CC-4CF0-FF20-D257-24424899808C}"/>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4" name="Picture 43">
              <a:extLst>
                <a:ext uri="{FF2B5EF4-FFF2-40B4-BE49-F238E27FC236}">
                  <a16:creationId xmlns:a16="http://schemas.microsoft.com/office/drawing/2014/main" id="{84C34F35-7A86-AC4C-8229-73D98DC50F4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5" name="Group 44">
              <a:extLst>
                <a:ext uri="{FF2B5EF4-FFF2-40B4-BE49-F238E27FC236}">
                  <a16:creationId xmlns:a16="http://schemas.microsoft.com/office/drawing/2014/main" id="{8CC0ADAA-5D12-087F-DC70-A9700F12570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6" name="Picture 45">
                <a:extLst>
                  <a:ext uri="{FF2B5EF4-FFF2-40B4-BE49-F238E27FC236}">
                    <a16:creationId xmlns:a16="http://schemas.microsoft.com/office/drawing/2014/main" id="{02E44048-1DF8-CA5F-1F1A-533B169FA2FA}"/>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7" name="Picture 46">
                <a:extLst>
                  <a:ext uri="{FF2B5EF4-FFF2-40B4-BE49-F238E27FC236}">
                    <a16:creationId xmlns:a16="http://schemas.microsoft.com/office/drawing/2014/main" id="{B07C4AC6-2060-2A3C-9D8A-7E44B1E06E51}"/>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48" name="Picture 47">
                <a:extLst>
                  <a:ext uri="{FF2B5EF4-FFF2-40B4-BE49-F238E27FC236}">
                    <a16:creationId xmlns:a16="http://schemas.microsoft.com/office/drawing/2014/main" id="{D184F71C-E57C-CDDE-F2F1-859D3FB4D81F}"/>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Parametri migliori</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Parametri migliori</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Miglior parametro</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1820504" y="1683609"/>
            <a:ext cx="2950107" cy="261610"/>
          </a:xfrm>
          <a:prstGeom prst="rect">
            <a:avLst/>
          </a:prstGeom>
          <a:noFill/>
        </p:spPr>
        <p:txBody>
          <a:bodyPr wrap="square" rtlCol="0">
            <a:spAutoFit/>
          </a:bodyPr>
          <a:lstStyle/>
          <a:p>
            <a:pPr algn="ctr"/>
            <a:r>
              <a:rPr lang="it-IT" sz="1050">
                <a:solidFill>
                  <a:schemeClr val="tx1">
                    <a:lumMod val="75000"/>
                    <a:lumOff val="25000"/>
                  </a:schemeClr>
                </a:solidFill>
                <a:latin typeface="KG Always A Good Time" panose="02000505000000020003" pitchFamily="2" charset="0"/>
                <a:ea typeface="Always In My Heart" panose="02000603000000000000" pitchFamily="2" charset="0"/>
              </a:rPr>
              <a:t>Peso delle mele grandi e piccole</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302159" y="608128"/>
            <a:ext cx="4151629" cy="246221"/>
          </a:xfrm>
          <a:prstGeom prst="rect">
            <a:avLst/>
          </a:prstGeom>
          <a:noFill/>
        </p:spPr>
        <p:txBody>
          <a:bodyPr wrap="square">
            <a:spAutoFit/>
          </a:bodyPr>
          <a:lstStyle/>
          <a:p>
            <a:pPr algn="ctr"/>
            <a:r>
              <a:rPr lang="it-IT" sz="1000">
                <a:latin typeface="Pangolin" panose="00000500000000000000" pitchFamily="2" charset="0"/>
              </a:rPr>
              <a:t>In questo caso, il nostro grafico ha improvvisamente due picchi:</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400110"/>
          </a:xfrm>
          <a:prstGeom prst="rect">
            <a:avLst/>
          </a:prstGeom>
          <a:noFill/>
        </p:spPr>
        <p:txBody>
          <a:bodyPr wrap="square">
            <a:spAutoFit/>
          </a:bodyPr>
          <a:lstStyle/>
          <a:p>
            <a:pPr algn="ctr"/>
            <a:r>
              <a:rPr lang="de-DE" sz="1000">
                <a:latin typeface="Pangolin" panose="00000500000000000000" pitchFamily="2" charset="0"/>
              </a:rPr>
              <a:t>Come topi innamorati!</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a:latin typeface="Pangolin" panose="00000500000000000000" pitchFamily="2" charset="0"/>
              </a:rPr>
              <a:t>Ah... Sì.</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it-IT" sz="1000" dirty="0">
                <a:latin typeface="Pangolin" panose="00000500000000000000" pitchFamily="2" charset="0"/>
              </a:rPr>
              <a:t>Ad ogni modo, possiamo usare qualcosa chiamato </a:t>
            </a:r>
            <a:r>
              <a:rPr lang="it-IT" sz="1000" dirty="0">
                <a:highlight>
                  <a:srgbClr val="C0C0C0"/>
                </a:highlight>
                <a:latin typeface="Pangolin" panose="00000500000000000000" pitchFamily="2" charset="0"/>
              </a:rPr>
              <a:t>MODA</a:t>
            </a:r>
            <a:r>
              <a:rPr lang="it-IT" sz="1000" dirty="0">
                <a:latin typeface="Pangolin" panose="00000500000000000000" pitchFamily="2" charset="0"/>
              </a:rPr>
              <a:t> per descrivere la tendenza centrale della nostra distribuzione </a:t>
            </a:r>
            <a:br>
              <a:rPr lang="it-IT" sz="1000" dirty="0">
                <a:latin typeface="Pangolin" panose="00000500000000000000" pitchFamily="2" charset="0"/>
              </a:rPr>
            </a:br>
            <a:r>
              <a:rPr lang="it-IT" sz="1000" dirty="0">
                <a:latin typeface="Pangolin" panose="00000500000000000000" pitchFamily="2" charset="0"/>
              </a:rPr>
              <a:t>se ha più picchi.</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553998"/>
          </a:xfrm>
          <a:prstGeom prst="rect">
            <a:avLst/>
          </a:prstGeom>
          <a:noFill/>
        </p:spPr>
        <p:txBody>
          <a:bodyPr wrap="square">
            <a:spAutoFit/>
          </a:bodyPr>
          <a:lstStyle/>
          <a:p>
            <a:pPr algn="ctr"/>
            <a:r>
              <a:rPr lang="it-IT" sz="1000" dirty="0">
                <a:latin typeface="Pangolin" panose="00000500000000000000" pitchFamily="2" charset="0"/>
              </a:rPr>
              <a:t>La moda definisce i valori che si verificano più frequentemente in un set di dati.</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it-IT" sz="1000" dirty="0">
                <a:latin typeface="Pangolin" panose="00000500000000000000" pitchFamily="2" charset="0"/>
              </a:rPr>
              <a:t>In questo caso, abbiamo più di una moda. Ma a volte ce ne sarà solo una o addirittura </a:t>
            </a:r>
            <a:br>
              <a:rPr lang="it-IT" sz="1000" dirty="0">
                <a:latin typeface="Pangolin" panose="00000500000000000000" pitchFamily="2" charset="0"/>
              </a:rPr>
            </a:br>
            <a:r>
              <a:rPr lang="it-IT" sz="1000" dirty="0">
                <a:latin typeface="Pangolin" panose="00000500000000000000" pitchFamily="2" charset="0"/>
              </a:rPr>
              <a:t>nessuna moda.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92540"/>
            <a:ext cx="6223328" cy="400110"/>
          </a:xfrm>
          <a:prstGeom prst="rect">
            <a:avLst/>
          </a:prstGeom>
          <a:noFill/>
        </p:spPr>
        <p:txBody>
          <a:bodyPr wrap="square">
            <a:spAutoFit/>
          </a:bodyPr>
          <a:lstStyle/>
          <a:p>
            <a:pPr algn="ctr"/>
            <a:r>
              <a:rPr lang="it-IT" sz="1000" dirty="0">
                <a:latin typeface="Pangolin" panose="00000500000000000000" pitchFamily="2" charset="0"/>
              </a:rPr>
              <a:t>È possibile applicare la media, la mediana e la moda a diversi campioni di mele.</a:t>
            </a:r>
            <a:br>
              <a:rPr lang="it-IT" sz="1000" dirty="0">
                <a:latin typeface="Pangolin" panose="00000500000000000000" pitchFamily="2" charset="0"/>
              </a:rPr>
            </a:br>
            <a:r>
              <a:rPr lang="it-IT" sz="1000" dirty="0">
                <a:latin typeface="Pangolin" panose="00000500000000000000" pitchFamily="2" charset="0"/>
              </a:rPr>
              <a:t>Ma spesso, alcune misure rappresentano i dati meglio di altre.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3" y="6755193"/>
            <a:ext cx="2076630" cy="861774"/>
          </a:xfrm>
          <a:prstGeom prst="rect">
            <a:avLst/>
          </a:prstGeom>
          <a:noFill/>
        </p:spPr>
        <p:txBody>
          <a:bodyPr wrap="square">
            <a:spAutoFit/>
          </a:bodyPr>
          <a:lstStyle/>
          <a:p>
            <a:pPr algn="ctr"/>
            <a:r>
              <a:rPr lang="it-IT" sz="1000" dirty="0">
                <a:latin typeface="Pangolin" panose="00000500000000000000" pitchFamily="2" charset="0"/>
              </a:rPr>
              <a:t>Ok grazie... Ho imparato molto! Ora vorrei applicarlo ai dati che devo presentare. Provengono da </a:t>
            </a:r>
            <a:r>
              <a:rPr lang="it-IT" sz="1000" dirty="0" err="1">
                <a:latin typeface="Pangolin" panose="00000500000000000000" pitchFamily="2" charset="0"/>
              </a:rPr>
              <a:t>un'app</a:t>
            </a:r>
            <a:r>
              <a:rPr lang="it-IT" sz="1000" dirty="0">
                <a:latin typeface="Pangolin" panose="00000500000000000000" pitchFamily="2" charset="0"/>
              </a:rPr>
              <a:t> che tiene traccia delle misurazioni della frequenza cardiaca.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861774"/>
          </a:xfrm>
          <a:prstGeom prst="rect">
            <a:avLst/>
          </a:prstGeom>
          <a:noFill/>
        </p:spPr>
        <p:txBody>
          <a:bodyPr wrap="square">
            <a:spAutoFit/>
          </a:bodyPr>
          <a:lstStyle/>
          <a:p>
            <a:pPr algn="ctr"/>
            <a:r>
              <a:rPr lang="it-IT" sz="1000">
                <a:latin typeface="Pangolin" panose="00000500000000000000" pitchFamily="2" charset="0"/>
              </a:rPr>
              <a:t>È fattibile. </a:t>
            </a:r>
            <a:br>
              <a:rPr lang="it-IT" sz="1000">
                <a:latin typeface="Pangolin" panose="00000500000000000000" pitchFamily="2" charset="0"/>
              </a:rPr>
            </a:br>
            <a:r>
              <a:rPr lang="it-IT" sz="1000">
                <a:latin typeface="Pangolin" panose="00000500000000000000" pitchFamily="2" charset="0"/>
              </a:rPr>
              <a:t>Guarda i tuoi dati e segui l'esempio delle mele! </a:t>
            </a:r>
            <a:br>
              <a:rPr lang="it-IT" sz="1000">
                <a:latin typeface="Pangolin" panose="00000500000000000000" pitchFamily="2" charset="0"/>
              </a:rPr>
            </a:br>
            <a:r>
              <a:rPr lang="it-IT" sz="1000">
                <a:latin typeface="Pangolin" panose="00000500000000000000" pitchFamily="2" charset="0"/>
              </a:rPr>
              <a:t>È possibile utilizzare la pagina successiva per i calcoli.</a:t>
            </a:r>
            <a:endParaRPr lang="de-AT" sz="1000" dirty="0">
              <a:solidFill>
                <a:schemeClr val="tx1"/>
              </a:solidFill>
              <a:latin typeface="Pangolin" panose="00000500000000000000" pitchFamily="2" charset="0"/>
            </a:endParaRPr>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92" name="Group 91">
            <a:extLst>
              <a:ext uri="{FF2B5EF4-FFF2-40B4-BE49-F238E27FC236}">
                <a16:creationId xmlns:a16="http://schemas.microsoft.com/office/drawing/2014/main" id="{77D8202A-665D-ACE8-6F58-0FA3B4F00C3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93" name="Picture 92">
              <a:extLst>
                <a:ext uri="{FF2B5EF4-FFF2-40B4-BE49-F238E27FC236}">
                  <a16:creationId xmlns:a16="http://schemas.microsoft.com/office/drawing/2014/main" id="{96CDD923-B26F-092D-DB54-BD760A031D00}"/>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4" name="Group 93">
              <a:extLst>
                <a:ext uri="{FF2B5EF4-FFF2-40B4-BE49-F238E27FC236}">
                  <a16:creationId xmlns:a16="http://schemas.microsoft.com/office/drawing/2014/main" id="{6EA179A1-BACA-A3D7-2870-BD6E4E270C98}"/>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95" name="Picture 94">
                <a:extLst>
                  <a:ext uri="{FF2B5EF4-FFF2-40B4-BE49-F238E27FC236}">
                    <a16:creationId xmlns:a16="http://schemas.microsoft.com/office/drawing/2014/main" id="{198D3F54-BE40-37D2-1489-8FEA27C818FB}"/>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96" name="Picture 95">
                <a:extLst>
                  <a:ext uri="{FF2B5EF4-FFF2-40B4-BE49-F238E27FC236}">
                    <a16:creationId xmlns:a16="http://schemas.microsoft.com/office/drawing/2014/main" id="{1FCD83DF-ED95-5815-3BB8-75EAF2DE7F03}"/>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97" name="Picture 96">
                <a:extLst>
                  <a:ext uri="{FF2B5EF4-FFF2-40B4-BE49-F238E27FC236}">
                    <a16:creationId xmlns:a16="http://schemas.microsoft.com/office/drawing/2014/main" id="{3B81641C-AFBA-8AE8-7C34-64210707D66B}"/>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1000" dirty="0">
                <a:solidFill>
                  <a:schemeClr val="tx1"/>
                </a:solidFill>
                <a:latin typeface="Pangolin" panose="00000500000000000000" pitchFamily="2" charset="0"/>
              </a:rPr>
              <a:t>Prima di voltare pagina, prova a calcolare la media, la mediana e la moda per ogni variabile e controlla quale parametro è più adatto a descrivere l'andamento centrale. </a:t>
            </a:r>
            <a:br>
              <a:rPr lang="it-IT" sz="1000" dirty="0">
                <a:solidFill>
                  <a:schemeClr val="tx1"/>
                </a:solidFill>
                <a:latin typeface="Pangolin" panose="00000500000000000000" pitchFamily="2" charset="0"/>
              </a:rPr>
            </a:br>
            <a:r>
              <a:rPr lang="it-IT" sz="1000" dirty="0">
                <a:solidFill>
                  <a:schemeClr val="tx1"/>
                </a:solidFill>
                <a:latin typeface="Pangolin" panose="00000500000000000000" pitchFamily="2" charset="0"/>
              </a:rPr>
              <a:t>Puoi prendere appunti su questa pagina!</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5BE1712A-94E8-2776-3C55-AB8C457BEB74}"/>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2E7766B1-904E-525D-C4EC-C62686C73C0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E5E25C94-2B93-7ED9-6844-D27B2F61137C}"/>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AA54AAC4-9640-423F-6AB6-950DF083B94B}"/>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8B230081-2230-160A-9579-44CAE6265614}"/>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D3F20CDE-6BFA-D4C5-D753-95D6549736F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1000">
                <a:solidFill>
                  <a:schemeClr val="tx1"/>
                </a:solidFill>
                <a:latin typeface="Pangolin" panose="00000500000000000000" pitchFamily="2" charset="0"/>
              </a:rPr>
              <a:t>Sentiti libero di controllare i tuoi calcoli. </a:t>
            </a:r>
            <a:br>
              <a:rPr lang="it-IT" sz="1000">
                <a:solidFill>
                  <a:schemeClr val="tx1"/>
                </a:solidFill>
                <a:latin typeface="Pangolin" panose="00000500000000000000" pitchFamily="2" charset="0"/>
              </a:rPr>
            </a:br>
            <a:r>
              <a:rPr lang="it-IT" sz="1000">
                <a:solidFill>
                  <a:schemeClr val="tx1"/>
                </a:solidFill>
                <a:latin typeface="Pangolin" panose="00000500000000000000" pitchFamily="2" charset="0"/>
              </a:rPr>
              <a:t>Puoi prendere altri appunti in questa pagina!</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2" name="Group 11">
            <a:extLst>
              <a:ext uri="{FF2B5EF4-FFF2-40B4-BE49-F238E27FC236}">
                <a16:creationId xmlns:a16="http://schemas.microsoft.com/office/drawing/2014/main" id="{9C4C59E1-8F00-6465-2358-1FC478553E8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3" name="Picture 12">
              <a:extLst>
                <a:ext uri="{FF2B5EF4-FFF2-40B4-BE49-F238E27FC236}">
                  <a16:creationId xmlns:a16="http://schemas.microsoft.com/office/drawing/2014/main" id="{8736EEB1-64B4-0C0F-6B3A-CEE2E68FA92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14CD0D43-1ABE-BEB2-5844-4682D84B7418}"/>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5" name="Picture 14">
                <a:extLst>
                  <a:ext uri="{FF2B5EF4-FFF2-40B4-BE49-F238E27FC236}">
                    <a16:creationId xmlns:a16="http://schemas.microsoft.com/office/drawing/2014/main" id="{0572FD6D-1D8A-4705-7EDE-54E9B16F4630}"/>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A3FA3F0D-7ADA-6192-836C-EFA335D0DC84}"/>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3897C84F-56A5-476A-DD07-C46B9EDFE25D}"/>
                  </a:ext>
                </a:extLst>
              </p:cNvPr>
              <p:cNvPicPr>
                <a:picLocks noChangeAspect="1"/>
              </p:cNvPicPr>
              <p:nvPr/>
            </p:nvPicPr>
            <p:blipFill>
              <a:blip r:embed="rId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a:latin typeface="Pangolin" panose="00000500000000000000" pitchFamily="2" charset="0"/>
              </a:rPr>
              <a:t>FREQUENZA CARDIACA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dirty="0">
                <a:latin typeface="Pangolin" panose="00000500000000000000" pitchFamily="2" charset="0"/>
              </a:rPr>
              <a:t>FREQUENZA D'USO</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a:latin typeface="Pangolin" panose="00000500000000000000" pitchFamily="2" charset="0"/>
              </a:rPr>
              <a:t>VALUTAZIONE A STELLE</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it-IT" sz="1000" dirty="0">
                <a:latin typeface="Pangolin" panose="00000500000000000000" pitchFamily="2" charset="0"/>
              </a:rPr>
              <a:t>Ogni valore esiste una volta sola: </a:t>
            </a:r>
            <a:r>
              <a:rPr lang="it-IT" sz="1000" dirty="0">
                <a:highlight>
                  <a:srgbClr val="C0C0C0"/>
                </a:highlight>
                <a:latin typeface="Pangolin" panose="00000500000000000000" pitchFamily="2" charset="0"/>
              </a:rPr>
              <a:t>la moda non esiste</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it-IT" sz="900" dirty="0">
                <a:latin typeface="Pangolin" panose="00000500000000000000" pitchFamily="2" charset="0"/>
              </a:rPr>
              <a:t>Se ci sono due valori nel mezzo, la media dei due valori è la 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161557" y="4687664"/>
            <a:ext cx="2324592" cy="507831"/>
          </a:xfrm>
          <a:prstGeom prst="rect">
            <a:avLst/>
          </a:prstGeom>
          <a:noFill/>
        </p:spPr>
        <p:txBody>
          <a:bodyPr wrap="square">
            <a:spAutoFit/>
          </a:bodyPr>
          <a:lstStyle/>
          <a:p>
            <a:pPr algn="r"/>
            <a:r>
              <a:rPr lang="it-IT" sz="900" dirty="0">
                <a:solidFill>
                  <a:schemeClr val="tx1">
                    <a:lumMod val="50000"/>
                    <a:lumOff val="50000"/>
                  </a:schemeClr>
                </a:solidFill>
                <a:latin typeface="Pangolin" panose="00000500000000000000" pitchFamily="2" charset="0"/>
              </a:rPr>
              <a:t>Il tempo trascorso davanti allo schermo non è un valore quantitativo, quindi calcolare la media e la mediana non ha alcun senso!</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it-IT" sz="1000" dirty="0">
                <a:latin typeface="Pangolin" panose="00000500000000000000" pitchFamily="2" charset="0"/>
              </a:rPr>
              <a:t>Se la distribuzione dei valori è simmetrica, senza distorsioni, la Media è solitamente uguale alla Mediana.</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it-IT" sz="1000" dirty="0">
                <a:latin typeface="Pangolin" panose="00000500000000000000" pitchFamily="2" charset="0"/>
              </a:rPr>
              <a:t>La Moda non è adatta solo per le distribuzioni multimodali, ma anche quando si lavora con dati ordinali e categorici.</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it-IT" sz="1000" dirty="0">
                <a:latin typeface="Pangolin" panose="00000500000000000000" pitchFamily="2" charset="0"/>
              </a:rPr>
              <a:t>Per i set di dati con una distribuzione asimmetrica, la Mediana è un modo migliore per descrivere la tendenza centrale.</a:t>
            </a:r>
            <a:endParaRPr lang="de-AT" sz="1000" dirty="0">
              <a:solidFill>
                <a:schemeClr val="tx1"/>
              </a:solidFill>
              <a:latin typeface="Pangolin" panose="00000500000000000000" pitchFamily="2" charset="0"/>
            </a:endParaRPr>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FA6A39A6-C486-AA5D-4F7F-5824A9DA8B9E}"/>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3" name="Picture 32">
              <a:extLst>
                <a:ext uri="{FF2B5EF4-FFF2-40B4-BE49-F238E27FC236}">
                  <a16:creationId xmlns:a16="http://schemas.microsoft.com/office/drawing/2014/main" id="{6F671CC3-7E65-AECC-DBF8-B5DB0EA12D4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0" name="Group 49">
              <a:extLst>
                <a:ext uri="{FF2B5EF4-FFF2-40B4-BE49-F238E27FC236}">
                  <a16:creationId xmlns:a16="http://schemas.microsoft.com/office/drawing/2014/main" id="{C11C4DD2-E5D0-2B23-9249-DFC57CBE0AA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66" name="Picture 65">
                <a:extLst>
                  <a:ext uri="{FF2B5EF4-FFF2-40B4-BE49-F238E27FC236}">
                    <a16:creationId xmlns:a16="http://schemas.microsoft.com/office/drawing/2014/main" id="{4B03B71D-9D96-B6C4-EC89-179E747FDE2B}"/>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72" name="Picture 71">
                <a:extLst>
                  <a:ext uri="{FF2B5EF4-FFF2-40B4-BE49-F238E27FC236}">
                    <a16:creationId xmlns:a16="http://schemas.microsoft.com/office/drawing/2014/main" id="{977182D9-B3EB-119A-0606-E4A5B39649AD}"/>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2" name="Picture 101">
                <a:extLst>
                  <a:ext uri="{FF2B5EF4-FFF2-40B4-BE49-F238E27FC236}">
                    <a16:creationId xmlns:a16="http://schemas.microsoft.com/office/drawing/2014/main" id="{2F8B6E6E-1206-8D96-98D6-25EDBF8DE20A}"/>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a:solidFill>
                  <a:schemeClr val="tx1"/>
                </a:solidFill>
                <a:latin typeface="Pangolin" panose="00000500000000000000" pitchFamily="2" charset="0"/>
              </a:rPr>
              <a:t>+ altri 227 articoli</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it-IT" sz="1000">
                <a:solidFill>
                  <a:srgbClr val="00B050"/>
                </a:solidFill>
                <a:latin typeface="Pangolin" panose="00000500000000000000" pitchFamily="2" charset="0"/>
              </a:rPr>
              <a:t># Installalo solo la prima volta che usi la libreria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67609"/>
            <a:ext cx="2037565" cy="1169551"/>
          </a:xfrm>
          <a:prstGeom prst="rect">
            <a:avLst/>
          </a:prstGeom>
          <a:noFill/>
        </p:spPr>
        <p:txBody>
          <a:bodyPr wrap="square">
            <a:spAutoFit/>
          </a:bodyPr>
          <a:lstStyle/>
          <a:p>
            <a:pPr algn="ctr"/>
            <a:r>
              <a:rPr lang="it-IT" sz="1000" dirty="0">
                <a:latin typeface="Pangolin" panose="00000500000000000000" pitchFamily="2" charset="0"/>
              </a:rPr>
              <a:t>I linguaggi di programmazione, ad esempio </a:t>
            </a:r>
            <a:r>
              <a:rPr lang="it-IT" sz="1000" dirty="0">
                <a:highlight>
                  <a:srgbClr val="C0C0C0"/>
                </a:highlight>
                <a:latin typeface="Pangolin" panose="00000500000000000000" pitchFamily="2" charset="0"/>
              </a:rPr>
              <a:t>R</a:t>
            </a:r>
            <a:r>
              <a:rPr lang="it-IT" sz="1000" dirty="0">
                <a:latin typeface="Pangolin" panose="00000500000000000000" pitchFamily="2" charset="0"/>
              </a:rPr>
              <a:t>, consentono di calcolare la tendenza centrale degli attributi in set di dati di grandi dimensioni. Con le librerie R come </a:t>
            </a:r>
            <a:r>
              <a:rPr lang="it-IT" sz="1000" dirty="0" err="1">
                <a:highlight>
                  <a:srgbClr val="C0C0C0"/>
                </a:highlight>
                <a:latin typeface="Pangolin" panose="00000500000000000000" pitchFamily="2" charset="0"/>
              </a:rPr>
              <a:t>tidyverse</a:t>
            </a:r>
            <a:r>
              <a:rPr lang="it-IT" sz="1000" dirty="0">
                <a:latin typeface="Pangolin" panose="00000500000000000000" pitchFamily="2" charset="0"/>
              </a:rPr>
              <a:t>, è possibile visualizzare la distribuzione dei dati.</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81525" y="572677"/>
            <a:ext cx="2058669" cy="1015663"/>
          </a:xfrm>
          <a:prstGeom prst="rect">
            <a:avLst/>
          </a:prstGeom>
          <a:noFill/>
        </p:spPr>
        <p:txBody>
          <a:bodyPr wrap="square">
            <a:spAutoFit/>
          </a:bodyPr>
          <a:lstStyle/>
          <a:p>
            <a:pPr algn="ctr"/>
            <a:r>
              <a:rPr lang="it-IT" sz="1000" dirty="0">
                <a:latin typeface="Pangolin" panose="00000500000000000000" pitchFamily="2" charset="0"/>
              </a:rPr>
              <a:t>Nel </a:t>
            </a:r>
            <a:r>
              <a:rPr lang="it-IT" sz="1000" dirty="0" err="1">
                <a:latin typeface="Pangolin" panose="00000500000000000000" pitchFamily="2" charset="0"/>
              </a:rPr>
              <a:t>tidyverse</a:t>
            </a:r>
            <a:r>
              <a:rPr lang="it-IT" sz="1000" dirty="0">
                <a:latin typeface="Pangolin" panose="00000500000000000000" pitchFamily="2" charset="0"/>
              </a:rPr>
              <a:t>, hai accesso a set di dati come </a:t>
            </a:r>
            <a:r>
              <a:rPr lang="it-IT" sz="1000" dirty="0">
                <a:highlight>
                  <a:srgbClr val="C0C0C0"/>
                </a:highlight>
                <a:latin typeface="Pangolin" panose="00000500000000000000" pitchFamily="2" charset="0"/>
              </a:rPr>
              <a:t>mpg</a:t>
            </a:r>
            <a:r>
              <a:rPr lang="it-IT" sz="1000" dirty="0">
                <a:latin typeface="Pangolin" panose="00000500000000000000" pitchFamily="2" charset="0"/>
              </a:rPr>
              <a:t> con dati sul risparmio di carburante. Include 11 attributi, come il modello dell'auto, l'anno di produzione e le miglia stradali per gallone (</a:t>
            </a:r>
            <a:r>
              <a:rPr lang="it-IT" sz="1000" dirty="0" err="1">
                <a:latin typeface="Pangolin" panose="00000500000000000000" pitchFamily="2" charset="0"/>
              </a:rPr>
              <a:t>hwy</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678180" y="3662060"/>
            <a:ext cx="5859042" cy="400110"/>
          </a:xfrm>
          <a:prstGeom prst="rect">
            <a:avLst/>
          </a:prstGeom>
          <a:noFill/>
        </p:spPr>
        <p:txBody>
          <a:bodyPr wrap="square">
            <a:spAutoFit/>
          </a:bodyPr>
          <a:lstStyle/>
          <a:p>
            <a:pPr algn="ctr"/>
            <a:r>
              <a:rPr lang="it-IT" sz="1000" dirty="0">
                <a:latin typeface="Pangolin" panose="00000500000000000000" pitchFamily="2" charset="0"/>
              </a:rPr>
              <a:t>È possibile utilizzare </a:t>
            </a:r>
            <a:r>
              <a:rPr lang="it-IT" sz="1000" dirty="0" err="1">
                <a:highlight>
                  <a:srgbClr val="C0C0C0"/>
                </a:highlight>
                <a:latin typeface="Pangolin" panose="00000500000000000000" pitchFamily="2" charset="0"/>
              </a:rPr>
              <a:t>ggplot</a:t>
            </a:r>
            <a:r>
              <a:rPr lang="it-IT" sz="1000" dirty="0">
                <a:latin typeface="Pangolin" panose="00000500000000000000" pitchFamily="2" charset="0"/>
              </a:rPr>
              <a:t>, incluso nel </a:t>
            </a:r>
            <a:r>
              <a:rPr lang="it-IT" sz="1000" dirty="0" err="1">
                <a:latin typeface="Pangolin" panose="00000500000000000000" pitchFamily="2" charset="0"/>
              </a:rPr>
              <a:t>tidyverse</a:t>
            </a:r>
            <a:r>
              <a:rPr lang="it-IT" sz="1000" dirty="0">
                <a:latin typeface="Pangolin" panose="00000500000000000000" pitchFamily="2" charset="0"/>
              </a:rPr>
              <a:t>, per visualizzare la distribuzione dei dati relativi al miglio stradale per gallone (</a:t>
            </a:r>
            <a:r>
              <a:rPr lang="it-IT" sz="1000" dirty="0" err="1">
                <a:latin typeface="Pangolin" panose="00000500000000000000" pitchFamily="2" charset="0"/>
              </a:rPr>
              <a:t>hwy</a:t>
            </a:r>
            <a:r>
              <a:rPr lang="it-IT" sz="1000" dirty="0">
                <a:latin typeface="Pangolin" panose="00000500000000000000" pitchFamily="2" charset="0"/>
              </a:rPr>
              <a:t>) utilizzando un istogramma, una curva di densità o entrambi.</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it-IT" sz="1000" dirty="0">
                <a:latin typeface="Pangolin" panose="00000500000000000000" pitchFamily="2" charset="0"/>
              </a:rPr>
              <a:t>R include funzioni native per il calcolo della media e della mediana. Per la moda, è possibile creare la propria funzione o la </a:t>
            </a: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r>
              <a:rPr lang="it-IT" sz="1000" dirty="0">
                <a:latin typeface="Pangolin" panose="00000500000000000000" pitchFamily="2" charset="0"/>
              </a:rPr>
              <a:t>dalla libreria </a:t>
            </a:r>
            <a:r>
              <a:rPr lang="it-IT" sz="1000" dirty="0" err="1">
                <a:latin typeface="Pangolin" panose="00000500000000000000" pitchFamily="2" charset="0"/>
              </a:rPr>
              <a:t>modeest</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8" name="Group 17">
            <a:extLst>
              <a:ext uri="{FF2B5EF4-FFF2-40B4-BE49-F238E27FC236}">
                <a16:creationId xmlns:a16="http://schemas.microsoft.com/office/drawing/2014/main" id="{A562A803-41FC-00DC-6960-9B1CC990E4C4}"/>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9" name="Picture 18">
              <a:extLst>
                <a:ext uri="{FF2B5EF4-FFF2-40B4-BE49-F238E27FC236}">
                  <a16:creationId xmlns:a16="http://schemas.microsoft.com/office/drawing/2014/main" id="{7F03273D-31AE-DA86-737F-361DDD8544A5}"/>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0" name="Group 19">
              <a:extLst>
                <a:ext uri="{FF2B5EF4-FFF2-40B4-BE49-F238E27FC236}">
                  <a16:creationId xmlns:a16="http://schemas.microsoft.com/office/drawing/2014/main" id="{FF9DD020-BC00-FF37-9F16-0660062FCAC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1" name="Picture 20">
                <a:extLst>
                  <a:ext uri="{FF2B5EF4-FFF2-40B4-BE49-F238E27FC236}">
                    <a16:creationId xmlns:a16="http://schemas.microsoft.com/office/drawing/2014/main" id="{3A71EAAA-E5FC-5331-AE7F-1FBFC418787F}"/>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2" name="Picture 21">
                <a:extLst>
                  <a:ext uri="{FF2B5EF4-FFF2-40B4-BE49-F238E27FC236}">
                    <a16:creationId xmlns:a16="http://schemas.microsoft.com/office/drawing/2014/main" id="{8552FA18-189F-F98C-2AC3-FE931E40187B}"/>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3" name="Picture 22">
                <a:extLst>
                  <a:ext uri="{FF2B5EF4-FFF2-40B4-BE49-F238E27FC236}">
                    <a16:creationId xmlns:a16="http://schemas.microsoft.com/office/drawing/2014/main" id="{B9CBBF17-F59E-6C31-BC30-39F0D4B4173E}"/>
                  </a:ext>
                </a:extLst>
              </p:cNvPr>
              <p:cNvPicPr>
                <a:picLocks noChangeAspect="1"/>
              </p:cNvPicPr>
              <p:nvPr/>
            </p:nvPicPr>
            <p:blipFill>
              <a:blip r:embed="rId1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A2B77AA-5CC2-63D9-0B44-4E4EDFCDA253}"/>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err="1">
                <a:latin typeface="Segoe UI" panose="020B0502040204020203" pitchFamily="34" charset="0"/>
                <a:cs typeface="Segoe UI" panose="020B0502040204020203" pitchFamily="34" charset="0"/>
              </a:rPr>
              <a:t>Fonti</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it-IT" sz="1100" b="1" dirty="0">
                <a:solidFill>
                  <a:srgbClr val="333333"/>
                </a:solidFill>
                <a:latin typeface="Source Sans Pro" panose="020B0503030403020204" pitchFamily="34" charset="0"/>
                <a:ea typeface="+mn-ea"/>
                <a:cs typeface="+mn-cs"/>
              </a:rPr>
              <a:t>Come citare questo documento:</a:t>
            </a:r>
            <a:br>
              <a:rPr lang="it-IT" sz="1100" b="1"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Indici di Tendenza Centrale. University of Applied Sciences St. Pölten (USTP). https://www.comixplain.cc</a:t>
            </a:r>
            <a:br>
              <a:rPr lang="it-IT" sz="1100" dirty="0">
                <a:solidFill>
                  <a:srgbClr val="333333"/>
                </a:solidFill>
                <a:latin typeface="Source Sans Pro" panose="020B0503030403020204" pitchFamily="34" charset="0"/>
                <a:ea typeface="+mn-ea"/>
                <a:cs typeface="+mn-cs"/>
              </a:rPr>
            </a:br>
            <a:br>
              <a:rPr lang="it-IT" sz="1100" b="1" dirty="0">
                <a:solidFill>
                  <a:srgbClr val="333333"/>
                </a:solidFill>
                <a:latin typeface="Source Sans Pro" panose="020B0503030403020204" pitchFamily="34" charset="0"/>
                <a:ea typeface="+mn-ea"/>
                <a:cs typeface="+mn-cs"/>
              </a:rPr>
            </a:br>
            <a:r>
              <a:rPr lang="it-IT" sz="1100" b="1" dirty="0">
                <a:solidFill>
                  <a:srgbClr val="333333"/>
                </a:solidFill>
                <a:latin typeface="Source Sans Pro" panose="020B0503030403020204" pitchFamily="34" charset="0"/>
                <a:ea typeface="+mn-ea"/>
                <a:cs typeface="+mn-cs"/>
              </a:rPr>
              <a:t>Questo fumetto è stato adattato da:</a:t>
            </a:r>
            <a:br>
              <a:rPr lang="it-IT" sz="1100"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AT" sz="1100" dirty="0">
                <a:solidFill>
                  <a:srgbClr val="333333"/>
                </a:solidFill>
                <a:latin typeface="Source Sans Pro" panose="020B0503030403020204" pitchFamily="34" charset="0"/>
                <a:ea typeface="+mn-ea"/>
                <a:cs typeface="+mn-cs"/>
              </a:rPr>
              <a:t>Indici di Tendenza Centrale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FD220A8C-E1E1-4716-A7D7-22AF42541D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4C1447-3C1F-45A8-A213-56C966138D6C}">
  <ds:schemaRefs>
    <ds:schemaRef ds:uri="http://schemas.microsoft.com/office/2006/metadata/properties"/>
    <ds:schemaRef ds:uri="http://schemas.microsoft.com/office/2006/documentManagement/types"/>
    <ds:schemaRef ds:uri="http://schemas.microsoft.com/office/infopath/2007/PartnerControls"/>
    <ds:schemaRef ds:uri="http://purl.org/dc/elements/1.1/"/>
    <ds:schemaRef ds:uri="da1b7603-f8b8-47c9-9682-dc6aa8e9acd7"/>
    <ds:schemaRef ds:uri="http://purl.org/dc/terms/"/>
    <ds:schemaRef ds:uri="http://www.w3.org/XML/1998/namespace"/>
    <ds:schemaRef ds:uri="http://schemas.openxmlformats.org/package/2006/metadata/core-properties"/>
    <ds:schemaRef ds:uri="94bcf745-830c-42f4-885c-a1d7342e6e36"/>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34</TotalTime>
  <Words>1830</Words>
  <Application>Microsoft Office PowerPoint</Application>
  <PresentationFormat>A4 Paper (210x297 mm)</PresentationFormat>
  <Paragraphs>294</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Momopresentation Updated 2</vt:lpstr>
      <vt:lpstr>Calibri</vt:lpstr>
      <vt:lpstr>Segoe UI</vt:lpstr>
      <vt:lpstr>Arial</vt:lpstr>
      <vt:lpstr>KG Always A Good Time</vt:lpstr>
      <vt:lpstr>Source Sans Pro</vt:lpstr>
      <vt:lpstr>Pangolin</vt:lpstr>
      <vt:lpstr>Calibri Light</vt:lpstr>
      <vt:lpstr>Office</vt:lpstr>
      <vt:lpstr>Indici di Tendenza Centrale</vt:lpstr>
      <vt:lpstr>PowerPoint Presentation</vt:lpstr>
      <vt:lpstr>1</vt:lpstr>
      <vt:lpstr>2</vt:lpstr>
      <vt:lpstr>3</vt:lpstr>
      <vt:lpstr>4</vt:lpstr>
      <vt:lpstr>5</vt:lpstr>
      <vt:lpstr>6</vt:lpstr>
      <vt:lpstr>7</vt:lpstr>
      <vt:lpstr>8</vt:lpstr>
      <vt:lpstr>Come citare questo documento:  De-Jesus-Oliveira, V.-A., Boucher, M., Boucher, A., Wu, H.-Y., &amp; Stoiber, C. (2025). Indici di Tendenza Centrale. University of Applied Sciences St. Pölten (USTP). https://www.comixplain.cc  Questo fumetto è stato adattato da:  Indici di Tendenza Centrale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Indici di Tendenza Centrale</dc:title>
  <dc:creator>Boucher Magdalena</dc:creator>
  <cp:lastModifiedBy>de-Jesus-Oliveira Victor-Adriel</cp:lastModifiedBy>
  <cp:revision>59</cp:revision>
  <dcterms:created xsi:type="dcterms:W3CDTF">2022-09-19T11:21:57Z</dcterms:created>
  <dcterms:modified xsi:type="dcterms:W3CDTF">2025-11-09T06:49:56Z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
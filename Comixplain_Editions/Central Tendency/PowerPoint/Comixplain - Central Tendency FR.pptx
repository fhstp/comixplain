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0B866F-3936-4A21-96B2-86CF11AFCBCC}" v="29" dt="2025-11-09T06:50:23.8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49" autoAdjust="0"/>
    <p:restoredTop sz="94863" autoAdjust="0"/>
  </p:normalViewPr>
  <p:slideViewPr>
    <p:cSldViewPr snapToGrid="0">
      <p:cViewPr varScale="1">
        <p:scale>
          <a:sx n="73" d="100"/>
          <a:sy n="73" d="100"/>
        </p:scale>
        <p:origin x="3516"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9T06:50:56.394" v="94" actId="478"/>
      <pc:docMkLst>
        <pc:docMk/>
      </pc:docMkLst>
      <pc:sldChg chg="addSp delSp modSp mod">
        <pc:chgData name="de-Jesus-Oliveira Victor-Adriel" userId="a708fc36-3c1b-42ab-b5e9-2e1fa3c6605e" providerId="ADAL" clId="{39AA12F0-CB51-4D67-A3A6-7C3EC2C345CA}" dt="2025-11-09T06:50:56.394" v="94" actId="478"/>
        <pc:sldMkLst>
          <pc:docMk/>
          <pc:sldMk cId="1310685907" sldId="259"/>
        </pc:sldMkLst>
        <pc:grpChg chg="add del mod ord">
          <ac:chgData name="de-Jesus-Oliveira Victor-Adriel" userId="a708fc36-3c1b-42ab-b5e9-2e1fa3c6605e" providerId="ADAL" clId="{39AA12F0-CB51-4D67-A3A6-7C3EC2C345CA}" dt="2025-11-09T06:50:56.394" v="94" actId="478"/>
          <ac:grpSpMkLst>
            <pc:docMk/>
            <pc:sldMk cId="1310685907" sldId="259"/>
            <ac:grpSpMk id="5" creationId="{D926C4FB-94FF-79A3-AF9F-060E30B0E232}"/>
          </ac:grpSpMkLst>
        </pc:grpChg>
        <pc:grpChg chg="mod">
          <ac:chgData name="de-Jesus-Oliveira Victor-Adriel" userId="a708fc36-3c1b-42ab-b5e9-2e1fa3c6605e" providerId="ADAL" clId="{39AA12F0-CB51-4D67-A3A6-7C3EC2C345CA}" dt="2025-11-08T14:06:23.304" v="65"/>
          <ac:grpSpMkLst>
            <pc:docMk/>
            <pc:sldMk cId="1310685907" sldId="259"/>
            <ac:grpSpMk id="8" creationId="{A346014F-CD35-3690-B881-7D312BC5A897}"/>
          </ac:grpSpMkLst>
        </pc:grpChg>
        <pc:grpChg chg="add mod">
          <ac:chgData name="de-Jesus-Oliveira Victor-Adriel" userId="a708fc36-3c1b-42ab-b5e9-2e1fa3c6605e" providerId="ADAL" clId="{39AA12F0-CB51-4D67-A3A6-7C3EC2C345CA}" dt="2025-11-09T06:50:09.631" v="79"/>
          <ac:grpSpMkLst>
            <pc:docMk/>
            <pc:sldMk cId="1310685907" sldId="259"/>
            <ac:grpSpMk id="17" creationId="{99F047B0-25CE-A3FA-B32C-2EDE774C364D}"/>
          </ac:grpSpMkLst>
        </pc:grpChg>
        <pc:grpChg chg="mod">
          <ac:chgData name="de-Jesus-Oliveira Victor-Adriel" userId="a708fc36-3c1b-42ab-b5e9-2e1fa3c6605e" providerId="ADAL" clId="{39AA12F0-CB51-4D67-A3A6-7C3EC2C345CA}" dt="2025-11-09T06:50:09.631" v="79"/>
          <ac:grpSpMkLst>
            <pc:docMk/>
            <pc:sldMk cId="1310685907" sldId="259"/>
            <ac:grpSpMk id="28" creationId="{B184C311-3492-A48E-20C0-FC6308FE5909}"/>
          </ac:grpSpMkLst>
        </pc:grpChg>
        <pc:picChg chg="mod">
          <ac:chgData name="de-Jesus-Oliveira Victor-Adriel" userId="a708fc36-3c1b-42ab-b5e9-2e1fa3c6605e" providerId="ADAL" clId="{39AA12F0-CB51-4D67-A3A6-7C3EC2C345CA}" dt="2025-11-08T14:06:23.304" v="65"/>
          <ac:picMkLst>
            <pc:docMk/>
            <pc:sldMk cId="1310685907" sldId="259"/>
            <ac:picMk id="6" creationId="{C960CDFC-88DF-85E1-84F2-90905AB5F341}"/>
          </ac:picMkLst>
        </pc:picChg>
        <pc:picChg chg="mod">
          <ac:chgData name="de-Jesus-Oliveira Victor-Adriel" userId="a708fc36-3c1b-42ab-b5e9-2e1fa3c6605e" providerId="ADAL" clId="{39AA12F0-CB51-4D67-A3A6-7C3EC2C345CA}" dt="2025-11-08T14:06:23.304" v="65"/>
          <ac:picMkLst>
            <pc:docMk/>
            <pc:sldMk cId="1310685907" sldId="259"/>
            <ac:picMk id="9" creationId="{2C48888C-427E-6CF6-F0E6-749BD53E757B}"/>
          </ac:picMkLst>
        </pc:picChg>
        <pc:picChg chg="mod">
          <ac:chgData name="de-Jesus-Oliveira Victor-Adriel" userId="a708fc36-3c1b-42ab-b5e9-2e1fa3c6605e" providerId="ADAL" clId="{39AA12F0-CB51-4D67-A3A6-7C3EC2C345CA}" dt="2025-11-08T14:06:23.304" v="65"/>
          <ac:picMkLst>
            <pc:docMk/>
            <pc:sldMk cId="1310685907" sldId="259"/>
            <ac:picMk id="11" creationId="{C9DA09CE-3104-6047-DEC1-7F8ABED395BA}"/>
          </ac:picMkLst>
        </pc:picChg>
        <pc:picChg chg="mod">
          <ac:chgData name="de-Jesus-Oliveira Victor-Adriel" userId="a708fc36-3c1b-42ab-b5e9-2e1fa3c6605e" providerId="ADAL" clId="{39AA12F0-CB51-4D67-A3A6-7C3EC2C345CA}" dt="2025-11-08T14:06:23.304" v="65"/>
          <ac:picMkLst>
            <pc:docMk/>
            <pc:sldMk cId="1310685907" sldId="259"/>
            <ac:picMk id="13" creationId="{05A71849-78CF-4600-253A-BBD4AC465AF5}"/>
          </ac:picMkLst>
        </pc:picChg>
        <pc:picChg chg="mod">
          <ac:chgData name="de-Jesus-Oliveira Victor-Adriel" userId="a708fc36-3c1b-42ab-b5e9-2e1fa3c6605e" providerId="ADAL" clId="{39AA12F0-CB51-4D67-A3A6-7C3EC2C345CA}" dt="2025-11-09T06:50:09.631" v="79"/>
          <ac:picMkLst>
            <pc:docMk/>
            <pc:sldMk cId="1310685907" sldId="259"/>
            <ac:picMk id="27" creationId="{65DF7BEF-CC1E-1D26-D23F-30A2674A6E74}"/>
          </ac:picMkLst>
        </pc:picChg>
        <pc:picChg chg="mod">
          <ac:chgData name="de-Jesus-Oliveira Victor-Adriel" userId="a708fc36-3c1b-42ab-b5e9-2e1fa3c6605e" providerId="ADAL" clId="{39AA12F0-CB51-4D67-A3A6-7C3EC2C345CA}" dt="2025-11-09T06:50:09.631" v="79"/>
          <ac:picMkLst>
            <pc:docMk/>
            <pc:sldMk cId="1310685907" sldId="259"/>
            <ac:picMk id="51" creationId="{1DDB7EF8-58FF-8115-3FEE-F9F1DE85A705}"/>
          </ac:picMkLst>
        </pc:picChg>
        <pc:picChg chg="mod">
          <ac:chgData name="de-Jesus-Oliveira Victor-Adriel" userId="a708fc36-3c1b-42ab-b5e9-2e1fa3c6605e" providerId="ADAL" clId="{39AA12F0-CB51-4D67-A3A6-7C3EC2C345CA}" dt="2025-11-09T06:50:09.631" v="79"/>
          <ac:picMkLst>
            <pc:docMk/>
            <pc:sldMk cId="1310685907" sldId="259"/>
            <ac:picMk id="52" creationId="{51F1E7A8-C882-3AC5-AE7B-CAFFACF56470}"/>
          </ac:picMkLst>
        </pc:picChg>
        <pc:picChg chg="mod">
          <ac:chgData name="de-Jesus-Oliveira Victor-Adriel" userId="a708fc36-3c1b-42ab-b5e9-2e1fa3c6605e" providerId="ADAL" clId="{39AA12F0-CB51-4D67-A3A6-7C3EC2C345CA}" dt="2025-11-09T06:50:09.631" v="79"/>
          <ac:picMkLst>
            <pc:docMk/>
            <pc:sldMk cId="1310685907" sldId="259"/>
            <ac:picMk id="53" creationId="{6622FEE3-CC9F-7E74-9803-379DD862866F}"/>
          </ac:picMkLst>
        </pc:picChg>
      </pc:sldChg>
      <pc:sldChg chg="addSp delSp modSp mod">
        <pc:chgData name="de-Jesus-Oliveira Victor-Adriel" userId="a708fc36-3c1b-42ab-b5e9-2e1fa3c6605e" providerId="ADAL" clId="{39AA12F0-CB51-4D67-A3A6-7C3EC2C345CA}" dt="2025-11-09T06:50:49.645" v="93" actId="478"/>
        <pc:sldMkLst>
          <pc:docMk/>
          <pc:sldMk cId="2321304525" sldId="260"/>
        </pc:sldMkLst>
        <pc:grpChg chg="add del mod">
          <ac:chgData name="de-Jesus-Oliveira Victor-Adriel" userId="a708fc36-3c1b-42ab-b5e9-2e1fa3c6605e" providerId="ADAL" clId="{39AA12F0-CB51-4D67-A3A6-7C3EC2C345CA}" dt="2025-11-09T06:50:49.645" v="93" actId="478"/>
          <ac:grpSpMkLst>
            <pc:docMk/>
            <pc:sldMk cId="2321304525" sldId="260"/>
            <ac:grpSpMk id="14" creationId="{AA28D52F-1EBF-904A-96DB-8EAB5A9F6EF0}"/>
          </ac:grpSpMkLst>
        </pc:grpChg>
        <pc:grpChg chg="mod">
          <ac:chgData name="de-Jesus-Oliveira Victor-Adriel" userId="a708fc36-3c1b-42ab-b5e9-2e1fa3c6605e" providerId="ADAL" clId="{39AA12F0-CB51-4D67-A3A6-7C3EC2C345CA}" dt="2025-11-08T14:06:30.435" v="67"/>
          <ac:grpSpMkLst>
            <pc:docMk/>
            <pc:sldMk cId="2321304525" sldId="260"/>
            <ac:grpSpMk id="36" creationId="{77289E1C-A673-940B-B4CB-1C1373F3A7A5}"/>
          </ac:grpSpMkLst>
        </pc:grpChg>
        <pc:grpChg chg="add mod">
          <ac:chgData name="de-Jesus-Oliveira Victor-Adriel" userId="a708fc36-3c1b-42ab-b5e9-2e1fa3c6605e" providerId="ADAL" clId="{39AA12F0-CB51-4D67-A3A6-7C3EC2C345CA}" dt="2025-11-09T06:50:11.197" v="80"/>
          <ac:grpSpMkLst>
            <pc:docMk/>
            <pc:sldMk cId="2321304525" sldId="260"/>
            <ac:grpSpMk id="40" creationId="{44132E26-9686-CD0E-AB0A-6458B23AB1C3}"/>
          </ac:grpSpMkLst>
        </pc:grpChg>
        <pc:grpChg chg="mod">
          <ac:chgData name="de-Jesus-Oliveira Victor-Adriel" userId="a708fc36-3c1b-42ab-b5e9-2e1fa3c6605e" providerId="ADAL" clId="{39AA12F0-CB51-4D67-A3A6-7C3EC2C345CA}" dt="2025-11-09T06:50:11.197" v="80"/>
          <ac:grpSpMkLst>
            <pc:docMk/>
            <pc:sldMk cId="2321304525" sldId="260"/>
            <ac:grpSpMk id="42" creationId="{75F405CF-7C78-0D8E-8C59-9F7A53B147B4}"/>
          </ac:grpSpMkLst>
        </pc:grpChg>
        <pc:picChg chg="mod">
          <ac:chgData name="de-Jesus-Oliveira Victor-Adriel" userId="a708fc36-3c1b-42ab-b5e9-2e1fa3c6605e" providerId="ADAL" clId="{39AA12F0-CB51-4D67-A3A6-7C3EC2C345CA}" dt="2025-11-08T14:06:30.435" v="67"/>
          <ac:picMkLst>
            <pc:docMk/>
            <pc:sldMk cId="2321304525" sldId="260"/>
            <ac:picMk id="19" creationId="{216033D9-3CF9-9AAD-2990-DB4765E2130B}"/>
          </ac:picMkLst>
        </pc:picChg>
        <pc:picChg chg="mod">
          <ac:chgData name="de-Jesus-Oliveira Victor-Adriel" userId="a708fc36-3c1b-42ab-b5e9-2e1fa3c6605e" providerId="ADAL" clId="{39AA12F0-CB51-4D67-A3A6-7C3EC2C345CA}" dt="2025-11-08T14:06:30.435" v="67"/>
          <ac:picMkLst>
            <pc:docMk/>
            <pc:sldMk cId="2321304525" sldId="260"/>
            <ac:picMk id="37" creationId="{EA36C801-8D59-CFF1-27B8-1A06DBF0C543}"/>
          </ac:picMkLst>
        </pc:picChg>
        <pc:picChg chg="mod">
          <ac:chgData name="de-Jesus-Oliveira Victor-Adriel" userId="a708fc36-3c1b-42ab-b5e9-2e1fa3c6605e" providerId="ADAL" clId="{39AA12F0-CB51-4D67-A3A6-7C3EC2C345CA}" dt="2025-11-08T14:06:30.435" v="67"/>
          <ac:picMkLst>
            <pc:docMk/>
            <pc:sldMk cId="2321304525" sldId="260"/>
            <ac:picMk id="38" creationId="{99C29940-2EE3-0B53-567C-6EBF65512068}"/>
          </ac:picMkLst>
        </pc:picChg>
        <pc:picChg chg="mod">
          <ac:chgData name="de-Jesus-Oliveira Victor-Adriel" userId="a708fc36-3c1b-42ab-b5e9-2e1fa3c6605e" providerId="ADAL" clId="{39AA12F0-CB51-4D67-A3A6-7C3EC2C345CA}" dt="2025-11-08T14:06:30.435" v="67"/>
          <ac:picMkLst>
            <pc:docMk/>
            <pc:sldMk cId="2321304525" sldId="260"/>
            <ac:picMk id="39" creationId="{8B9CD4EC-A506-81E9-15F4-82063162EBDE}"/>
          </ac:picMkLst>
        </pc:picChg>
        <pc:picChg chg="mod">
          <ac:chgData name="de-Jesus-Oliveira Victor-Adriel" userId="a708fc36-3c1b-42ab-b5e9-2e1fa3c6605e" providerId="ADAL" clId="{39AA12F0-CB51-4D67-A3A6-7C3EC2C345CA}" dt="2025-11-09T06:50:11.197" v="80"/>
          <ac:picMkLst>
            <pc:docMk/>
            <pc:sldMk cId="2321304525" sldId="260"/>
            <ac:picMk id="41" creationId="{3B0292AF-9D47-A883-41D9-00D83DC11DB8}"/>
          </ac:picMkLst>
        </pc:picChg>
        <pc:picChg chg="mod">
          <ac:chgData name="de-Jesus-Oliveira Victor-Adriel" userId="a708fc36-3c1b-42ab-b5e9-2e1fa3c6605e" providerId="ADAL" clId="{39AA12F0-CB51-4D67-A3A6-7C3EC2C345CA}" dt="2025-11-09T06:50:11.197" v="80"/>
          <ac:picMkLst>
            <pc:docMk/>
            <pc:sldMk cId="2321304525" sldId="260"/>
            <ac:picMk id="43" creationId="{08A13CA6-4CC4-B520-3B3E-0BBDD285447C}"/>
          </ac:picMkLst>
        </pc:picChg>
        <pc:picChg chg="mod">
          <ac:chgData name="de-Jesus-Oliveira Victor-Adriel" userId="a708fc36-3c1b-42ab-b5e9-2e1fa3c6605e" providerId="ADAL" clId="{39AA12F0-CB51-4D67-A3A6-7C3EC2C345CA}" dt="2025-11-09T06:50:11.197" v="80"/>
          <ac:picMkLst>
            <pc:docMk/>
            <pc:sldMk cId="2321304525" sldId="260"/>
            <ac:picMk id="44" creationId="{9752EDC6-CE15-4550-F2A4-4084EE2BB113}"/>
          </ac:picMkLst>
        </pc:picChg>
        <pc:picChg chg="mod">
          <ac:chgData name="de-Jesus-Oliveira Victor-Adriel" userId="a708fc36-3c1b-42ab-b5e9-2e1fa3c6605e" providerId="ADAL" clId="{39AA12F0-CB51-4D67-A3A6-7C3EC2C345CA}" dt="2025-11-09T06:50:11.197" v="80"/>
          <ac:picMkLst>
            <pc:docMk/>
            <pc:sldMk cId="2321304525" sldId="260"/>
            <ac:picMk id="45" creationId="{F5E73FB1-FB19-06CB-D23A-77E9F8D1CA12}"/>
          </ac:picMkLst>
        </pc:picChg>
      </pc:sldChg>
      <pc:sldChg chg="addSp delSp modSp mod">
        <pc:chgData name="de-Jesus-Oliveira Victor-Adriel" userId="a708fc36-3c1b-42ab-b5e9-2e1fa3c6605e" providerId="ADAL" clId="{39AA12F0-CB51-4D67-A3A6-7C3EC2C345CA}" dt="2025-11-09T06:50:46.507" v="92" actId="478"/>
        <pc:sldMkLst>
          <pc:docMk/>
          <pc:sldMk cId="3895346216" sldId="261"/>
        </pc:sldMkLst>
        <pc:grpChg chg="add del mod">
          <ac:chgData name="de-Jesus-Oliveira Victor-Adriel" userId="a708fc36-3c1b-42ab-b5e9-2e1fa3c6605e" providerId="ADAL" clId="{39AA12F0-CB51-4D67-A3A6-7C3EC2C345CA}" dt="2025-11-09T06:50:46.507" v="92" actId="478"/>
          <ac:grpSpMkLst>
            <pc:docMk/>
            <pc:sldMk cId="3895346216" sldId="261"/>
            <ac:grpSpMk id="39" creationId="{03E2BFA5-F17A-9FBE-3F96-22C55889AD5D}"/>
          </ac:grpSpMkLst>
        </pc:grpChg>
        <pc:grpChg chg="mod">
          <ac:chgData name="de-Jesus-Oliveira Victor-Adriel" userId="a708fc36-3c1b-42ab-b5e9-2e1fa3c6605e" providerId="ADAL" clId="{39AA12F0-CB51-4D67-A3A6-7C3EC2C345CA}" dt="2025-11-08T14:06:35.315" v="68"/>
          <ac:grpSpMkLst>
            <pc:docMk/>
            <pc:sldMk cId="3895346216" sldId="261"/>
            <ac:grpSpMk id="41" creationId="{C9932BDB-7CF3-A199-7944-E547C69E01B9}"/>
          </ac:grpSpMkLst>
        </pc:grpChg>
        <pc:grpChg chg="add mod">
          <ac:chgData name="de-Jesus-Oliveira Victor-Adriel" userId="a708fc36-3c1b-42ab-b5e9-2e1fa3c6605e" providerId="ADAL" clId="{39AA12F0-CB51-4D67-A3A6-7C3EC2C345CA}" dt="2025-11-09T06:50:12.334" v="81"/>
          <ac:grpSpMkLst>
            <pc:docMk/>
            <pc:sldMk cId="3895346216" sldId="261"/>
            <ac:grpSpMk id="45" creationId="{B6F15990-13AF-3E9A-FC99-C2238EA51E3C}"/>
          </ac:grpSpMkLst>
        </pc:grpChg>
        <pc:grpChg chg="mod">
          <ac:chgData name="de-Jesus-Oliveira Victor-Adriel" userId="a708fc36-3c1b-42ab-b5e9-2e1fa3c6605e" providerId="ADAL" clId="{39AA12F0-CB51-4D67-A3A6-7C3EC2C345CA}" dt="2025-11-09T06:50:12.334" v="81"/>
          <ac:grpSpMkLst>
            <pc:docMk/>
            <pc:sldMk cId="3895346216" sldId="261"/>
            <ac:grpSpMk id="47" creationId="{3A5ABE95-638B-939C-E53E-FF40C08577AD}"/>
          </ac:grpSpMkLst>
        </pc:grpChg>
        <pc:picChg chg="mod">
          <ac:chgData name="de-Jesus-Oliveira Victor-Adriel" userId="a708fc36-3c1b-42ab-b5e9-2e1fa3c6605e" providerId="ADAL" clId="{39AA12F0-CB51-4D67-A3A6-7C3EC2C345CA}" dt="2025-11-08T14:06:35.315" v="68"/>
          <ac:picMkLst>
            <pc:docMk/>
            <pc:sldMk cId="3895346216" sldId="261"/>
            <ac:picMk id="40" creationId="{2A7ACAF7-80D1-CF3C-1F58-42FCC20E94EA}"/>
          </ac:picMkLst>
        </pc:picChg>
        <pc:picChg chg="mod">
          <ac:chgData name="de-Jesus-Oliveira Victor-Adriel" userId="a708fc36-3c1b-42ab-b5e9-2e1fa3c6605e" providerId="ADAL" clId="{39AA12F0-CB51-4D67-A3A6-7C3EC2C345CA}" dt="2025-11-08T14:06:35.315" v="68"/>
          <ac:picMkLst>
            <pc:docMk/>
            <pc:sldMk cId="3895346216" sldId="261"/>
            <ac:picMk id="42" creationId="{7F35B47B-0445-AA20-37D1-F89792E0B860}"/>
          </ac:picMkLst>
        </pc:picChg>
        <pc:picChg chg="mod">
          <ac:chgData name="de-Jesus-Oliveira Victor-Adriel" userId="a708fc36-3c1b-42ab-b5e9-2e1fa3c6605e" providerId="ADAL" clId="{39AA12F0-CB51-4D67-A3A6-7C3EC2C345CA}" dt="2025-11-08T14:06:35.315" v="68"/>
          <ac:picMkLst>
            <pc:docMk/>
            <pc:sldMk cId="3895346216" sldId="261"/>
            <ac:picMk id="43" creationId="{C39B4DCE-C71E-50B0-33CB-2589DCFEFC2D}"/>
          </ac:picMkLst>
        </pc:picChg>
        <pc:picChg chg="mod">
          <ac:chgData name="de-Jesus-Oliveira Victor-Adriel" userId="a708fc36-3c1b-42ab-b5e9-2e1fa3c6605e" providerId="ADAL" clId="{39AA12F0-CB51-4D67-A3A6-7C3EC2C345CA}" dt="2025-11-08T14:06:35.315" v="68"/>
          <ac:picMkLst>
            <pc:docMk/>
            <pc:sldMk cId="3895346216" sldId="261"/>
            <ac:picMk id="44" creationId="{418BC9CA-0800-6C36-317C-229E49BE6F16}"/>
          </ac:picMkLst>
        </pc:picChg>
        <pc:picChg chg="mod">
          <ac:chgData name="de-Jesus-Oliveira Victor-Adriel" userId="a708fc36-3c1b-42ab-b5e9-2e1fa3c6605e" providerId="ADAL" clId="{39AA12F0-CB51-4D67-A3A6-7C3EC2C345CA}" dt="2025-11-09T06:50:12.334" v="81"/>
          <ac:picMkLst>
            <pc:docMk/>
            <pc:sldMk cId="3895346216" sldId="261"/>
            <ac:picMk id="46" creationId="{D9116FD4-5898-F1F5-71FE-CF86A0558B71}"/>
          </ac:picMkLst>
        </pc:picChg>
        <pc:picChg chg="mod">
          <ac:chgData name="de-Jesus-Oliveira Victor-Adriel" userId="a708fc36-3c1b-42ab-b5e9-2e1fa3c6605e" providerId="ADAL" clId="{39AA12F0-CB51-4D67-A3A6-7C3EC2C345CA}" dt="2025-11-09T06:50:12.334" v="81"/>
          <ac:picMkLst>
            <pc:docMk/>
            <pc:sldMk cId="3895346216" sldId="261"/>
            <ac:picMk id="48" creationId="{00560F86-5B51-6858-25AA-D1550A6F98EA}"/>
          </ac:picMkLst>
        </pc:picChg>
        <pc:picChg chg="mod">
          <ac:chgData name="de-Jesus-Oliveira Victor-Adriel" userId="a708fc36-3c1b-42ab-b5e9-2e1fa3c6605e" providerId="ADAL" clId="{39AA12F0-CB51-4D67-A3A6-7C3EC2C345CA}" dt="2025-11-09T06:50:12.334" v="81"/>
          <ac:picMkLst>
            <pc:docMk/>
            <pc:sldMk cId="3895346216" sldId="261"/>
            <ac:picMk id="49" creationId="{4A4B4394-E56F-1F6E-9F1A-28BE368F52E3}"/>
          </ac:picMkLst>
        </pc:picChg>
        <pc:picChg chg="mod">
          <ac:chgData name="de-Jesus-Oliveira Victor-Adriel" userId="a708fc36-3c1b-42ab-b5e9-2e1fa3c6605e" providerId="ADAL" clId="{39AA12F0-CB51-4D67-A3A6-7C3EC2C345CA}" dt="2025-11-09T06:50:12.334" v="81"/>
          <ac:picMkLst>
            <pc:docMk/>
            <pc:sldMk cId="3895346216" sldId="261"/>
            <ac:picMk id="50" creationId="{9C420C89-745F-E6F0-57EB-789BE4501F3E}"/>
          </ac:picMkLst>
        </pc:picChg>
      </pc:sldChg>
      <pc:sldChg chg="addSp delSp modSp mod">
        <pc:chgData name="de-Jesus-Oliveira Victor-Adriel" userId="a708fc36-3c1b-42ab-b5e9-2e1fa3c6605e" providerId="ADAL" clId="{39AA12F0-CB51-4D67-A3A6-7C3EC2C345CA}" dt="2025-11-09T06:50:43.618" v="91" actId="478"/>
        <pc:sldMkLst>
          <pc:docMk/>
          <pc:sldMk cId="2379314157" sldId="262"/>
        </pc:sldMkLst>
        <pc:spChg chg="ord">
          <ac:chgData name="de-Jesus-Oliveira Victor-Adriel" userId="a708fc36-3c1b-42ab-b5e9-2e1fa3c6605e" providerId="ADAL" clId="{39AA12F0-CB51-4D67-A3A6-7C3EC2C345CA}" dt="2025-11-08T14:06:48.451" v="70" actId="166"/>
          <ac:spMkLst>
            <pc:docMk/>
            <pc:sldMk cId="2379314157" sldId="262"/>
            <ac:spMk id="14" creationId="{4CA8A83C-9ABB-4B17-B735-341303AFD6C7}"/>
          </ac:spMkLst>
        </pc:spChg>
        <pc:grpChg chg="add del mod">
          <ac:chgData name="de-Jesus-Oliveira Victor-Adriel" userId="a708fc36-3c1b-42ab-b5e9-2e1fa3c6605e" providerId="ADAL" clId="{39AA12F0-CB51-4D67-A3A6-7C3EC2C345CA}" dt="2025-11-09T06:50:43.618" v="91" actId="478"/>
          <ac:grpSpMkLst>
            <pc:docMk/>
            <pc:sldMk cId="2379314157" sldId="262"/>
            <ac:grpSpMk id="8" creationId="{1381C1C9-26C5-5828-E407-8BEE1E286F0C}"/>
          </ac:grpSpMkLst>
        </pc:grpChg>
        <pc:grpChg chg="mod">
          <ac:chgData name="de-Jesus-Oliveira Victor-Adriel" userId="a708fc36-3c1b-42ab-b5e9-2e1fa3c6605e" providerId="ADAL" clId="{39AA12F0-CB51-4D67-A3A6-7C3EC2C345CA}" dt="2025-11-08T14:06:41.057" v="69"/>
          <ac:grpSpMkLst>
            <pc:docMk/>
            <pc:sldMk cId="2379314157" sldId="262"/>
            <ac:grpSpMk id="71" creationId="{89B839B4-E028-8C17-683E-1C6342A1BE72}"/>
          </ac:grpSpMkLst>
        </pc:grpChg>
        <pc:grpChg chg="add mod">
          <ac:chgData name="de-Jesus-Oliveira Victor-Adriel" userId="a708fc36-3c1b-42ab-b5e9-2e1fa3c6605e" providerId="ADAL" clId="{39AA12F0-CB51-4D67-A3A6-7C3EC2C345CA}" dt="2025-11-09T06:50:14.691" v="82"/>
          <ac:grpSpMkLst>
            <pc:docMk/>
            <pc:sldMk cId="2379314157" sldId="262"/>
            <ac:grpSpMk id="92" creationId="{BC003642-DCBE-6A16-29F1-C9FE03793F57}"/>
          </ac:grpSpMkLst>
        </pc:grpChg>
        <pc:grpChg chg="mod">
          <ac:chgData name="de-Jesus-Oliveira Victor-Adriel" userId="a708fc36-3c1b-42ab-b5e9-2e1fa3c6605e" providerId="ADAL" clId="{39AA12F0-CB51-4D67-A3A6-7C3EC2C345CA}" dt="2025-11-09T06:50:14.691" v="82"/>
          <ac:grpSpMkLst>
            <pc:docMk/>
            <pc:sldMk cId="2379314157" sldId="262"/>
            <ac:grpSpMk id="94" creationId="{F54A4E2A-E6C1-6CD1-AEAA-EFB56FFC14AA}"/>
          </ac:grpSpMkLst>
        </pc:grpChg>
        <pc:picChg chg="mod">
          <ac:chgData name="de-Jesus-Oliveira Victor-Adriel" userId="a708fc36-3c1b-42ab-b5e9-2e1fa3c6605e" providerId="ADAL" clId="{39AA12F0-CB51-4D67-A3A6-7C3EC2C345CA}" dt="2025-11-08T14:06:41.057" v="69"/>
          <ac:picMkLst>
            <pc:docMk/>
            <pc:sldMk cId="2379314157" sldId="262"/>
            <ac:picMk id="17" creationId="{0473592F-F130-C480-4894-358CD119A831}"/>
          </ac:picMkLst>
        </pc:picChg>
        <pc:picChg chg="mod">
          <ac:chgData name="de-Jesus-Oliveira Victor-Adriel" userId="a708fc36-3c1b-42ab-b5e9-2e1fa3c6605e" providerId="ADAL" clId="{39AA12F0-CB51-4D67-A3A6-7C3EC2C345CA}" dt="2025-11-08T14:06:41.057" v="69"/>
          <ac:picMkLst>
            <pc:docMk/>
            <pc:sldMk cId="2379314157" sldId="262"/>
            <ac:picMk id="75" creationId="{FEE255A6-14DE-9D48-4221-ABC55DF298BA}"/>
          </ac:picMkLst>
        </pc:picChg>
        <pc:picChg chg="mod">
          <ac:chgData name="de-Jesus-Oliveira Victor-Adriel" userId="a708fc36-3c1b-42ab-b5e9-2e1fa3c6605e" providerId="ADAL" clId="{39AA12F0-CB51-4D67-A3A6-7C3EC2C345CA}" dt="2025-11-08T14:06:41.057" v="69"/>
          <ac:picMkLst>
            <pc:docMk/>
            <pc:sldMk cId="2379314157" sldId="262"/>
            <ac:picMk id="86" creationId="{0146A6B2-AE54-FACB-6E89-2E3FF05384AE}"/>
          </ac:picMkLst>
        </pc:picChg>
        <pc:picChg chg="mod">
          <ac:chgData name="de-Jesus-Oliveira Victor-Adriel" userId="a708fc36-3c1b-42ab-b5e9-2e1fa3c6605e" providerId="ADAL" clId="{39AA12F0-CB51-4D67-A3A6-7C3EC2C345CA}" dt="2025-11-08T14:06:41.057" v="69"/>
          <ac:picMkLst>
            <pc:docMk/>
            <pc:sldMk cId="2379314157" sldId="262"/>
            <ac:picMk id="91" creationId="{188E559C-B6B0-813F-CF8D-E65706D126F6}"/>
          </ac:picMkLst>
        </pc:picChg>
        <pc:picChg chg="mod">
          <ac:chgData name="de-Jesus-Oliveira Victor-Adriel" userId="a708fc36-3c1b-42ab-b5e9-2e1fa3c6605e" providerId="ADAL" clId="{39AA12F0-CB51-4D67-A3A6-7C3EC2C345CA}" dt="2025-11-09T06:50:14.691" v="82"/>
          <ac:picMkLst>
            <pc:docMk/>
            <pc:sldMk cId="2379314157" sldId="262"/>
            <ac:picMk id="93" creationId="{D1A2BD3C-31FB-A03E-8D39-B1BF1CF7CCEC}"/>
          </ac:picMkLst>
        </pc:picChg>
        <pc:picChg chg="mod">
          <ac:chgData name="de-Jesus-Oliveira Victor-Adriel" userId="a708fc36-3c1b-42ab-b5e9-2e1fa3c6605e" providerId="ADAL" clId="{39AA12F0-CB51-4D67-A3A6-7C3EC2C345CA}" dt="2025-11-09T06:50:14.691" v="82"/>
          <ac:picMkLst>
            <pc:docMk/>
            <pc:sldMk cId="2379314157" sldId="262"/>
            <ac:picMk id="95" creationId="{9CC25E14-4229-1D55-04F4-88C76B50CC7D}"/>
          </ac:picMkLst>
        </pc:picChg>
        <pc:picChg chg="mod">
          <ac:chgData name="de-Jesus-Oliveira Victor-Adriel" userId="a708fc36-3c1b-42ab-b5e9-2e1fa3c6605e" providerId="ADAL" clId="{39AA12F0-CB51-4D67-A3A6-7C3EC2C345CA}" dt="2025-11-09T06:50:14.691" v="82"/>
          <ac:picMkLst>
            <pc:docMk/>
            <pc:sldMk cId="2379314157" sldId="262"/>
            <ac:picMk id="96" creationId="{0BC23794-6B97-895B-739E-8D6140DCF942}"/>
          </ac:picMkLst>
        </pc:picChg>
        <pc:picChg chg="mod">
          <ac:chgData name="de-Jesus-Oliveira Victor-Adriel" userId="a708fc36-3c1b-42ab-b5e9-2e1fa3c6605e" providerId="ADAL" clId="{39AA12F0-CB51-4D67-A3A6-7C3EC2C345CA}" dt="2025-11-09T06:50:14.691" v="82"/>
          <ac:picMkLst>
            <pc:docMk/>
            <pc:sldMk cId="2379314157" sldId="262"/>
            <ac:picMk id="97" creationId="{BB5CEBA0-0ACB-1E0C-F18E-5972C3B7BAA1}"/>
          </ac:picMkLst>
        </pc:picChg>
      </pc:sldChg>
      <pc:sldChg chg="addSp delSp modSp mod">
        <pc:chgData name="de-Jesus-Oliveira Victor-Adriel" userId="a708fc36-3c1b-42ab-b5e9-2e1fa3c6605e" providerId="ADAL" clId="{39AA12F0-CB51-4D67-A3A6-7C3EC2C345CA}" dt="2025-11-09T06:50:40.972" v="90" actId="478"/>
        <pc:sldMkLst>
          <pc:docMk/>
          <pc:sldMk cId="360291344" sldId="263"/>
        </pc:sldMkLst>
        <pc:spChg chg="ord">
          <ac:chgData name="de-Jesus-Oliveira Victor-Adriel" userId="a708fc36-3c1b-42ab-b5e9-2e1fa3c6605e" providerId="ADAL" clId="{39AA12F0-CB51-4D67-A3A6-7C3EC2C345CA}" dt="2025-11-08T14:06:53.846" v="72" actId="166"/>
          <ac:spMkLst>
            <pc:docMk/>
            <pc:sldMk cId="360291344" sldId="263"/>
            <ac:spMk id="2" creationId="{A1CCEABA-0FB8-48DD-ADCE-6F844E6EA882}"/>
          </ac:spMkLst>
        </pc:spChg>
        <pc:grpChg chg="add del mod">
          <ac:chgData name="de-Jesus-Oliveira Victor-Adriel" userId="a708fc36-3c1b-42ab-b5e9-2e1fa3c6605e" providerId="ADAL" clId="{39AA12F0-CB51-4D67-A3A6-7C3EC2C345CA}" dt="2025-11-09T06:50:40.972" v="90" actId="478"/>
          <ac:grpSpMkLst>
            <pc:docMk/>
            <pc:sldMk cId="360291344" sldId="263"/>
            <ac:grpSpMk id="7" creationId="{55D8DE20-747A-0913-B5CF-AD9988CC7D1B}"/>
          </ac:grpSpMkLst>
        </pc:grpChg>
        <pc:grpChg chg="mod">
          <ac:chgData name="de-Jesus-Oliveira Victor-Adriel" userId="a708fc36-3c1b-42ab-b5e9-2e1fa3c6605e" providerId="ADAL" clId="{39AA12F0-CB51-4D67-A3A6-7C3EC2C345CA}" dt="2025-11-08T14:06:50.726" v="71"/>
          <ac:grpSpMkLst>
            <pc:docMk/>
            <pc:sldMk cId="360291344" sldId="263"/>
            <ac:grpSpMk id="9" creationId="{8F59BEF7-228C-833A-EEAA-3F0AB42A4DE6}"/>
          </ac:grpSpMkLst>
        </pc:grpChg>
        <pc:grpChg chg="add mod">
          <ac:chgData name="de-Jesus-Oliveira Victor-Adriel" userId="a708fc36-3c1b-42ab-b5e9-2e1fa3c6605e" providerId="ADAL" clId="{39AA12F0-CB51-4D67-A3A6-7C3EC2C345CA}" dt="2025-11-09T06:50:16.577" v="83"/>
          <ac:grpSpMkLst>
            <pc:docMk/>
            <pc:sldMk cId="360291344" sldId="263"/>
            <ac:grpSpMk id="13" creationId="{1F9A8886-30B3-5FF5-ED84-66C4293BE140}"/>
          </ac:grpSpMkLst>
        </pc:grpChg>
        <pc:grpChg chg="mod">
          <ac:chgData name="de-Jesus-Oliveira Victor-Adriel" userId="a708fc36-3c1b-42ab-b5e9-2e1fa3c6605e" providerId="ADAL" clId="{39AA12F0-CB51-4D67-A3A6-7C3EC2C345CA}" dt="2025-11-09T06:50:16.577" v="83"/>
          <ac:grpSpMkLst>
            <pc:docMk/>
            <pc:sldMk cId="360291344" sldId="263"/>
            <ac:grpSpMk id="15" creationId="{C7C0A542-F475-6930-BF08-C889A7807616}"/>
          </ac:grpSpMkLst>
        </pc:grpChg>
        <pc:picChg chg="mod">
          <ac:chgData name="de-Jesus-Oliveira Victor-Adriel" userId="a708fc36-3c1b-42ab-b5e9-2e1fa3c6605e" providerId="ADAL" clId="{39AA12F0-CB51-4D67-A3A6-7C3EC2C345CA}" dt="2025-11-08T14:06:50.726" v="71"/>
          <ac:picMkLst>
            <pc:docMk/>
            <pc:sldMk cId="360291344" sldId="263"/>
            <ac:picMk id="8" creationId="{A70AF166-8181-7A48-4C3F-D836EE35F4FB}"/>
          </ac:picMkLst>
        </pc:picChg>
        <pc:picChg chg="mod">
          <ac:chgData name="de-Jesus-Oliveira Victor-Adriel" userId="a708fc36-3c1b-42ab-b5e9-2e1fa3c6605e" providerId="ADAL" clId="{39AA12F0-CB51-4D67-A3A6-7C3EC2C345CA}" dt="2025-11-08T14:06:50.726" v="71"/>
          <ac:picMkLst>
            <pc:docMk/>
            <pc:sldMk cId="360291344" sldId="263"/>
            <ac:picMk id="10" creationId="{5721C9E9-034F-E5A5-8EAF-FEA19E0EF67E}"/>
          </ac:picMkLst>
        </pc:picChg>
        <pc:picChg chg="mod">
          <ac:chgData name="de-Jesus-Oliveira Victor-Adriel" userId="a708fc36-3c1b-42ab-b5e9-2e1fa3c6605e" providerId="ADAL" clId="{39AA12F0-CB51-4D67-A3A6-7C3EC2C345CA}" dt="2025-11-08T14:06:50.726" v="71"/>
          <ac:picMkLst>
            <pc:docMk/>
            <pc:sldMk cId="360291344" sldId="263"/>
            <ac:picMk id="11" creationId="{9F48E32E-367F-DD0F-75BE-05BC3A30CEAD}"/>
          </ac:picMkLst>
        </pc:picChg>
        <pc:picChg chg="mod">
          <ac:chgData name="de-Jesus-Oliveira Victor-Adriel" userId="a708fc36-3c1b-42ab-b5e9-2e1fa3c6605e" providerId="ADAL" clId="{39AA12F0-CB51-4D67-A3A6-7C3EC2C345CA}" dt="2025-11-08T14:06:50.726" v="71"/>
          <ac:picMkLst>
            <pc:docMk/>
            <pc:sldMk cId="360291344" sldId="263"/>
            <ac:picMk id="12" creationId="{EBAE31E7-E14E-00D8-1B75-4B170FD4B037}"/>
          </ac:picMkLst>
        </pc:picChg>
        <pc:picChg chg="mod">
          <ac:chgData name="de-Jesus-Oliveira Victor-Adriel" userId="a708fc36-3c1b-42ab-b5e9-2e1fa3c6605e" providerId="ADAL" clId="{39AA12F0-CB51-4D67-A3A6-7C3EC2C345CA}" dt="2025-11-09T06:50:16.577" v="83"/>
          <ac:picMkLst>
            <pc:docMk/>
            <pc:sldMk cId="360291344" sldId="263"/>
            <ac:picMk id="14" creationId="{9B0BF347-91E5-C9F3-2D15-5EB65B8187EB}"/>
          </ac:picMkLst>
        </pc:picChg>
        <pc:picChg chg="mod">
          <ac:chgData name="de-Jesus-Oliveira Victor-Adriel" userId="a708fc36-3c1b-42ab-b5e9-2e1fa3c6605e" providerId="ADAL" clId="{39AA12F0-CB51-4D67-A3A6-7C3EC2C345CA}" dt="2025-11-09T06:50:16.577" v="83"/>
          <ac:picMkLst>
            <pc:docMk/>
            <pc:sldMk cId="360291344" sldId="263"/>
            <ac:picMk id="16" creationId="{C7A106F2-B57D-ADC7-B70D-12C5B447E0F3}"/>
          </ac:picMkLst>
        </pc:picChg>
        <pc:picChg chg="mod">
          <ac:chgData name="de-Jesus-Oliveira Victor-Adriel" userId="a708fc36-3c1b-42ab-b5e9-2e1fa3c6605e" providerId="ADAL" clId="{39AA12F0-CB51-4D67-A3A6-7C3EC2C345CA}" dt="2025-11-09T06:50:16.577" v="83"/>
          <ac:picMkLst>
            <pc:docMk/>
            <pc:sldMk cId="360291344" sldId="263"/>
            <ac:picMk id="17" creationId="{C8A5AA23-EE23-E122-6B88-80A5F7B9417D}"/>
          </ac:picMkLst>
        </pc:picChg>
        <pc:picChg chg="mod">
          <ac:chgData name="de-Jesus-Oliveira Victor-Adriel" userId="a708fc36-3c1b-42ab-b5e9-2e1fa3c6605e" providerId="ADAL" clId="{39AA12F0-CB51-4D67-A3A6-7C3EC2C345CA}" dt="2025-11-09T06:50:16.577" v="83"/>
          <ac:picMkLst>
            <pc:docMk/>
            <pc:sldMk cId="360291344" sldId="263"/>
            <ac:picMk id="18" creationId="{996589FB-318D-8C7B-CCFF-068AD20D6B01}"/>
          </ac:picMkLst>
        </pc:picChg>
      </pc:sldChg>
      <pc:sldChg chg="addSp delSp modSp mod">
        <pc:chgData name="de-Jesus-Oliveira Victor-Adriel" userId="a708fc36-3c1b-42ab-b5e9-2e1fa3c6605e" providerId="ADAL" clId="{39AA12F0-CB51-4D67-A3A6-7C3EC2C345CA}" dt="2025-11-09T06:50:32.944" v="88" actId="478"/>
        <pc:sldMkLst>
          <pc:docMk/>
          <pc:sldMk cId="2993848755" sldId="264"/>
        </pc:sldMkLst>
        <pc:spChg chg="ord">
          <ac:chgData name="de-Jesus-Oliveira Victor-Adriel" userId="a708fc36-3c1b-42ab-b5e9-2e1fa3c6605e" providerId="ADAL" clId="{39AA12F0-CB51-4D67-A3A6-7C3EC2C345CA}" dt="2025-11-08T14:07:05.534" v="76" actId="166"/>
          <ac:spMkLst>
            <pc:docMk/>
            <pc:sldMk cId="2993848755" sldId="264"/>
            <ac:spMk id="6" creationId="{4A7003EA-8517-4733-9CF8-C7B2246F0B01}"/>
          </ac:spMkLst>
        </pc:spChg>
        <pc:grpChg chg="add del mod">
          <ac:chgData name="de-Jesus-Oliveira Victor-Adriel" userId="a708fc36-3c1b-42ab-b5e9-2e1fa3c6605e" providerId="ADAL" clId="{39AA12F0-CB51-4D67-A3A6-7C3EC2C345CA}" dt="2025-11-09T06:50:32.944" v="88" actId="478"/>
          <ac:grpSpMkLst>
            <pc:docMk/>
            <pc:sldMk cId="2993848755" sldId="264"/>
            <ac:grpSpMk id="16" creationId="{6B856D0B-6E30-3387-9B7C-8CBDEF9745C3}"/>
          </ac:grpSpMkLst>
        </pc:grpChg>
        <pc:grpChg chg="mod">
          <ac:chgData name="de-Jesus-Oliveira Victor-Adriel" userId="a708fc36-3c1b-42ab-b5e9-2e1fa3c6605e" providerId="ADAL" clId="{39AA12F0-CB51-4D67-A3A6-7C3EC2C345CA}" dt="2025-11-08T14:07:01.835" v="75"/>
          <ac:grpSpMkLst>
            <pc:docMk/>
            <pc:sldMk cId="2993848755" sldId="264"/>
            <ac:grpSpMk id="28" creationId="{8653C1FA-84DA-A549-CB3C-6940C4AF1521}"/>
          </ac:grpSpMkLst>
        </pc:grpChg>
        <pc:grpChg chg="add mod">
          <ac:chgData name="de-Jesus-Oliveira Victor-Adriel" userId="a708fc36-3c1b-42ab-b5e9-2e1fa3c6605e" providerId="ADAL" clId="{39AA12F0-CB51-4D67-A3A6-7C3EC2C345CA}" dt="2025-11-09T06:50:21.889" v="85"/>
          <ac:grpSpMkLst>
            <pc:docMk/>
            <pc:sldMk cId="2993848755" sldId="264"/>
            <ac:grpSpMk id="32" creationId="{F161CDDD-8004-76C9-A76C-A56F86CCF5EB}"/>
          </ac:grpSpMkLst>
        </pc:grpChg>
        <pc:grpChg chg="mod">
          <ac:chgData name="de-Jesus-Oliveira Victor-Adriel" userId="a708fc36-3c1b-42ab-b5e9-2e1fa3c6605e" providerId="ADAL" clId="{39AA12F0-CB51-4D67-A3A6-7C3EC2C345CA}" dt="2025-11-09T06:50:21.889" v="85"/>
          <ac:grpSpMkLst>
            <pc:docMk/>
            <pc:sldMk cId="2993848755" sldId="264"/>
            <ac:grpSpMk id="50" creationId="{008B8DD2-A655-6DA9-B542-95D56D0853AE}"/>
          </ac:grpSpMkLst>
        </pc:grpChg>
        <pc:picChg chg="mod">
          <ac:chgData name="de-Jesus-Oliveira Victor-Adriel" userId="a708fc36-3c1b-42ab-b5e9-2e1fa3c6605e" providerId="ADAL" clId="{39AA12F0-CB51-4D67-A3A6-7C3EC2C345CA}" dt="2025-11-08T14:07:01.835" v="75"/>
          <ac:picMkLst>
            <pc:docMk/>
            <pc:sldMk cId="2993848755" sldId="264"/>
            <ac:picMk id="27" creationId="{5162DC31-1DAB-D207-BDA8-17CCCD821722}"/>
          </ac:picMkLst>
        </pc:picChg>
        <pc:picChg chg="mod">
          <ac:chgData name="de-Jesus-Oliveira Victor-Adriel" userId="a708fc36-3c1b-42ab-b5e9-2e1fa3c6605e" providerId="ADAL" clId="{39AA12F0-CB51-4D67-A3A6-7C3EC2C345CA}" dt="2025-11-08T14:07:01.835" v="75"/>
          <ac:picMkLst>
            <pc:docMk/>
            <pc:sldMk cId="2993848755" sldId="264"/>
            <ac:picMk id="29" creationId="{65E61BF3-1C8E-E93E-22C2-5AE16AA1E05E}"/>
          </ac:picMkLst>
        </pc:picChg>
        <pc:picChg chg="mod">
          <ac:chgData name="de-Jesus-Oliveira Victor-Adriel" userId="a708fc36-3c1b-42ab-b5e9-2e1fa3c6605e" providerId="ADAL" clId="{39AA12F0-CB51-4D67-A3A6-7C3EC2C345CA}" dt="2025-11-08T14:07:01.835" v="75"/>
          <ac:picMkLst>
            <pc:docMk/>
            <pc:sldMk cId="2993848755" sldId="264"/>
            <ac:picMk id="30" creationId="{3C571016-5DC7-F587-133B-27F38C0E1FB9}"/>
          </ac:picMkLst>
        </pc:picChg>
        <pc:picChg chg="mod">
          <ac:chgData name="de-Jesus-Oliveira Victor-Adriel" userId="a708fc36-3c1b-42ab-b5e9-2e1fa3c6605e" providerId="ADAL" clId="{39AA12F0-CB51-4D67-A3A6-7C3EC2C345CA}" dt="2025-11-08T14:07:01.835" v="75"/>
          <ac:picMkLst>
            <pc:docMk/>
            <pc:sldMk cId="2993848755" sldId="264"/>
            <ac:picMk id="31" creationId="{7084BA3F-20EE-44F9-F981-CB74D6CF850B}"/>
          </ac:picMkLst>
        </pc:picChg>
        <pc:picChg chg="mod">
          <ac:chgData name="de-Jesus-Oliveira Victor-Adriel" userId="a708fc36-3c1b-42ab-b5e9-2e1fa3c6605e" providerId="ADAL" clId="{39AA12F0-CB51-4D67-A3A6-7C3EC2C345CA}" dt="2025-11-09T06:50:21.889" v="85"/>
          <ac:picMkLst>
            <pc:docMk/>
            <pc:sldMk cId="2993848755" sldId="264"/>
            <ac:picMk id="33" creationId="{FCC173F9-3BB6-F111-A869-94A9D12FB0F6}"/>
          </ac:picMkLst>
        </pc:picChg>
        <pc:picChg chg="mod">
          <ac:chgData name="de-Jesus-Oliveira Victor-Adriel" userId="a708fc36-3c1b-42ab-b5e9-2e1fa3c6605e" providerId="ADAL" clId="{39AA12F0-CB51-4D67-A3A6-7C3EC2C345CA}" dt="2025-11-09T06:50:21.889" v="85"/>
          <ac:picMkLst>
            <pc:docMk/>
            <pc:sldMk cId="2993848755" sldId="264"/>
            <ac:picMk id="66" creationId="{15EFA2F3-3CAC-D5E3-1A3F-C407E49984FC}"/>
          </ac:picMkLst>
        </pc:picChg>
        <pc:picChg chg="mod">
          <ac:chgData name="de-Jesus-Oliveira Victor-Adriel" userId="a708fc36-3c1b-42ab-b5e9-2e1fa3c6605e" providerId="ADAL" clId="{39AA12F0-CB51-4D67-A3A6-7C3EC2C345CA}" dt="2025-11-09T06:50:21.889" v="85"/>
          <ac:picMkLst>
            <pc:docMk/>
            <pc:sldMk cId="2993848755" sldId="264"/>
            <ac:picMk id="72" creationId="{B95ED593-AE6B-E979-FB45-97CB1EEC6FD1}"/>
          </ac:picMkLst>
        </pc:picChg>
        <pc:picChg chg="mod">
          <ac:chgData name="de-Jesus-Oliveira Victor-Adriel" userId="a708fc36-3c1b-42ab-b5e9-2e1fa3c6605e" providerId="ADAL" clId="{39AA12F0-CB51-4D67-A3A6-7C3EC2C345CA}" dt="2025-11-09T06:50:21.889" v="85"/>
          <ac:picMkLst>
            <pc:docMk/>
            <pc:sldMk cId="2993848755" sldId="264"/>
            <ac:picMk id="102" creationId="{E77A4703-4B61-C2FC-4F8F-3711F53D7518}"/>
          </ac:picMkLst>
        </pc:picChg>
      </pc:sldChg>
      <pc:sldChg chg="addSp delSp modSp mod">
        <pc:chgData name="de-Jesus-Oliveira Victor-Adriel" userId="a708fc36-3c1b-42ab-b5e9-2e1fa3c6605e" providerId="ADAL" clId="{39AA12F0-CB51-4D67-A3A6-7C3EC2C345CA}" dt="2025-11-07T17:03:35.683" v="48" actId="1035"/>
        <pc:sldMkLst>
          <pc:docMk/>
          <pc:sldMk cId="1717017816" sldId="266"/>
        </pc:sldMkLst>
        <pc:spChg chg="mod">
          <ac:chgData name="de-Jesus-Oliveira Victor-Adriel" userId="a708fc36-3c1b-42ab-b5e9-2e1fa3c6605e" providerId="ADAL" clId="{39AA12F0-CB51-4D67-A3A6-7C3EC2C345CA}" dt="2025-11-07T17:03:26.489" v="35" actId="14100"/>
          <ac:spMkLst>
            <pc:docMk/>
            <pc:sldMk cId="1717017816" sldId="266"/>
            <ac:spMk id="2" creationId="{36F7C832-7D7F-40CB-9479-79BC46A793B9}"/>
          </ac:spMkLst>
        </pc:spChg>
        <pc:spChg chg="add mod">
          <ac:chgData name="de-Jesus-Oliveira Victor-Adriel" userId="a708fc36-3c1b-42ab-b5e9-2e1fa3c6605e" providerId="ADAL" clId="{39AA12F0-CB51-4D67-A3A6-7C3EC2C345CA}" dt="2025-11-07T17:00:37.214" v="16"/>
          <ac:spMkLst>
            <pc:docMk/>
            <pc:sldMk cId="1717017816" sldId="266"/>
            <ac:spMk id="6" creationId="{B6C8A706-40DE-AADE-1B72-E23E46D5E50B}"/>
          </ac:spMkLst>
        </pc:spChg>
        <pc:spChg chg="add mod">
          <ac:chgData name="de-Jesus-Oliveira Victor-Adriel" userId="a708fc36-3c1b-42ab-b5e9-2e1fa3c6605e" providerId="ADAL" clId="{39AA12F0-CB51-4D67-A3A6-7C3EC2C345CA}" dt="2025-11-07T17:02:26.825" v="20" actId="14100"/>
          <ac:spMkLst>
            <pc:docMk/>
            <pc:sldMk cId="1717017816" sldId="266"/>
            <ac:spMk id="11" creationId="{8591043D-C623-9EC3-DEDF-D756696FA2B4}"/>
          </ac:spMkLst>
        </pc:spChg>
        <pc:grpChg chg="add mod">
          <ac:chgData name="de-Jesus-Oliveira Victor-Adriel" userId="a708fc36-3c1b-42ab-b5e9-2e1fa3c6605e" providerId="ADAL" clId="{39AA12F0-CB51-4D67-A3A6-7C3EC2C345CA}" dt="2025-11-07T17:03:35.683" v="48" actId="1035"/>
          <ac:grpSpMkLst>
            <pc:docMk/>
            <pc:sldMk cId="1717017816" sldId="266"/>
            <ac:grpSpMk id="8" creationId="{B27AB946-5B4F-67FF-8D82-2B9D1EFB0E61}"/>
          </ac:grpSpMkLst>
        </pc:grpChg>
        <pc:grpChg chg="add mod">
          <ac:chgData name="de-Jesus-Oliveira Victor-Adriel" userId="a708fc36-3c1b-42ab-b5e9-2e1fa3c6605e" providerId="ADAL" clId="{39AA12F0-CB51-4D67-A3A6-7C3EC2C345CA}" dt="2025-11-07T17:00:37.214" v="16"/>
          <ac:grpSpMkLst>
            <pc:docMk/>
            <pc:sldMk cId="1717017816" sldId="266"/>
            <ac:grpSpMk id="12" creationId="{5AF965E7-95A6-A6CC-E9CD-F43377B678DD}"/>
          </ac:grpSpMkLst>
        </pc:grpChg>
        <pc:picChg chg="add mod">
          <ac:chgData name="de-Jesus-Oliveira Victor-Adriel" userId="a708fc36-3c1b-42ab-b5e9-2e1fa3c6605e" providerId="ADAL" clId="{39AA12F0-CB51-4D67-A3A6-7C3EC2C345CA}" dt="2025-11-07T17:00:37.214" v="16"/>
          <ac:picMkLst>
            <pc:docMk/>
            <pc:sldMk cId="1717017816" sldId="266"/>
            <ac:picMk id="3" creationId="{6404CBD4-6982-D5C8-65F1-AAECBD198DB3}"/>
          </ac:picMkLst>
        </pc:picChg>
        <pc:picChg chg="mod">
          <ac:chgData name="de-Jesus-Oliveira Victor-Adriel" userId="a708fc36-3c1b-42ab-b5e9-2e1fa3c6605e" providerId="ADAL" clId="{39AA12F0-CB51-4D67-A3A6-7C3EC2C345CA}" dt="2025-11-07T17:00:37.214" v="16"/>
          <ac:picMkLst>
            <pc:docMk/>
            <pc:sldMk cId="1717017816" sldId="266"/>
            <ac:picMk id="9" creationId="{62750F53-F506-3DE1-BECD-3941915884A6}"/>
          </ac:picMkLst>
        </pc:picChg>
        <pc:picChg chg="mod">
          <ac:chgData name="de-Jesus-Oliveira Victor-Adriel" userId="a708fc36-3c1b-42ab-b5e9-2e1fa3c6605e" providerId="ADAL" clId="{39AA12F0-CB51-4D67-A3A6-7C3EC2C345CA}" dt="2025-11-07T17:00:37.214" v="16"/>
          <ac:picMkLst>
            <pc:docMk/>
            <pc:sldMk cId="1717017816" sldId="266"/>
            <ac:picMk id="10" creationId="{63880205-E3D3-4B87-F4B9-1128BB06DBF9}"/>
          </ac:picMkLst>
        </pc:picChg>
        <pc:picChg chg="mod">
          <ac:chgData name="de-Jesus-Oliveira Victor-Adriel" userId="a708fc36-3c1b-42ab-b5e9-2e1fa3c6605e" providerId="ADAL" clId="{39AA12F0-CB51-4D67-A3A6-7C3EC2C345CA}" dt="2025-11-07T17:00:37.214" v="16"/>
          <ac:picMkLst>
            <pc:docMk/>
            <pc:sldMk cId="1717017816" sldId="266"/>
            <ac:picMk id="13" creationId="{DACA7EA7-D155-A8C6-350E-F56F613BEEA9}"/>
          </ac:picMkLst>
        </pc:picChg>
        <pc:picChg chg="mod">
          <ac:chgData name="de-Jesus-Oliveira Victor-Adriel" userId="a708fc36-3c1b-42ab-b5e9-2e1fa3c6605e" providerId="ADAL" clId="{39AA12F0-CB51-4D67-A3A6-7C3EC2C345CA}" dt="2025-11-07T17:00:37.214" v="16"/>
          <ac:picMkLst>
            <pc:docMk/>
            <pc:sldMk cId="1717017816" sldId="266"/>
            <ac:picMk id="14" creationId="{FFB59BBD-4524-0D23-1028-09B3346E5D84}"/>
          </ac:picMkLst>
        </pc:picChg>
        <pc:picChg chg="mod">
          <ac:chgData name="de-Jesus-Oliveira Victor-Adriel" userId="a708fc36-3c1b-42ab-b5e9-2e1fa3c6605e" providerId="ADAL" clId="{39AA12F0-CB51-4D67-A3A6-7C3EC2C345CA}" dt="2025-11-07T17:00:37.214" v="16"/>
          <ac:picMkLst>
            <pc:docMk/>
            <pc:sldMk cId="1717017816" sldId="266"/>
            <ac:picMk id="15" creationId="{98B502E9-5BEB-2486-981C-8B9E3092C8A1}"/>
          </ac:picMkLst>
        </pc:picChg>
      </pc:sldChg>
      <pc:sldChg chg="addSp modSp mod">
        <pc:chgData name="de-Jesus-Oliveira Victor-Adriel" userId="a708fc36-3c1b-42ab-b5e9-2e1fa3c6605e" providerId="ADAL" clId="{39AA12F0-CB51-4D67-A3A6-7C3EC2C345CA}" dt="2025-11-07T17:12:24.961" v="64"/>
        <pc:sldMkLst>
          <pc:docMk/>
          <pc:sldMk cId="171183961" sldId="267"/>
        </pc:sldMkLst>
        <pc:spChg chg="mod">
          <ac:chgData name="de-Jesus-Oliveira Victor-Adriel" userId="a708fc36-3c1b-42ab-b5e9-2e1fa3c6605e" providerId="ADAL" clId="{39AA12F0-CB51-4D67-A3A6-7C3EC2C345CA}" dt="2025-11-07T17:12:24.961" v="64"/>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6:07.924" v="50" actId="167"/>
          <ac:picMkLst>
            <pc:docMk/>
            <pc:sldMk cId="171183961" sldId="267"/>
            <ac:picMk id="4" creationId="{E0723025-8E77-7E43-2BD2-3B0EF7175D35}"/>
          </ac:picMkLst>
        </pc:picChg>
      </pc:sldChg>
      <pc:sldChg chg="addSp delSp modSp mod">
        <pc:chgData name="de-Jesus-Oliveira Victor-Adriel" userId="a708fc36-3c1b-42ab-b5e9-2e1fa3c6605e" providerId="ADAL" clId="{39AA12F0-CB51-4D67-A3A6-7C3EC2C345CA}" dt="2025-11-09T06:50:37.440" v="89" actId="478"/>
        <pc:sldMkLst>
          <pc:docMk/>
          <pc:sldMk cId="3797596492" sldId="268"/>
        </pc:sldMkLst>
        <pc:spChg chg="ord">
          <ac:chgData name="de-Jesus-Oliveira Victor-Adriel" userId="a708fc36-3c1b-42ab-b5e9-2e1fa3c6605e" providerId="ADAL" clId="{39AA12F0-CB51-4D67-A3A6-7C3EC2C345CA}" dt="2025-11-08T14:06:59.766" v="74" actId="166"/>
          <ac:spMkLst>
            <pc:docMk/>
            <pc:sldMk cId="3797596492" sldId="268"/>
            <ac:spMk id="2" creationId="{A1CCEABA-0FB8-48DD-ADCE-6F844E6EA882}"/>
          </ac:spMkLst>
        </pc:spChg>
        <pc:grpChg chg="add del mod">
          <ac:chgData name="de-Jesus-Oliveira Victor-Adriel" userId="a708fc36-3c1b-42ab-b5e9-2e1fa3c6605e" providerId="ADAL" clId="{39AA12F0-CB51-4D67-A3A6-7C3EC2C345CA}" dt="2025-11-09T06:50:37.440" v="89" actId="478"/>
          <ac:grpSpMkLst>
            <pc:docMk/>
            <pc:sldMk cId="3797596492" sldId="268"/>
            <ac:grpSpMk id="5" creationId="{054BECBC-B93B-C989-37C1-75BC86B54834}"/>
          </ac:grpSpMkLst>
        </pc:grpChg>
        <pc:grpChg chg="mod">
          <ac:chgData name="de-Jesus-Oliveira Victor-Adriel" userId="a708fc36-3c1b-42ab-b5e9-2e1fa3c6605e" providerId="ADAL" clId="{39AA12F0-CB51-4D67-A3A6-7C3EC2C345CA}" dt="2025-11-08T14:06:55.922" v="73"/>
          <ac:grpSpMkLst>
            <pc:docMk/>
            <pc:sldMk cId="3797596492" sldId="268"/>
            <ac:grpSpMk id="8" creationId="{6AB0FCD2-9AF6-3E2E-658A-912CE4FBDF99}"/>
          </ac:grpSpMkLst>
        </pc:grpChg>
        <pc:grpChg chg="add mod">
          <ac:chgData name="de-Jesus-Oliveira Victor-Adriel" userId="a708fc36-3c1b-42ab-b5e9-2e1fa3c6605e" providerId="ADAL" clId="{39AA12F0-CB51-4D67-A3A6-7C3EC2C345CA}" dt="2025-11-09T06:50:18.173" v="84"/>
          <ac:grpSpMkLst>
            <pc:docMk/>
            <pc:sldMk cId="3797596492" sldId="268"/>
            <ac:grpSpMk id="12" creationId="{BAE5A783-CCCA-CBC8-1D89-2C9C9F35EB60}"/>
          </ac:grpSpMkLst>
        </pc:grpChg>
        <pc:grpChg chg="mod">
          <ac:chgData name="de-Jesus-Oliveira Victor-Adriel" userId="a708fc36-3c1b-42ab-b5e9-2e1fa3c6605e" providerId="ADAL" clId="{39AA12F0-CB51-4D67-A3A6-7C3EC2C345CA}" dt="2025-11-09T06:50:18.173" v="84"/>
          <ac:grpSpMkLst>
            <pc:docMk/>
            <pc:sldMk cId="3797596492" sldId="268"/>
            <ac:grpSpMk id="14" creationId="{299231AF-EA6B-1394-EB58-35AE039B62C8}"/>
          </ac:grpSpMkLst>
        </pc:grpChg>
        <pc:picChg chg="mod">
          <ac:chgData name="de-Jesus-Oliveira Victor-Adriel" userId="a708fc36-3c1b-42ab-b5e9-2e1fa3c6605e" providerId="ADAL" clId="{39AA12F0-CB51-4D67-A3A6-7C3EC2C345CA}" dt="2025-11-08T14:06:55.922" v="73"/>
          <ac:picMkLst>
            <pc:docMk/>
            <pc:sldMk cId="3797596492" sldId="268"/>
            <ac:picMk id="7" creationId="{4E28EB6F-55FF-16C3-DFFD-BC5C92FFFA66}"/>
          </ac:picMkLst>
        </pc:picChg>
        <pc:picChg chg="mod">
          <ac:chgData name="de-Jesus-Oliveira Victor-Adriel" userId="a708fc36-3c1b-42ab-b5e9-2e1fa3c6605e" providerId="ADAL" clId="{39AA12F0-CB51-4D67-A3A6-7C3EC2C345CA}" dt="2025-11-08T14:06:55.922" v="73"/>
          <ac:picMkLst>
            <pc:docMk/>
            <pc:sldMk cId="3797596492" sldId="268"/>
            <ac:picMk id="9" creationId="{750EF6C7-841A-C6FB-07D7-B114B3A817FE}"/>
          </ac:picMkLst>
        </pc:picChg>
        <pc:picChg chg="mod">
          <ac:chgData name="de-Jesus-Oliveira Victor-Adriel" userId="a708fc36-3c1b-42ab-b5e9-2e1fa3c6605e" providerId="ADAL" clId="{39AA12F0-CB51-4D67-A3A6-7C3EC2C345CA}" dt="2025-11-08T14:06:55.922" v="73"/>
          <ac:picMkLst>
            <pc:docMk/>
            <pc:sldMk cId="3797596492" sldId="268"/>
            <ac:picMk id="10" creationId="{64BE99EA-64FA-8043-60C7-2E2142D6E1FD}"/>
          </ac:picMkLst>
        </pc:picChg>
        <pc:picChg chg="mod">
          <ac:chgData name="de-Jesus-Oliveira Victor-Adriel" userId="a708fc36-3c1b-42ab-b5e9-2e1fa3c6605e" providerId="ADAL" clId="{39AA12F0-CB51-4D67-A3A6-7C3EC2C345CA}" dt="2025-11-08T14:06:55.922" v="73"/>
          <ac:picMkLst>
            <pc:docMk/>
            <pc:sldMk cId="3797596492" sldId="268"/>
            <ac:picMk id="11" creationId="{A7C16335-27ED-1819-A724-822B58A3B1A5}"/>
          </ac:picMkLst>
        </pc:picChg>
        <pc:picChg chg="mod">
          <ac:chgData name="de-Jesus-Oliveira Victor-Adriel" userId="a708fc36-3c1b-42ab-b5e9-2e1fa3c6605e" providerId="ADAL" clId="{39AA12F0-CB51-4D67-A3A6-7C3EC2C345CA}" dt="2025-11-09T06:50:18.173" v="84"/>
          <ac:picMkLst>
            <pc:docMk/>
            <pc:sldMk cId="3797596492" sldId="268"/>
            <ac:picMk id="13" creationId="{FD2041A0-58C9-99C3-3209-26C914B43346}"/>
          </ac:picMkLst>
        </pc:picChg>
        <pc:picChg chg="mod">
          <ac:chgData name="de-Jesus-Oliveira Victor-Adriel" userId="a708fc36-3c1b-42ab-b5e9-2e1fa3c6605e" providerId="ADAL" clId="{39AA12F0-CB51-4D67-A3A6-7C3EC2C345CA}" dt="2025-11-09T06:50:18.173" v="84"/>
          <ac:picMkLst>
            <pc:docMk/>
            <pc:sldMk cId="3797596492" sldId="268"/>
            <ac:picMk id="15" creationId="{874C9A7A-A9D4-EB47-F6AE-54E5A7C95E7A}"/>
          </ac:picMkLst>
        </pc:picChg>
        <pc:picChg chg="mod">
          <ac:chgData name="de-Jesus-Oliveira Victor-Adriel" userId="a708fc36-3c1b-42ab-b5e9-2e1fa3c6605e" providerId="ADAL" clId="{39AA12F0-CB51-4D67-A3A6-7C3EC2C345CA}" dt="2025-11-09T06:50:18.173" v="84"/>
          <ac:picMkLst>
            <pc:docMk/>
            <pc:sldMk cId="3797596492" sldId="268"/>
            <ac:picMk id="16" creationId="{3BE41D4E-58F8-C45A-93A5-24D1D0FCA24A}"/>
          </ac:picMkLst>
        </pc:picChg>
        <pc:picChg chg="mod">
          <ac:chgData name="de-Jesus-Oliveira Victor-Adriel" userId="a708fc36-3c1b-42ab-b5e9-2e1fa3c6605e" providerId="ADAL" clId="{39AA12F0-CB51-4D67-A3A6-7C3EC2C345CA}" dt="2025-11-09T06:50:18.173" v="84"/>
          <ac:picMkLst>
            <pc:docMk/>
            <pc:sldMk cId="3797596492" sldId="268"/>
            <ac:picMk id="17" creationId="{7C32A389-5C37-20F5-DB08-F288C43C14B0}"/>
          </ac:picMkLst>
        </pc:picChg>
      </pc:sldChg>
      <pc:sldChg chg="addSp delSp modSp mod">
        <pc:chgData name="de-Jesus-Oliveira Victor-Adriel" userId="a708fc36-3c1b-42ab-b5e9-2e1fa3c6605e" providerId="ADAL" clId="{39AA12F0-CB51-4D67-A3A6-7C3EC2C345CA}" dt="2025-11-09T06:50:29.190" v="87" actId="478"/>
        <pc:sldMkLst>
          <pc:docMk/>
          <pc:sldMk cId="339145208" sldId="269"/>
        </pc:sldMkLst>
        <pc:spChg chg="ord">
          <ac:chgData name="de-Jesus-Oliveira Victor-Adriel" userId="a708fc36-3c1b-42ab-b5e9-2e1fa3c6605e" providerId="ADAL" clId="{39AA12F0-CB51-4D67-A3A6-7C3EC2C345CA}" dt="2025-11-08T14:07:12.603" v="78" actId="166"/>
          <ac:spMkLst>
            <pc:docMk/>
            <pc:sldMk cId="339145208" sldId="269"/>
            <ac:spMk id="105" creationId="{2EB3240F-7D30-F7A4-FAF7-5A404A21C50B}"/>
          </ac:spMkLst>
        </pc:spChg>
        <pc:grpChg chg="add del mod">
          <ac:chgData name="de-Jesus-Oliveira Victor-Adriel" userId="a708fc36-3c1b-42ab-b5e9-2e1fa3c6605e" providerId="ADAL" clId="{39AA12F0-CB51-4D67-A3A6-7C3EC2C345CA}" dt="2025-11-09T06:50:29.190" v="87" actId="478"/>
          <ac:grpSpMkLst>
            <pc:docMk/>
            <pc:sldMk cId="339145208" sldId="269"/>
            <ac:grpSpMk id="3" creationId="{7F321574-A37D-5567-9535-1AF83A119317}"/>
          </ac:grpSpMkLst>
        </pc:grpChg>
        <pc:grpChg chg="mod">
          <ac:chgData name="de-Jesus-Oliveira Victor-Adriel" userId="a708fc36-3c1b-42ab-b5e9-2e1fa3c6605e" providerId="ADAL" clId="{39AA12F0-CB51-4D67-A3A6-7C3EC2C345CA}" dt="2025-11-08T14:07:08.857" v="77"/>
          <ac:grpSpMkLst>
            <pc:docMk/>
            <pc:sldMk cId="339145208" sldId="269"/>
            <ac:grpSpMk id="7" creationId="{3CC3020F-0BDA-B435-973B-76000E57A1DB}"/>
          </ac:grpSpMkLst>
        </pc:grpChg>
        <pc:grpChg chg="add mod">
          <ac:chgData name="de-Jesus-Oliveira Victor-Adriel" userId="a708fc36-3c1b-42ab-b5e9-2e1fa3c6605e" providerId="ADAL" clId="{39AA12F0-CB51-4D67-A3A6-7C3EC2C345CA}" dt="2025-11-09T06:50:23.890" v="86"/>
          <ac:grpSpMkLst>
            <pc:docMk/>
            <pc:sldMk cId="339145208" sldId="269"/>
            <ac:grpSpMk id="18" creationId="{16D87E4E-A228-604A-F240-90CCB6BE8146}"/>
          </ac:grpSpMkLst>
        </pc:grpChg>
        <pc:grpChg chg="mod">
          <ac:chgData name="de-Jesus-Oliveira Victor-Adriel" userId="a708fc36-3c1b-42ab-b5e9-2e1fa3c6605e" providerId="ADAL" clId="{39AA12F0-CB51-4D67-A3A6-7C3EC2C345CA}" dt="2025-11-09T06:50:23.890" v="86"/>
          <ac:grpSpMkLst>
            <pc:docMk/>
            <pc:sldMk cId="339145208" sldId="269"/>
            <ac:grpSpMk id="20" creationId="{C84D12A2-9918-2470-9CA8-5E1C931F229A}"/>
          </ac:grpSpMkLst>
        </pc:grpChg>
        <pc:picChg chg="mod">
          <ac:chgData name="de-Jesus-Oliveira Victor-Adriel" userId="a708fc36-3c1b-42ab-b5e9-2e1fa3c6605e" providerId="ADAL" clId="{39AA12F0-CB51-4D67-A3A6-7C3EC2C345CA}" dt="2025-11-08T14:07:08.857" v="77"/>
          <ac:picMkLst>
            <pc:docMk/>
            <pc:sldMk cId="339145208" sldId="269"/>
            <ac:picMk id="5" creationId="{76AC362B-1098-9538-7A6A-2140DBC04DBE}"/>
          </ac:picMkLst>
        </pc:picChg>
        <pc:picChg chg="mod">
          <ac:chgData name="de-Jesus-Oliveira Victor-Adriel" userId="a708fc36-3c1b-42ab-b5e9-2e1fa3c6605e" providerId="ADAL" clId="{39AA12F0-CB51-4D67-A3A6-7C3EC2C345CA}" dt="2025-11-08T14:07:08.857" v="77"/>
          <ac:picMkLst>
            <pc:docMk/>
            <pc:sldMk cId="339145208" sldId="269"/>
            <ac:picMk id="10" creationId="{CD42AE78-42B0-1DC0-0946-68621D8949BF}"/>
          </ac:picMkLst>
        </pc:picChg>
        <pc:picChg chg="mod">
          <ac:chgData name="de-Jesus-Oliveira Victor-Adriel" userId="a708fc36-3c1b-42ab-b5e9-2e1fa3c6605e" providerId="ADAL" clId="{39AA12F0-CB51-4D67-A3A6-7C3EC2C345CA}" dt="2025-11-08T14:07:08.857" v="77"/>
          <ac:picMkLst>
            <pc:docMk/>
            <pc:sldMk cId="339145208" sldId="269"/>
            <ac:picMk id="13" creationId="{E66D07FB-6772-F6B0-CA4D-75144DF6E7A9}"/>
          </ac:picMkLst>
        </pc:picChg>
        <pc:picChg chg="mod">
          <ac:chgData name="de-Jesus-Oliveira Victor-Adriel" userId="a708fc36-3c1b-42ab-b5e9-2e1fa3c6605e" providerId="ADAL" clId="{39AA12F0-CB51-4D67-A3A6-7C3EC2C345CA}" dt="2025-11-08T14:07:08.857" v="77"/>
          <ac:picMkLst>
            <pc:docMk/>
            <pc:sldMk cId="339145208" sldId="269"/>
            <ac:picMk id="17" creationId="{C7ED2145-C8D3-08D6-39C7-CDBA93757815}"/>
          </ac:picMkLst>
        </pc:picChg>
        <pc:picChg chg="mod">
          <ac:chgData name="de-Jesus-Oliveira Victor-Adriel" userId="a708fc36-3c1b-42ab-b5e9-2e1fa3c6605e" providerId="ADAL" clId="{39AA12F0-CB51-4D67-A3A6-7C3EC2C345CA}" dt="2025-11-09T06:50:23.890" v="86"/>
          <ac:picMkLst>
            <pc:docMk/>
            <pc:sldMk cId="339145208" sldId="269"/>
            <ac:picMk id="19" creationId="{F09F431D-65AF-D1DA-A66D-E78F3F7ED6D9}"/>
          </ac:picMkLst>
        </pc:picChg>
        <pc:picChg chg="mod">
          <ac:chgData name="de-Jesus-Oliveira Victor-Adriel" userId="a708fc36-3c1b-42ab-b5e9-2e1fa3c6605e" providerId="ADAL" clId="{39AA12F0-CB51-4D67-A3A6-7C3EC2C345CA}" dt="2025-11-09T06:50:23.890" v="86"/>
          <ac:picMkLst>
            <pc:docMk/>
            <pc:sldMk cId="339145208" sldId="269"/>
            <ac:picMk id="21" creationId="{270DA2AA-D923-65CB-A32B-995F15E0D573}"/>
          </ac:picMkLst>
        </pc:picChg>
        <pc:picChg chg="mod">
          <ac:chgData name="de-Jesus-Oliveira Victor-Adriel" userId="a708fc36-3c1b-42ab-b5e9-2e1fa3c6605e" providerId="ADAL" clId="{39AA12F0-CB51-4D67-A3A6-7C3EC2C345CA}" dt="2025-11-09T06:50:23.890" v="86"/>
          <ac:picMkLst>
            <pc:docMk/>
            <pc:sldMk cId="339145208" sldId="269"/>
            <ac:picMk id="22" creationId="{68A65FE5-1A49-F30F-9D06-7CA2BBAD398B}"/>
          </ac:picMkLst>
        </pc:picChg>
        <pc:picChg chg="mod">
          <ac:chgData name="de-Jesus-Oliveira Victor-Adriel" userId="a708fc36-3c1b-42ab-b5e9-2e1fa3c6605e" providerId="ADAL" clId="{39AA12F0-CB51-4D67-A3A6-7C3EC2C345CA}" dt="2025-11-09T06:50:23.890" v="86"/>
          <ac:picMkLst>
            <pc:docMk/>
            <pc:sldMk cId="339145208" sldId="269"/>
            <ac:picMk id="23" creationId="{260E3675-127C-1387-9C26-CD47345AF64E}"/>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5.png"/><Relationship Id="rId7"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9.png"/><Relationship Id="rId4" Type="http://schemas.openxmlformats.org/officeDocument/2006/relationships/image" Target="../media/image16.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 Id="rId1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4.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5" Type="http://schemas.openxmlformats.org/officeDocument/2006/relationships/image" Target="../media/image9.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lvl="0" algn="ctr" defTabSz="457200">
              <a:lnSpc>
                <a:spcPct val="100000"/>
              </a:lnSpc>
              <a:spcBef>
                <a:spcPts val="0"/>
              </a:spcBef>
              <a:defRPr/>
            </a:pPr>
            <a:r>
              <a:rPr lang="fr-FR" sz="4800" dirty="0">
                <a:latin typeface="Pangolin" panose="00000500000000000000" pitchFamily="2" charset="0"/>
                <a:ea typeface="+mn-ea"/>
                <a:cs typeface="+mn-cs"/>
              </a:rPr>
              <a:t>Les Mesures de Tendance Centrale</a:t>
            </a:r>
            <a:endPar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4521359" cy="3139321"/>
          </a:xfrm>
          <a:prstGeom prst="rect">
            <a:avLst/>
          </a:prstGeom>
          <a:noFill/>
        </p:spPr>
        <p:txBody>
          <a:bodyPr wrap="square" rtlCol="0">
            <a:spAutoFit/>
          </a:bodyPr>
          <a:lstStyle/>
          <a:p>
            <a:r>
              <a:rPr lang="fr-FR" sz="1100" dirty="0">
                <a:latin typeface="Segoe UI" panose="020B0502040204020203" pitchFamily="34" charset="0"/>
                <a:cs typeface="Segoe UI" panose="020B0502040204020203" pitchFamily="34" charset="0"/>
              </a:rPr>
              <a:t>Cette bande dessinée a été créée dans le cadre du projet de recherche </a:t>
            </a:r>
            <a:r>
              <a:rPr lang="fr-FR" sz="1100" dirty="0" err="1">
                <a:latin typeface="Segoe UI" panose="020B0502040204020203" pitchFamily="34" charset="0"/>
                <a:cs typeface="Segoe UI" panose="020B0502040204020203" pitchFamily="34" charset="0"/>
              </a:rPr>
              <a:t>Comixplain</a:t>
            </a:r>
            <a:r>
              <a:rPr lang="fr-FR" sz="1100" dirty="0">
                <a:latin typeface="Segoe UI" panose="020B0502040204020203" pitchFamily="34" charset="0"/>
                <a:cs typeface="Segoe UI" panose="020B0502040204020203" pitchFamily="34" charset="0"/>
              </a:rPr>
              <a:t>, financé par l’Université des Sciences Appliquées de St. </a:t>
            </a:r>
            <a:r>
              <a:rPr lang="fr-FR" sz="1100" dirty="0" err="1">
                <a:latin typeface="Segoe UI" panose="020B0502040204020203" pitchFamily="34" charset="0"/>
                <a:cs typeface="Segoe UI" panose="020B0502040204020203" pitchFamily="34" charset="0"/>
              </a:rPr>
              <a:t>Pölten</a:t>
            </a:r>
            <a:r>
              <a:rPr lang="fr-FR" sz="1100" dirty="0">
                <a:latin typeface="Segoe UI" panose="020B0502040204020203" pitchFamily="34" charset="0"/>
                <a:cs typeface="Segoe UI" panose="020B0502040204020203" pitchFamily="34" charset="0"/>
              </a:rPr>
              <a:t> (USTP) dans le cadre de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Équipe: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6404CBD4-6982-D5C8-65F1-AAECBD198DB3}"/>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B6C8A706-40DE-AADE-1B72-E23E46D5E50B}"/>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B27AB946-5B4F-67FF-8D82-2B9D1EFB0E61}"/>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62750F53-F506-3DE1-BECD-3941915884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63880205-E3D3-4B87-F4B9-1128BB06DB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8591043D-C623-9EC3-DEDF-D756696FA2B4}"/>
              </a:ext>
            </a:extLst>
          </p:cNvPr>
          <p:cNvSpPr txBox="1"/>
          <p:nvPr/>
        </p:nvSpPr>
        <p:spPr>
          <a:xfrm>
            <a:off x="2100311" y="7607440"/>
            <a:ext cx="4043387" cy="1107996"/>
          </a:xfrm>
          <a:prstGeom prst="rect">
            <a:avLst/>
          </a:prstGeom>
          <a:noFill/>
        </p:spPr>
        <p:txBody>
          <a:bodyPr wrap="square" rtlCol="0" anchor="b">
            <a:spAutoFit/>
          </a:bodyPr>
          <a:lstStyle/>
          <a:p>
            <a:pPr algn="r"/>
            <a:r>
              <a:rPr lang="fr-FR" sz="1100" i="1" dirty="0">
                <a:latin typeface="Segoe UI" panose="020B0502040204020203" pitchFamily="34" charset="0"/>
                <a:cs typeface="Segoe UI" panose="020B0502040204020203" pitchFamily="34" charset="0"/>
              </a:rPr>
              <a:t>Les Mesures de Tendance Centrale</a:t>
            </a:r>
            <a:r>
              <a:rPr lang="de-DE" sz="1100" i="1" dirty="0">
                <a:latin typeface="Segoe UI" panose="020B0502040204020203" pitchFamily="34" charset="0"/>
                <a:cs typeface="Segoe UI" panose="020B0502040204020203" pitchFamily="34" charset="0"/>
              </a:rPr>
              <a:t>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5AF965E7-95A6-A6CC-E9CD-F43377B678DD}"/>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DACA7EA7-D155-A8C6-350E-F56F613BEEA9}"/>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FFB59BBD-4524-0D23-1028-09B3346E5D8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8B502E9-5BEB-2486-981C-8B9E3092C8A1}"/>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Pangolin" panose="00000500000000000000" pitchFamily="2" charset="0"/>
              </a:rPr>
              <a:t>C’est une journée chargée dans le
bureau central...</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soupir</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fr-FR" sz="1000" dirty="0">
                <a:latin typeface="Pangolin" panose="00000500000000000000" pitchFamily="2" charset="0"/>
              </a:rPr>
              <a:t>Bonjour ! Es-tu prêt pour ta présentation aujourd’hui ?</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322448" y="3654433"/>
            <a:ext cx="2195699" cy="553998"/>
          </a:xfrm>
          <a:prstGeom prst="rect">
            <a:avLst/>
          </a:prstGeom>
          <a:noFill/>
        </p:spPr>
        <p:txBody>
          <a:bodyPr wrap="square">
            <a:spAutoFit/>
          </a:bodyPr>
          <a:lstStyle/>
          <a:p>
            <a:pPr algn="ctr"/>
            <a:r>
              <a:rPr lang="fr-FR" sz="1000" dirty="0">
                <a:latin typeface="Pangolin" panose="00000500000000000000" pitchFamily="2" charset="0"/>
              </a:rPr>
              <a:t>Pas vraiment... J’ai collecté beaucoup de données, mais je n’ai que quelques minutes pour tout présenter !</a:t>
            </a:r>
            <a:endParaRPr lang="de-AT" sz="1000" dirty="0">
              <a:solidFill>
                <a:schemeClr val="tx1"/>
              </a:solidFill>
              <a:latin typeface="Pangolin" panose="00000500000000000000" pitchFamily="2" charset="0"/>
            </a:endParaRP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64290" y="4366975"/>
            <a:ext cx="1057139" cy="1015663"/>
          </a:xfrm>
          <a:prstGeom prst="rect">
            <a:avLst/>
          </a:prstGeom>
          <a:noFill/>
        </p:spPr>
        <p:txBody>
          <a:bodyPr wrap="square">
            <a:spAutoFit/>
          </a:bodyPr>
          <a:lstStyle/>
          <a:p>
            <a:pPr algn="ctr"/>
            <a:r>
              <a:rPr lang="fr-FR" sz="1000" dirty="0">
                <a:latin typeface="Pangolin" panose="00000500000000000000" pitchFamily="2" charset="0"/>
              </a:rPr>
              <a:t>Pourquoi </a:t>
            </a:r>
            <a:br>
              <a:rPr lang="fr-FR" sz="1000" dirty="0">
                <a:latin typeface="Pangolin" panose="00000500000000000000" pitchFamily="2" charset="0"/>
              </a:rPr>
            </a:br>
            <a:r>
              <a:rPr lang="fr-FR" sz="1000" dirty="0">
                <a:latin typeface="Pangolin" panose="00000500000000000000" pitchFamily="2" charset="0"/>
              </a:rPr>
              <a:t>ne pas  simplement montrer les aspects les plus intéressants ?</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553998"/>
          </a:xfrm>
          <a:prstGeom prst="rect">
            <a:avLst/>
          </a:prstGeom>
          <a:noFill/>
        </p:spPr>
        <p:txBody>
          <a:bodyPr wrap="square">
            <a:spAutoFit/>
          </a:bodyPr>
          <a:lstStyle/>
          <a:p>
            <a:pPr algn="ctr"/>
            <a:r>
              <a:rPr lang="fr-FR" sz="1000" dirty="0">
                <a:latin typeface="Pangolin" panose="00000500000000000000" pitchFamily="2" charset="0"/>
              </a:rPr>
              <a:t>Mais il y en a tellement d’aspects intéressants ! Je ne peux pas tout présenter.</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bien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272431" y="6757220"/>
            <a:ext cx="1630798" cy="1015663"/>
          </a:xfrm>
          <a:prstGeom prst="rect">
            <a:avLst/>
          </a:prstGeom>
          <a:noFill/>
        </p:spPr>
        <p:txBody>
          <a:bodyPr wrap="square">
            <a:spAutoFit/>
          </a:bodyPr>
          <a:lstStyle/>
          <a:p>
            <a:pPr algn="ctr"/>
            <a:r>
              <a:rPr lang="fr-FR" sz="1000" dirty="0">
                <a:latin typeface="Pangolin" panose="00000500000000000000" pitchFamily="2" charset="0"/>
              </a:rPr>
              <a:t>Que dis-tu de </a:t>
            </a:r>
            <a:br>
              <a:rPr lang="fr-FR" sz="1000" dirty="0">
                <a:latin typeface="Pangolin" panose="00000500000000000000" pitchFamily="2" charset="0"/>
              </a:rPr>
            </a:br>
            <a:r>
              <a:rPr lang="fr-FR" sz="1000" dirty="0">
                <a:latin typeface="Pangolin" panose="00000500000000000000" pitchFamily="2" charset="0"/>
              </a:rPr>
              <a:t>commencer par la </a:t>
            </a:r>
            <a:r>
              <a:rPr lang="fr-FR" sz="1000" dirty="0">
                <a:highlight>
                  <a:srgbClr val="C0C0C0"/>
                </a:highlight>
                <a:latin typeface="Pangolin" panose="00000500000000000000" pitchFamily="2" charset="0"/>
              </a:rPr>
              <a:t>TENDANCE CENTRALE </a:t>
            </a:r>
            <a:r>
              <a:rPr lang="fr-FR" sz="1000" dirty="0">
                <a:latin typeface="Pangolin" panose="00000500000000000000" pitchFamily="2" charset="0"/>
              </a:rPr>
              <a:t>? </a:t>
            </a:r>
            <a:br>
              <a:rPr lang="fr-FR" sz="1000" dirty="0">
                <a:latin typeface="Pangolin" panose="00000500000000000000" pitchFamily="2" charset="0"/>
              </a:rPr>
            </a:br>
            <a:r>
              <a:rPr lang="fr-FR" sz="1000" dirty="0">
                <a:latin typeface="Pangolin" panose="00000500000000000000" pitchFamily="2" charset="0"/>
              </a:rPr>
              <a:t>C’est un bon moyen d’avoir une vue d’ensemble des données collectées.</a:t>
            </a:r>
            <a:endParaRPr lang="de-AT" sz="1000" dirty="0">
              <a:solidFill>
                <a:schemeClr val="tx1"/>
              </a:solidFill>
              <a:latin typeface="Pangolin" panose="00000500000000000000" pitchFamily="2" charset="0"/>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791890"/>
            <a:ext cx="926478" cy="553998"/>
          </a:xfrm>
          <a:prstGeom prst="rect">
            <a:avLst/>
          </a:prstGeom>
          <a:noFill/>
        </p:spPr>
        <p:txBody>
          <a:bodyPr wrap="square">
            <a:spAutoFit/>
          </a:bodyPr>
          <a:lstStyle/>
          <a:p>
            <a:pPr algn="ctr"/>
            <a:r>
              <a:rPr lang="fr-FR" sz="1000" dirty="0">
                <a:latin typeface="Pangolin" panose="00000500000000000000" pitchFamily="2" charset="0"/>
              </a:rPr>
              <a:t>Comment </a:t>
            </a:r>
            <a:br>
              <a:rPr lang="fr-FR" sz="1000" dirty="0">
                <a:latin typeface="Pangolin" panose="00000500000000000000" pitchFamily="2" charset="0"/>
              </a:rPr>
            </a:br>
            <a:r>
              <a:rPr lang="fr-FR" sz="1000" dirty="0">
                <a:latin typeface="Pangolin" panose="00000500000000000000" pitchFamily="2" charset="0"/>
              </a:rPr>
              <a:t>je dois m'y prendre ?</a:t>
            </a:r>
            <a:endParaRPr lang="de-AT" sz="1000" dirty="0">
              <a:solidFill>
                <a:schemeClr val="tx1"/>
              </a:solidFill>
              <a:latin typeface="Pangolin" panose="00000500000000000000" pitchFamily="2" charset="0"/>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err="1">
                <a:latin typeface="Pangolin" panose="00000500000000000000" pitchFamily="2" charset="0"/>
              </a:rPr>
              <a:t>Bonjour</a:t>
            </a:r>
            <a:r>
              <a:rPr lang="de-DE" sz="1000" dirty="0">
                <a:latin typeface="Pangolin" panose="00000500000000000000" pitchFamily="2" charset="0"/>
              </a:rPr>
              <a:t>, </a:t>
            </a:r>
            <a:r>
              <a:rPr lang="de-DE" sz="1000" dirty="0" err="1">
                <a:latin typeface="Pangolin" panose="00000500000000000000" pitchFamily="2" charset="0"/>
              </a:rPr>
              <a:t>accepteriez-vous</a:t>
            </a:r>
            <a:r>
              <a:rPr lang="de-DE" sz="1000" dirty="0">
                <a:latin typeface="Pangolin" panose="00000500000000000000" pitchFamily="2" charset="0"/>
              </a:rPr>
              <a:t> </a:t>
            </a:r>
            <a:r>
              <a:rPr lang="de-DE" sz="1000" dirty="0" err="1">
                <a:latin typeface="Pangolin" panose="00000500000000000000" pitchFamily="2" charset="0"/>
              </a:rPr>
              <a:t>une</a:t>
            </a:r>
            <a:r>
              <a:rPr lang="de-DE" sz="1000" dirty="0">
                <a:latin typeface="Pangolin" panose="00000500000000000000" pitchFamily="2" charset="0"/>
              </a:rPr>
              <a:t> </a:t>
            </a:r>
            <a:r>
              <a:rPr lang="de-DE" sz="1000" dirty="0" err="1">
                <a:latin typeface="Pangolin" panose="00000500000000000000" pitchFamily="2" charset="0"/>
              </a:rPr>
              <a:t>pomme</a:t>
            </a:r>
            <a:r>
              <a:rPr lang="de-DE" sz="1000" dirty="0">
                <a:latin typeface="Pangolin" panose="00000500000000000000" pitchFamily="2" charset="0"/>
              </a:rPr>
              <a:t> ?</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498604" y="7336696"/>
            <a:ext cx="1089869" cy="400110"/>
          </a:xfrm>
          <a:prstGeom prst="rect">
            <a:avLst/>
          </a:prstGeom>
          <a:noFill/>
        </p:spPr>
        <p:txBody>
          <a:bodyPr wrap="square">
            <a:spAutoFit/>
          </a:bodyPr>
          <a:lstStyle/>
          <a:p>
            <a:pPr algn="ctr"/>
            <a:r>
              <a:rPr lang="pt-BR" sz="1000" dirty="0">
                <a:latin typeface="Pangolin" panose="00000500000000000000" pitchFamily="2" charset="0"/>
              </a:rPr>
              <a:t>Elles serviront d’exemple !</a:t>
            </a:r>
            <a:endParaRPr lang="de-AT" sz="1000" dirty="0">
              <a:solidFill>
                <a:schemeClr val="tx1"/>
              </a:solidFill>
              <a:latin typeface="Pangolin" panose="00000500000000000000" pitchFamily="2" charset="0"/>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75583" y="6740166"/>
            <a:ext cx="2113263" cy="861774"/>
          </a:xfrm>
          <a:prstGeom prst="rect">
            <a:avLst/>
          </a:prstGeom>
          <a:noFill/>
        </p:spPr>
        <p:txBody>
          <a:bodyPr wrap="square">
            <a:spAutoFit/>
          </a:bodyPr>
          <a:lstStyle/>
          <a:p>
            <a:pPr algn="ctr"/>
            <a:r>
              <a:rPr lang="fr-FR" sz="1000" dirty="0">
                <a:latin typeface="Pangolin" panose="00000500000000000000" pitchFamily="2" charset="0"/>
              </a:rPr>
              <a:t>D’accord, vois-tu ces pommes ? Lorsque nous mesurons leur poids, le poids est notre variable, et nous    </a:t>
            </a:r>
          </a:p>
          <a:p>
            <a:pPr algn="ctr"/>
            <a:r>
              <a:rPr lang="fr-FR" sz="1000" dirty="0">
                <a:latin typeface="Pangolin" panose="00000500000000000000" pitchFamily="2" charset="0"/>
              </a:rPr>
              <a:t>                     avons plusieurs valeurs différentes.</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grpSp>
        <p:nvGrpSpPr>
          <p:cNvPr id="17" name="Group 16">
            <a:extLst>
              <a:ext uri="{FF2B5EF4-FFF2-40B4-BE49-F238E27FC236}">
                <a16:creationId xmlns:a16="http://schemas.microsoft.com/office/drawing/2014/main" id="{99F047B0-25CE-A3FA-B32C-2EDE774C364D}"/>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7" name="Picture 26">
              <a:extLst>
                <a:ext uri="{FF2B5EF4-FFF2-40B4-BE49-F238E27FC236}">
                  <a16:creationId xmlns:a16="http://schemas.microsoft.com/office/drawing/2014/main" id="{65DF7BEF-CC1E-1D26-D23F-30A2674A6E74}"/>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8" name="Group 27">
              <a:extLst>
                <a:ext uri="{FF2B5EF4-FFF2-40B4-BE49-F238E27FC236}">
                  <a16:creationId xmlns:a16="http://schemas.microsoft.com/office/drawing/2014/main" id="{B184C311-3492-A48E-20C0-FC6308FE5909}"/>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51" name="Picture 50">
                <a:extLst>
                  <a:ext uri="{FF2B5EF4-FFF2-40B4-BE49-F238E27FC236}">
                    <a16:creationId xmlns:a16="http://schemas.microsoft.com/office/drawing/2014/main" id="{1DDB7EF8-58FF-8115-3FEE-F9F1DE85A705}"/>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52" name="Picture 51">
                <a:extLst>
                  <a:ext uri="{FF2B5EF4-FFF2-40B4-BE49-F238E27FC236}">
                    <a16:creationId xmlns:a16="http://schemas.microsoft.com/office/drawing/2014/main" id="{51F1E7A8-C882-3AC5-AE7B-CAFFACF56470}"/>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53" name="Picture 52">
                <a:extLst>
                  <a:ext uri="{FF2B5EF4-FFF2-40B4-BE49-F238E27FC236}">
                    <a16:creationId xmlns:a16="http://schemas.microsoft.com/office/drawing/2014/main" id="{6622FEE3-CC9F-7E74-9803-379DD862866F}"/>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444761" y="1523406"/>
            <a:ext cx="1067062" cy="461665"/>
          </a:xfrm>
          <a:prstGeom prst="rect">
            <a:avLst/>
          </a:prstGeom>
          <a:noFill/>
        </p:spPr>
        <p:txBody>
          <a:bodyPr wrap="square" rtlCol="0">
            <a:spAutoFit/>
          </a:bodyPr>
          <a:lstStyle/>
          <a:p>
            <a:pPr algn="ctr"/>
            <a:r>
              <a:rPr lang="de-DE" sz="1200">
                <a:latin typeface="KG Always A Good Time" panose="02000505000000020003" pitchFamily="2" charset="0"/>
                <a:ea typeface="Always In My Heart" panose="02000603000000000000" pitchFamily="2" charset="0"/>
              </a:rPr>
              <a:t>Poids des pommes</a:t>
            </a:r>
            <a:endParaRPr lang="pt-BR" sz="1200" dirty="0">
              <a:latin typeface="KG Always A Good Time" panose="02000505000000020003" pitchFamily="2" charset="0"/>
              <a:ea typeface="Always In My Heart" panose="02000603000000000000" pitchFamily="2" charset="0"/>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76141" y="525441"/>
            <a:ext cx="1950678" cy="1015663"/>
          </a:xfrm>
          <a:prstGeom prst="rect">
            <a:avLst/>
          </a:prstGeom>
          <a:noFill/>
        </p:spPr>
        <p:txBody>
          <a:bodyPr wrap="square">
            <a:spAutoFit/>
          </a:bodyPr>
          <a:lstStyle/>
          <a:p>
            <a:pPr algn="ctr"/>
            <a:r>
              <a:rPr lang="fr-FR" sz="1000" dirty="0">
                <a:latin typeface="Pangolin" panose="00000500000000000000" pitchFamily="2" charset="0"/>
              </a:rPr>
              <a:t>La meilleure façon de décrire une variable est de rapporter les valeurs et la fréquence à laquelle elle apparait. C’est ce qu’on appelle la </a:t>
            </a:r>
            <a:r>
              <a:rPr lang="fr-FR" sz="1000" dirty="0">
                <a:highlight>
                  <a:srgbClr val="C0C0C0"/>
                </a:highlight>
                <a:latin typeface="Pangolin" panose="00000500000000000000" pitchFamily="2" charset="0"/>
              </a:rPr>
              <a:t>DISTRIBUTION</a:t>
            </a:r>
            <a:r>
              <a:rPr lang="fr-FR" sz="1000" dirty="0">
                <a:latin typeface="Pangolin" panose="00000500000000000000" pitchFamily="2" charset="0"/>
              </a:rPr>
              <a:t> de la variable.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384439" y="532338"/>
            <a:ext cx="1877757" cy="861774"/>
          </a:xfrm>
          <a:prstGeom prst="rect">
            <a:avLst/>
          </a:prstGeom>
          <a:noFill/>
        </p:spPr>
        <p:txBody>
          <a:bodyPr wrap="square">
            <a:spAutoFit/>
          </a:bodyPr>
          <a:lstStyle/>
          <a:p>
            <a:pPr algn="ctr"/>
            <a:r>
              <a:rPr lang="fr-FR" sz="1000" dirty="0">
                <a:latin typeface="Pangolin" panose="00000500000000000000" pitchFamily="2" charset="0"/>
              </a:rPr>
              <a:t>Si nous visualisons le poids de nos pommes, la répartition ressemblerait à ceci, puisque toutes les pommes de ce panier ont environ le même poids.</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400110"/>
          </a:xfrm>
          <a:prstGeom prst="rect">
            <a:avLst/>
          </a:prstGeom>
          <a:noFill/>
        </p:spPr>
        <p:txBody>
          <a:bodyPr wrap="square">
            <a:spAutoFit/>
          </a:bodyPr>
          <a:lstStyle/>
          <a:p>
            <a:pPr algn="ctr"/>
            <a:r>
              <a:rPr lang="fr-FR" sz="1000" dirty="0">
                <a:latin typeface="Pangolin" panose="00000500000000000000" pitchFamily="2" charset="0"/>
              </a:rPr>
              <a:t>Elle a la forme d’une cloche...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32816" y="3767428"/>
            <a:ext cx="1627631" cy="861774"/>
          </a:xfrm>
          <a:prstGeom prst="rect">
            <a:avLst/>
          </a:prstGeom>
          <a:noFill/>
        </p:spPr>
        <p:txBody>
          <a:bodyPr wrap="square">
            <a:spAutoFit/>
          </a:bodyPr>
          <a:lstStyle/>
          <a:p>
            <a:pPr algn="ctr"/>
            <a:r>
              <a:rPr lang="fr-FR" sz="1000" dirty="0">
                <a:latin typeface="Pangolin" panose="00000500000000000000" pitchFamily="2" charset="0"/>
              </a:rPr>
              <a:t>S’il y avait d’autres pommes dans le panier, notre meilleure estimation de leur poids serait une valeur autour de ce point.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300859" y="5813497"/>
            <a:ext cx="2216421" cy="553998"/>
          </a:xfrm>
          <a:prstGeom prst="rect">
            <a:avLst/>
          </a:prstGeom>
          <a:noFill/>
        </p:spPr>
        <p:txBody>
          <a:bodyPr wrap="square">
            <a:spAutoFit/>
          </a:bodyPr>
          <a:lstStyle/>
          <a:p>
            <a:pPr algn="ctr"/>
            <a:r>
              <a:rPr lang="fr-FR" sz="1000" dirty="0">
                <a:latin typeface="Pangolin" panose="00000500000000000000" pitchFamily="2" charset="0"/>
              </a:rPr>
              <a:t>Ce point de notre distribution représente bien nos données – nous l’appelons </a:t>
            </a:r>
            <a:r>
              <a:rPr lang="fr-FR" sz="1000" dirty="0">
                <a:highlight>
                  <a:srgbClr val="C0C0C0"/>
                </a:highlight>
                <a:latin typeface="Pangolin" panose="00000500000000000000" pitchFamily="2" charset="0"/>
              </a:rPr>
              <a:t>TENDANCE CENTRALE</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3971519"/>
            <a:ext cx="1485089" cy="553998"/>
          </a:xfrm>
          <a:prstGeom prst="rect">
            <a:avLst/>
          </a:prstGeom>
          <a:noFill/>
        </p:spPr>
        <p:txBody>
          <a:bodyPr wrap="square">
            <a:spAutoFit/>
          </a:bodyPr>
          <a:lstStyle/>
          <a:p>
            <a:pPr algn="ctr"/>
            <a:r>
              <a:rPr lang="fr-FR" sz="1000">
                <a:latin typeface="Pangolin" panose="00000500000000000000" pitchFamily="2" charset="0"/>
              </a:rPr>
              <a:t>Ah, je vois. Mais... Comment puis-je calculer ce montant ?</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33112" y="6730572"/>
            <a:ext cx="2044698" cy="861774"/>
          </a:xfrm>
          <a:prstGeom prst="rect">
            <a:avLst/>
          </a:prstGeom>
          <a:noFill/>
        </p:spPr>
        <p:txBody>
          <a:bodyPr wrap="square">
            <a:spAutoFit/>
          </a:bodyPr>
          <a:lstStyle/>
          <a:p>
            <a:pPr algn="ctr"/>
            <a:r>
              <a:rPr lang="fr-FR" sz="1000" dirty="0">
                <a:latin typeface="Pangolin" panose="00000500000000000000" pitchFamily="2" charset="0"/>
              </a:rPr>
              <a:t>On peut résumer la tendance centrale de plusieurs façons. </a:t>
            </a:r>
            <a:br>
              <a:rPr lang="fr-FR" sz="1000" dirty="0">
                <a:latin typeface="Pangolin" panose="00000500000000000000" pitchFamily="2" charset="0"/>
              </a:rPr>
            </a:br>
            <a:r>
              <a:rPr lang="fr-FR" sz="1000" dirty="0">
                <a:latin typeface="Pangolin" panose="00000500000000000000" pitchFamily="2" charset="0"/>
              </a:rPr>
              <a:t>La </a:t>
            </a:r>
            <a:r>
              <a:rPr lang="fr-FR" sz="1000" dirty="0">
                <a:highlight>
                  <a:srgbClr val="C0C0C0"/>
                </a:highlight>
                <a:latin typeface="Pangolin" panose="00000500000000000000" pitchFamily="2" charset="0"/>
              </a:rPr>
              <a:t>MOYENNE</a:t>
            </a:r>
            <a:r>
              <a:rPr lang="fr-FR" sz="1000" dirty="0">
                <a:latin typeface="Pangolin" panose="00000500000000000000" pitchFamily="2" charset="0"/>
              </a:rPr>
              <a:t> est le moyen le plus courant, et elle est également facile à calculer.</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458242" y="6829102"/>
            <a:ext cx="1941518" cy="246221"/>
          </a:xfrm>
          <a:prstGeom prst="rect">
            <a:avLst/>
          </a:prstGeom>
          <a:noFill/>
        </p:spPr>
        <p:txBody>
          <a:bodyPr wrap="square">
            <a:spAutoFit/>
          </a:bodyPr>
          <a:lstStyle/>
          <a:p>
            <a:pPr algn="ctr"/>
            <a:r>
              <a:rPr lang="pt-BR" sz="1000">
                <a:latin typeface="Pangolin" panose="00000500000000000000" pitchFamily="2" charset="0"/>
              </a:rPr>
              <a:t>Voici nos six pommes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fr-FR" sz="1000" dirty="0">
                <a:latin typeface="Pangolin" panose="00000500000000000000" pitchFamily="2" charset="0"/>
              </a:rPr>
              <a:t>Nous allons faire l'addition de toutes les valeurs de poids…</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fr-FR" sz="1000" dirty="0">
                <a:latin typeface="Pangolin" panose="00000500000000000000" pitchFamily="2" charset="0"/>
              </a:rPr>
              <a:t>… et divisons par le nombre de pommes que nous avons.</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681559" y="6688314"/>
            <a:ext cx="1866536" cy="400110"/>
          </a:xfrm>
          <a:prstGeom prst="rect">
            <a:avLst/>
          </a:prstGeom>
          <a:noFill/>
        </p:spPr>
        <p:txBody>
          <a:bodyPr wrap="square">
            <a:spAutoFit/>
          </a:bodyPr>
          <a:lstStyle/>
          <a:p>
            <a:pPr algn="ctr"/>
            <a:r>
              <a:rPr lang="fr-FR" sz="1000" dirty="0">
                <a:latin typeface="Pangolin" panose="00000500000000000000" pitchFamily="2" charset="0"/>
              </a:rPr>
              <a:t>Cela nous donne une valeur moyenne de</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709959" y="8882577"/>
            <a:ext cx="1178778" cy="707886"/>
          </a:xfrm>
          <a:prstGeom prst="rect">
            <a:avLst/>
          </a:prstGeom>
          <a:noFill/>
        </p:spPr>
        <p:txBody>
          <a:bodyPr wrap="square">
            <a:spAutoFit/>
          </a:bodyPr>
          <a:lstStyle/>
          <a:p>
            <a:pPr algn="ctr"/>
            <a:r>
              <a:rPr lang="fr-FR" sz="1000" dirty="0">
                <a:latin typeface="Pangolin" panose="00000500000000000000" pitchFamily="2" charset="0"/>
              </a:rPr>
              <a:t>Ah, c’est presque le haut de notre graphique en cloche !</a:t>
            </a:r>
            <a:endParaRPr lang="de-AT" sz="1000" dirty="0">
              <a:solidFill>
                <a:schemeClr val="tx1"/>
              </a:solidFill>
              <a:latin typeface="Pangolin" panose="00000500000000000000" pitchFamily="2" charset="0"/>
            </a:endParaRPr>
          </a:p>
        </p:txBody>
      </p:sp>
      <p:grpSp>
        <p:nvGrpSpPr>
          <p:cNvPr id="40" name="Group 39">
            <a:extLst>
              <a:ext uri="{FF2B5EF4-FFF2-40B4-BE49-F238E27FC236}">
                <a16:creationId xmlns:a16="http://schemas.microsoft.com/office/drawing/2014/main" id="{44132E26-9686-CD0E-AB0A-6458B23AB1C3}"/>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1" name="Picture 40">
              <a:extLst>
                <a:ext uri="{FF2B5EF4-FFF2-40B4-BE49-F238E27FC236}">
                  <a16:creationId xmlns:a16="http://schemas.microsoft.com/office/drawing/2014/main" id="{3B0292AF-9D47-A883-41D9-00D83DC11DB8}"/>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2" name="Group 41">
              <a:extLst>
                <a:ext uri="{FF2B5EF4-FFF2-40B4-BE49-F238E27FC236}">
                  <a16:creationId xmlns:a16="http://schemas.microsoft.com/office/drawing/2014/main" id="{75F405CF-7C78-0D8E-8C59-9F7A53B147B4}"/>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3" name="Picture 42">
                <a:extLst>
                  <a:ext uri="{FF2B5EF4-FFF2-40B4-BE49-F238E27FC236}">
                    <a16:creationId xmlns:a16="http://schemas.microsoft.com/office/drawing/2014/main" id="{08A13CA6-4CC4-B520-3B3E-0BBDD285447C}"/>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44" name="Picture 43">
                <a:extLst>
                  <a:ext uri="{FF2B5EF4-FFF2-40B4-BE49-F238E27FC236}">
                    <a16:creationId xmlns:a16="http://schemas.microsoft.com/office/drawing/2014/main" id="{9752EDC6-CE15-4550-F2A4-4084EE2BB113}"/>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45" name="Picture 44">
                <a:extLst>
                  <a:ext uri="{FF2B5EF4-FFF2-40B4-BE49-F238E27FC236}">
                    <a16:creationId xmlns:a16="http://schemas.microsoft.com/office/drawing/2014/main" id="{F5E73FB1-FB19-06CB-D23A-77E9F8D1CA12}"/>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797013" cy="276999"/>
          </a:xfrm>
          <a:prstGeom prst="rect">
            <a:avLst/>
          </a:prstGeom>
          <a:noFill/>
        </p:spPr>
        <p:txBody>
          <a:bodyPr wrap="none" rtlCol="0">
            <a:spAutoFit/>
          </a:bodyPr>
          <a:lstStyle/>
          <a:p>
            <a:r>
              <a:rPr lang="de-DE" sz="1200" b="1" dirty="0">
                <a:latin typeface="Momopresentation Updated 2" panose="02000503000000000000" pitchFamily="2" charset="0"/>
              </a:rPr>
              <a:t>MÉDIANE</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012714" y="5498616"/>
            <a:ext cx="888385" cy="276999"/>
          </a:xfrm>
          <a:prstGeom prst="rect">
            <a:avLst/>
          </a:prstGeom>
          <a:noFill/>
        </p:spPr>
        <p:txBody>
          <a:bodyPr wrap="none" rtlCol="0">
            <a:spAutoFit/>
          </a:bodyPr>
          <a:lstStyle/>
          <a:p>
            <a:r>
              <a:rPr lang="de-DE" sz="1200" b="1" dirty="0">
                <a:latin typeface="Momopresentation Updated 2" panose="02000503000000000000" pitchFamily="2" charset="0"/>
              </a:rPr>
              <a:t>MOYENNE</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algn="ctr"/>
            <a:r>
              <a:rPr lang="fr-FR" sz="1000">
                <a:latin typeface="Pangolin" panose="00000500000000000000" pitchFamily="2" charset="0"/>
              </a:rPr>
              <a:t>Exact. Mais la moyenne n’est pas toujours la meilleure façon de décrire les données.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60" y="1302670"/>
            <a:ext cx="737880" cy="861774"/>
          </a:xfrm>
          <a:prstGeom prst="rect">
            <a:avLst/>
          </a:prstGeom>
          <a:noFill/>
        </p:spPr>
        <p:txBody>
          <a:bodyPr wrap="square" anchor="ctr">
            <a:spAutoFit/>
          </a:bodyPr>
          <a:lstStyle/>
          <a:p>
            <a:pPr algn="ctr"/>
            <a:r>
              <a:rPr lang="fr-FR" sz="1000" dirty="0">
                <a:latin typeface="Pangolin" panose="00000500000000000000" pitchFamily="2" charset="0"/>
              </a:rPr>
              <a:t>Regardez cette pomme !
Elle est si petit !</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400110"/>
          </a:xfrm>
          <a:prstGeom prst="rect">
            <a:avLst/>
          </a:prstGeom>
          <a:noFill/>
        </p:spPr>
        <p:txBody>
          <a:bodyPr wrap="square">
            <a:spAutoFit/>
          </a:bodyPr>
          <a:lstStyle/>
          <a:p>
            <a:pPr algn="ctr"/>
            <a:r>
              <a:rPr lang="fr-FR" sz="1000" dirty="0">
                <a:latin typeface="Pangolin" panose="00000500000000000000" pitchFamily="2" charset="0"/>
              </a:rPr>
              <a:t>Elle ne pèse que 70 grammes !</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110463"/>
            <a:ext cx="1151351" cy="400110"/>
          </a:xfrm>
          <a:prstGeom prst="rect">
            <a:avLst/>
          </a:prstGeom>
          <a:noFill/>
        </p:spPr>
        <p:txBody>
          <a:bodyPr wrap="square">
            <a:spAutoFit/>
          </a:bodyPr>
          <a:lstStyle/>
          <a:p>
            <a:pPr algn="ctr"/>
            <a:r>
              <a:rPr lang="fr-FR" sz="1000">
                <a:latin typeface="Pangolin" panose="00000500000000000000" pitchFamily="2" charset="0"/>
              </a:rPr>
              <a:t>Encore une fois, exemple parfait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553998"/>
          </a:xfrm>
          <a:prstGeom prst="rect">
            <a:avLst/>
          </a:prstGeom>
          <a:noFill/>
        </p:spPr>
        <p:txBody>
          <a:bodyPr wrap="square">
            <a:spAutoFit/>
          </a:bodyPr>
          <a:lstStyle/>
          <a:p>
            <a:pPr algn="ctr"/>
            <a:r>
              <a:rPr lang="fr-FR" sz="1000">
                <a:latin typeface="Pangolin" panose="00000500000000000000" pitchFamily="2" charset="0"/>
              </a:rPr>
              <a:t>Si nous ajoutons la petite pomme à notre jeu de données et calculons la moyenne...</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59680" y="2897456"/>
            <a:ext cx="2137401" cy="553998"/>
          </a:xfrm>
          <a:prstGeom prst="rect">
            <a:avLst/>
          </a:prstGeom>
          <a:noFill/>
        </p:spPr>
        <p:txBody>
          <a:bodyPr wrap="square">
            <a:spAutoFit/>
          </a:bodyPr>
          <a:lstStyle/>
          <a:p>
            <a:pPr algn="ctr"/>
            <a:r>
              <a:rPr lang="fr-FR" sz="1000" dirty="0">
                <a:latin typeface="Pangolin" panose="00000500000000000000" pitchFamily="2" charset="0"/>
              </a:rPr>
              <a:t>... Le graphique ressemble plus </a:t>
            </a:r>
          </a:p>
          <a:p>
            <a:pPr algn="ctr"/>
            <a:r>
              <a:rPr lang="fr-FR" sz="1000" dirty="0">
                <a:latin typeface="Pangolin" panose="00000500000000000000" pitchFamily="2" charset="0"/>
              </a:rPr>
              <a:t>à une souris            et la moyenne </a:t>
            </a:r>
          </a:p>
          <a:p>
            <a:pPr algn="ctr"/>
            <a:r>
              <a:rPr lang="fr-FR" sz="1000" dirty="0">
                <a:latin typeface="Pangolin" panose="00000500000000000000" pitchFamily="2" charset="0"/>
              </a:rPr>
              <a:t>est loin du sommet, près de la queue.</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36568"/>
            <a:ext cx="1354432" cy="507831"/>
          </a:xfrm>
          <a:prstGeom prst="rect">
            <a:avLst/>
          </a:prstGeom>
          <a:noFill/>
        </p:spPr>
        <p:txBody>
          <a:bodyPr wrap="square">
            <a:spAutoFit/>
          </a:bodyPr>
          <a:lstStyle/>
          <a:p>
            <a:pPr algn="ctr"/>
            <a:r>
              <a:rPr lang="fr-FR" sz="900" dirty="0">
                <a:latin typeface="Pangolin" panose="00000500000000000000" pitchFamily="2" charset="0"/>
              </a:rPr>
              <a:t>Maintenant, la moyenne n’est pas très représentative...</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707886"/>
          </a:xfrm>
          <a:prstGeom prst="rect">
            <a:avLst/>
          </a:prstGeom>
          <a:noFill/>
        </p:spPr>
        <p:txBody>
          <a:bodyPr wrap="square">
            <a:spAutoFit/>
          </a:bodyPr>
          <a:lstStyle/>
          <a:p>
            <a:pPr algn="ctr"/>
            <a:r>
              <a:rPr lang="fr-FR" sz="1000" dirty="0">
                <a:latin typeface="Pangolin" panose="00000500000000000000" pitchFamily="2" charset="0"/>
              </a:rPr>
              <a:t>Mais vous pouvez toujours décrire la tendance centrale à travers la </a:t>
            </a:r>
            <a:r>
              <a:rPr lang="fr-FR" sz="1000" dirty="0">
                <a:highlight>
                  <a:srgbClr val="C0C0C0"/>
                </a:highlight>
                <a:latin typeface="Pangolin" panose="00000500000000000000" pitchFamily="2" charset="0"/>
              </a:rPr>
              <a:t>MÉDIANE</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553998"/>
          </a:xfrm>
          <a:prstGeom prst="rect">
            <a:avLst/>
          </a:prstGeom>
          <a:noFill/>
        </p:spPr>
        <p:txBody>
          <a:bodyPr wrap="square">
            <a:spAutoFit/>
          </a:bodyPr>
          <a:lstStyle/>
          <a:p>
            <a:pPr algn="ctr"/>
            <a:r>
              <a:rPr lang="fr-FR" sz="1000">
                <a:latin typeface="Pangolin" panose="00000500000000000000" pitchFamily="2" charset="0"/>
              </a:rPr>
              <a:t>Si nous trions toutes nos pommes par poids dans l’ordre croissant, la médiane est la valeur au centre.</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41952" y="5371268"/>
            <a:ext cx="1434591" cy="707886"/>
          </a:xfrm>
          <a:prstGeom prst="rect">
            <a:avLst/>
          </a:prstGeom>
          <a:noFill/>
        </p:spPr>
        <p:txBody>
          <a:bodyPr wrap="square">
            <a:spAutoFit/>
          </a:bodyPr>
          <a:lstStyle/>
          <a:p>
            <a:pPr algn="ctr"/>
            <a:r>
              <a:rPr lang="fr-FR" sz="1000" dirty="0">
                <a:latin typeface="Pangolin" panose="00000500000000000000" pitchFamily="2" charset="0"/>
              </a:rPr>
              <a:t>La médiane est de 190g et décrit le mieux cette distribution asymétrique.</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algn="ctr"/>
            <a:r>
              <a:rPr lang="fr-FR" sz="1000" dirty="0">
                <a:latin typeface="Pangolin" panose="00000500000000000000" pitchFamily="2" charset="0"/>
              </a:rPr>
              <a:t>Je vois que vous avez trouvé une de mes petites pommes. N’hésitez pas à en acheter d’autres. </a:t>
            </a:r>
            <a:br>
              <a:rPr lang="fr-FR" sz="1000" dirty="0">
                <a:latin typeface="Pangolin" panose="00000500000000000000" pitchFamily="2" charset="0"/>
              </a:rPr>
            </a:br>
            <a:r>
              <a:rPr lang="fr-FR" sz="1000" dirty="0">
                <a:latin typeface="Pangolin" panose="00000500000000000000" pitchFamily="2" charset="0"/>
              </a:rPr>
              <a:t>Je suis content que vous l’ayez apprécié !</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fr-FR" sz="1000">
                <a:latin typeface="Pangolin" panose="00000500000000000000" pitchFamily="2" charset="0"/>
              </a:rPr>
              <a:t>En fait, pouvons-nous prendre tout le panier pour un instant ?</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57523"/>
            <a:ext cx="2039738" cy="707886"/>
          </a:xfrm>
          <a:prstGeom prst="rect">
            <a:avLst/>
          </a:prstGeom>
          <a:noFill/>
        </p:spPr>
        <p:txBody>
          <a:bodyPr wrap="square">
            <a:spAutoFit/>
          </a:bodyPr>
          <a:lstStyle/>
          <a:p>
            <a:pPr algn="ctr"/>
            <a:r>
              <a:rPr lang="fr-FR" sz="1000" dirty="0">
                <a:latin typeface="Pangolin" panose="00000500000000000000" pitchFamily="2" charset="0"/>
              </a:rPr>
              <a:t>Si nous ajoutons tout ce panier de petites pommes à notre ensemble, la première petite pomme n’est plus une </a:t>
            </a:r>
            <a:r>
              <a:rPr lang="fr-FR" sz="1000" dirty="0" err="1">
                <a:latin typeface="Pangolin" panose="00000500000000000000" pitchFamily="2" charset="0"/>
              </a:rPr>
              <a:t>outlier</a:t>
            </a:r>
            <a:r>
              <a:rPr lang="fr-FR"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23231" y="9079692"/>
            <a:ext cx="2150238" cy="553998"/>
          </a:xfrm>
          <a:prstGeom prst="rect">
            <a:avLst/>
          </a:prstGeom>
          <a:noFill/>
        </p:spPr>
        <p:txBody>
          <a:bodyPr wrap="square">
            <a:spAutoFit/>
          </a:bodyPr>
          <a:lstStyle/>
          <a:p>
            <a:pPr algn="ctr"/>
            <a:r>
              <a:rPr lang="fr-FR" sz="1000" dirty="0">
                <a:latin typeface="Pangolin" panose="00000500000000000000" pitchFamily="2" charset="0"/>
              </a:rPr>
              <a:t>*</a:t>
            </a:r>
            <a:r>
              <a:rPr lang="fr-FR" sz="1000" dirty="0" err="1">
                <a:latin typeface="Pangolin" panose="00000500000000000000" pitchFamily="2" charset="0"/>
              </a:rPr>
              <a:t>Outliers</a:t>
            </a:r>
            <a:r>
              <a:rPr lang="fr-FR" sz="1000" dirty="0">
                <a:latin typeface="Pangolin" panose="00000500000000000000" pitchFamily="2" charset="0"/>
              </a:rPr>
              <a:t> sont des valeurs aberrantes qui peuvent être des erreurs de mesure ou des événements rares.</a:t>
            </a:r>
            <a:endParaRPr lang="de-AT" sz="1000" dirty="0">
              <a:solidFill>
                <a:schemeClr val="tx1"/>
              </a:solidFill>
              <a:latin typeface="Pangolin" panose="00000500000000000000" pitchFamily="2" charset="0"/>
            </a:endParaRPr>
          </a:p>
        </p:txBody>
      </p:sp>
      <p:sp>
        <p:nvSpPr>
          <p:cNvPr id="19" name="Freeform: Shape 18">
            <a:extLst>
              <a:ext uri="{FF2B5EF4-FFF2-40B4-BE49-F238E27FC236}">
                <a16:creationId xmlns:a16="http://schemas.microsoft.com/office/drawing/2014/main" id="{5D5F9BEA-048F-3233-F792-067EED119640}"/>
              </a:ext>
            </a:extLst>
          </p:cNvPr>
          <p:cNvSpPr/>
          <p:nvPr/>
        </p:nvSpPr>
        <p:spPr>
          <a:xfrm>
            <a:off x="5468335" y="1346200"/>
            <a:ext cx="462565" cy="190500"/>
          </a:xfrm>
          <a:custGeom>
            <a:avLst/>
            <a:gdLst>
              <a:gd name="connsiteX0" fmla="*/ 15525 w 462565"/>
              <a:gd name="connsiteY0" fmla="*/ 63500 h 190500"/>
              <a:gd name="connsiteX1" fmla="*/ 2825 w 462565"/>
              <a:gd name="connsiteY1" fmla="*/ 66040 h 190500"/>
              <a:gd name="connsiteX2" fmla="*/ 5365 w 462565"/>
              <a:gd name="connsiteY2" fmla="*/ 121920 h 190500"/>
              <a:gd name="connsiteX3" fmla="*/ 18065 w 462565"/>
              <a:gd name="connsiteY3" fmla="*/ 142240 h 190500"/>
              <a:gd name="connsiteX4" fmla="*/ 35845 w 462565"/>
              <a:gd name="connsiteY4" fmla="*/ 162560 h 190500"/>
              <a:gd name="connsiteX5" fmla="*/ 48545 w 462565"/>
              <a:gd name="connsiteY5" fmla="*/ 167640 h 190500"/>
              <a:gd name="connsiteX6" fmla="*/ 58705 w 462565"/>
              <a:gd name="connsiteY6" fmla="*/ 170180 h 190500"/>
              <a:gd name="connsiteX7" fmla="*/ 91725 w 462565"/>
              <a:gd name="connsiteY7" fmla="*/ 175260 h 190500"/>
              <a:gd name="connsiteX8" fmla="*/ 99345 w 462565"/>
              <a:gd name="connsiteY8" fmla="*/ 177800 h 190500"/>
              <a:gd name="connsiteX9" fmla="*/ 117125 w 462565"/>
              <a:gd name="connsiteY9" fmla="*/ 182880 h 190500"/>
              <a:gd name="connsiteX10" fmla="*/ 127285 w 462565"/>
              <a:gd name="connsiteY10" fmla="*/ 187960 h 190500"/>
              <a:gd name="connsiteX11" fmla="*/ 231425 w 462565"/>
              <a:gd name="connsiteY11" fmla="*/ 187960 h 190500"/>
              <a:gd name="connsiteX12" fmla="*/ 244125 w 462565"/>
              <a:gd name="connsiteY12" fmla="*/ 190500 h 190500"/>
              <a:gd name="connsiteX13" fmla="*/ 272065 w 462565"/>
              <a:gd name="connsiteY13" fmla="*/ 185420 h 190500"/>
              <a:gd name="connsiteX14" fmla="*/ 300005 w 462565"/>
              <a:gd name="connsiteY14" fmla="*/ 175260 h 190500"/>
              <a:gd name="connsiteX15" fmla="*/ 371125 w 462565"/>
              <a:gd name="connsiteY15" fmla="*/ 170180 h 190500"/>
              <a:gd name="connsiteX16" fmla="*/ 388905 w 462565"/>
              <a:gd name="connsiteY16" fmla="*/ 167640 h 190500"/>
              <a:gd name="connsiteX17" fmla="*/ 432085 w 462565"/>
              <a:gd name="connsiteY17" fmla="*/ 165100 h 190500"/>
              <a:gd name="connsiteX18" fmla="*/ 452405 w 462565"/>
              <a:gd name="connsiteY18" fmla="*/ 157480 h 190500"/>
              <a:gd name="connsiteX19" fmla="*/ 462565 w 462565"/>
              <a:gd name="connsiteY19" fmla="*/ 129540 h 190500"/>
              <a:gd name="connsiteX20" fmla="*/ 460025 w 462565"/>
              <a:gd name="connsiteY20" fmla="*/ 86360 h 190500"/>
              <a:gd name="connsiteX21" fmla="*/ 452405 w 462565"/>
              <a:gd name="connsiteY21" fmla="*/ 66040 h 190500"/>
              <a:gd name="connsiteX22" fmla="*/ 444785 w 462565"/>
              <a:gd name="connsiteY22" fmla="*/ 53340 h 190500"/>
              <a:gd name="connsiteX23" fmla="*/ 421925 w 462565"/>
              <a:gd name="connsiteY23" fmla="*/ 30480 h 190500"/>
              <a:gd name="connsiteX24" fmla="*/ 409225 w 462565"/>
              <a:gd name="connsiteY24" fmla="*/ 25400 h 190500"/>
              <a:gd name="connsiteX25" fmla="*/ 366045 w 462565"/>
              <a:gd name="connsiteY25" fmla="*/ 12700 h 190500"/>
              <a:gd name="connsiteX26" fmla="*/ 302545 w 462565"/>
              <a:gd name="connsiteY26" fmla="*/ 7620 h 190500"/>
              <a:gd name="connsiteX27" fmla="*/ 277145 w 462565"/>
              <a:gd name="connsiteY27" fmla="*/ 2540 h 190500"/>
              <a:gd name="connsiteX28" fmla="*/ 269525 w 462565"/>
              <a:gd name="connsiteY28" fmla="*/ 0 h 190500"/>
              <a:gd name="connsiteX29" fmla="*/ 216185 w 462565"/>
              <a:gd name="connsiteY29" fmla="*/ 7620 h 190500"/>
              <a:gd name="connsiteX30" fmla="*/ 183165 w 462565"/>
              <a:gd name="connsiteY30" fmla="*/ 17780 h 190500"/>
              <a:gd name="connsiteX31" fmla="*/ 104425 w 462565"/>
              <a:gd name="connsiteY31" fmla="*/ 30480 h 190500"/>
              <a:gd name="connsiteX32" fmla="*/ 56165 w 462565"/>
              <a:gd name="connsiteY32" fmla="*/ 38100 h 190500"/>
              <a:gd name="connsiteX33" fmla="*/ 38385 w 462565"/>
              <a:gd name="connsiteY33" fmla="*/ 43180 h 190500"/>
              <a:gd name="connsiteX34" fmla="*/ 15525 w 462565"/>
              <a:gd name="connsiteY34" fmla="*/ 63500 h 190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462565" h="190500">
                <a:moveTo>
                  <a:pt x="15525" y="63500"/>
                </a:moveTo>
                <a:cubicBezTo>
                  <a:pt x="9598" y="67310"/>
                  <a:pt x="4892" y="62250"/>
                  <a:pt x="2825" y="66040"/>
                </a:cubicBezTo>
                <a:cubicBezTo>
                  <a:pt x="-3361" y="77380"/>
                  <a:pt x="2059" y="112473"/>
                  <a:pt x="5365" y="121920"/>
                </a:cubicBezTo>
                <a:cubicBezTo>
                  <a:pt x="8004" y="129459"/>
                  <a:pt x="13273" y="135850"/>
                  <a:pt x="18065" y="142240"/>
                </a:cubicBezTo>
                <a:cubicBezTo>
                  <a:pt x="23465" y="149440"/>
                  <a:pt x="28931" y="156798"/>
                  <a:pt x="35845" y="162560"/>
                </a:cubicBezTo>
                <a:cubicBezTo>
                  <a:pt x="39348" y="165479"/>
                  <a:pt x="44220" y="166198"/>
                  <a:pt x="48545" y="167640"/>
                </a:cubicBezTo>
                <a:cubicBezTo>
                  <a:pt x="51857" y="168744"/>
                  <a:pt x="55297" y="169423"/>
                  <a:pt x="58705" y="170180"/>
                </a:cubicBezTo>
                <a:cubicBezTo>
                  <a:pt x="73666" y="173505"/>
                  <a:pt x="74130" y="173061"/>
                  <a:pt x="91725" y="175260"/>
                </a:cubicBezTo>
                <a:cubicBezTo>
                  <a:pt x="94265" y="176107"/>
                  <a:pt x="96781" y="177031"/>
                  <a:pt x="99345" y="177800"/>
                </a:cubicBezTo>
                <a:cubicBezTo>
                  <a:pt x="105249" y="179571"/>
                  <a:pt x="111332" y="180774"/>
                  <a:pt x="117125" y="182880"/>
                </a:cubicBezTo>
                <a:cubicBezTo>
                  <a:pt x="120683" y="184174"/>
                  <a:pt x="123898" y="186267"/>
                  <a:pt x="127285" y="187960"/>
                </a:cubicBezTo>
                <a:cubicBezTo>
                  <a:pt x="180409" y="185304"/>
                  <a:pt x="177375" y="183802"/>
                  <a:pt x="231425" y="187960"/>
                </a:cubicBezTo>
                <a:cubicBezTo>
                  <a:pt x="235729" y="188291"/>
                  <a:pt x="239892" y="189653"/>
                  <a:pt x="244125" y="190500"/>
                </a:cubicBezTo>
                <a:cubicBezTo>
                  <a:pt x="250615" y="189573"/>
                  <a:pt x="264695" y="188184"/>
                  <a:pt x="272065" y="185420"/>
                </a:cubicBezTo>
                <a:cubicBezTo>
                  <a:pt x="289623" y="178836"/>
                  <a:pt x="275516" y="179341"/>
                  <a:pt x="300005" y="175260"/>
                </a:cubicBezTo>
                <a:cubicBezTo>
                  <a:pt x="312590" y="173163"/>
                  <a:pt x="364422" y="170574"/>
                  <a:pt x="371125" y="170180"/>
                </a:cubicBezTo>
                <a:cubicBezTo>
                  <a:pt x="377052" y="169333"/>
                  <a:pt x="382939" y="168137"/>
                  <a:pt x="388905" y="167640"/>
                </a:cubicBezTo>
                <a:cubicBezTo>
                  <a:pt x="403273" y="166443"/>
                  <a:pt x="417848" y="167378"/>
                  <a:pt x="432085" y="165100"/>
                </a:cubicBezTo>
                <a:cubicBezTo>
                  <a:pt x="439228" y="163957"/>
                  <a:pt x="445632" y="160020"/>
                  <a:pt x="452405" y="157480"/>
                </a:cubicBezTo>
                <a:cubicBezTo>
                  <a:pt x="457149" y="147993"/>
                  <a:pt x="462565" y="140502"/>
                  <a:pt x="462565" y="129540"/>
                </a:cubicBezTo>
                <a:cubicBezTo>
                  <a:pt x="462565" y="115122"/>
                  <a:pt x="462303" y="100597"/>
                  <a:pt x="460025" y="86360"/>
                </a:cubicBezTo>
                <a:cubicBezTo>
                  <a:pt x="458882" y="79217"/>
                  <a:pt x="455436" y="72608"/>
                  <a:pt x="452405" y="66040"/>
                </a:cubicBezTo>
                <a:cubicBezTo>
                  <a:pt x="450336" y="61558"/>
                  <a:pt x="447616" y="57384"/>
                  <a:pt x="444785" y="53340"/>
                </a:cubicBezTo>
                <a:cubicBezTo>
                  <a:pt x="438245" y="43997"/>
                  <a:pt x="431851" y="36436"/>
                  <a:pt x="421925" y="30480"/>
                </a:cubicBezTo>
                <a:cubicBezTo>
                  <a:pt x="418015" y="28134"/>
                  <a:pt x="413570" y="26782"/>
                  <a:pt x="409225" y="25400"/>
                </a:cubicBezTo>
                <a:cubicBezTo>
                  <a:pt x="394928" y="20851"/>
                  <a:pt x="380956" y="14357"/>
                  <a:pt x="366045" y="12700"/>
                </a:cubicBezTo>
                <a:cubicBezTo>
                  <a:pt x="329695" y="8661"/>
                  <a:pt x="350837" y="10638"/>
                  <a:pt x="302545" y="7620"/>
                </a:cubicBezTo>
                <a:cubicBezTo>
                  <a:pt x="285330" y="1882"/>
                  <a:pt x="306331" y="8377"/>
                  <a:pt x="277145" y="2540"/>
                </a:cubicBezTo>
                <a:cubicBezTo>
                  <a:pt x="274520" y="2015"/>
                  <a:pt x="272065" y="847"/>
                  <a:pt x="269525" y="0"/>
                </a:cubicBezTo>
                <a:cubicBezTo>
                  <a:pt x="253579" y="1450"/>
                  <a:pt x="231742" y="2434"/>
                  <a:pt x="216185" y="7620"/>
                </a:cubicBezTo>
                <a:cubicBezTo>
                  <a:pt x="206073" y="10991"/>
                  <a:pt x="193460" y="15440"/>
                  <a:pt x="183165" y="17780"/>
                </a:cubicBezTo>
                <a:cubicBezTo>
                  <a:pt x="130866" y="29666"/>
                  <a:pt x="158773" y="22119"/>
                  <a:pt x="104425" y="30480"/>
                </a:cubicBezTo>
                <a:cubicBezTo>
                  <a:pt x="35956" y="41014"/>
                  <a:pt x="119175" y="31099"/>
                  <a:pt x="56165" y="38100"/>
                </a:cubicBezTo>
                <a:cubicBezTo>
                  <a:pt x="50238" y="39793"/>
                  <a:pt x="43898" y="40423"/>
                  <a:pt x="38385" y="43180"/>
                </a:cubicBezTo>
                <a:cubicBezTo>
                  <a:pt x="21948" y="51399"/>
                  <a:pt x="21452" y="59690"/>
                  <a:pt x="15525" y="6350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8" name="TextBox 17">
            <a:extLst>
              <a:ext uri="{FF2B5EF4-FFF2-40B4-BE49-F238E27FC236}">
                <a16:creationId xmlns:a16="http://schemas.microsoft.com/office/drawing/2014/main" id="{AF0EE526-AF6C-D508-C488-33DAFACB9462}"/>
              </a:ext>
              <a:ext uri="{C183D7F6-B498-43B3-948B-1728B52AA6E4}">
                <adec:decorative xmlns:adec="http://schemas.microsoft.com/office/drawing/2017/decorative" val="1"/>
              </a:ext>
            </a:extLst>
          </p:cNvPr>
          <p:cNvSpPr txBox="1"/>
          <p:nvPr/>
        </p:nvSpPr>
        <p:spPr>
          <a:xfrm>
            <a:off x="5377180" y="1310614"/>
            <a:ext cx="731290" cy="261610"/>
          </a:xfrm>
          <a:prstGeom prst="rect">
            <a:avLst/>
          </a:prstGeom>
          <a:noFill/>
        </p:spPr>
        <p:txBody>
          <a:bodyPr wrap="none" rtlCol="0">
            <a:spAutoFit/>
          </a:bodyPr>
          <a:lstStyle/>
          <a:p>
            <a:r>
              <a:rPr lang="de-DE" sz="1100" b="1" dirty="0" err="1">
                <a:latin typeface="Momopresentation Updated 2" panose="02000503000000000000" pitchFamily="2" charset="0"/>
              </a:rPr>
              <a:t>pommes</a:t>
            </a:r>
            <a:endParaRPr lang="pt-BR" sz="1100" b="1" dirty="0">
              <a:latin typeface="Momopresentation Updated 2" panose="02000503000000000000" pitchFamily="2" charset="0"/>
            </a:endParaRPr>
          </a:p>
        </p:txBody>
      </p:sp>
      <p:grpSp>
        <p:nvGrpSpPr>
          <p:cNvPr id="45" name="Group 44">
            <a:extLst>
              <a:ext uri="{FF2B5EF4-FFF2-40B4-BE49-F238E27FC236}">
                <a16:creationId xmlns:a16="http://schemas.microsoft.com/office/drawing/2014/main" id="{B6F15990-13AF-3E9A-FC99-C2238EA51E3C}"/>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6" name="Picture 45">
              <a:extLst>
                <a:ext uri="{FF2B5EF4-FFF2-40B4-BE49-F238E27FC236}">
                  <a16:creationId xmlns:a16="http://schemas.microsoft.com/office/drawing/2014/main" id="{D9116FD4-5898-F1F5-71FE-CF86A0558B71}"/>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7" name="Group 46">
              <a:extLst>
                <a:ext uri="{FF2B5EF4-FFF2-40B4-BE49-F238E27FC236}">
                  <a16:creationId xmlns:a16="http://schemas.microsoft.com/office/drawing/2014/main" id="{3A5ABE95-638B-939C-E53E-FF40C08577A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8" name="Picture 47">
                <a:extLst>
                  <a:ext uri="{FF2B5EF4-FFF2-40B4-BE49-F238E27FC236}">
                    <a16:creationId xmlns:a16="http://schemas.microsoft.com/office/drawing/2014/main" id="{00560F86-5B51-6858-25AA-D1550A6F98EA}"/>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49" name="Picture 48">
                <a:extLst>
                  <a:ext uri="{FF2B5EF4-FFF2-40B4-BE49-F238E27FC236}">
                    <a16:creationId xmlns:a16="http://schemas.microsoft.com/office/drawing/2014/main" id="{4A4B4394-E56F-1F6E-9F1A-28BE368F52E3}"/>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50" name="Picture 49">
                <a:extLst>
                  <a:ext uri="{FF2B5EF4-FFF2-40B4-BE49-F238E27FC236}">
                    <a16:creationId xmlns:a16="http://schemas.microsoft.com/office/drawing/2014/main" id="{9C420C89-745F-E6F0-57EB-789BE4501F3E}"/>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Meilleurs paramètres</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Meilleurs paramètres</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Meilleur paramètre</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503696" y="608128"/>
            <a:ext cx="3678160" cy="246221"/>
          </a:xfrm>
          <a:prstGeom prst="rect">
            <a:avLst/>
          </a:prstGeom>
          <a:noFill/>
        </p:spPr>
        <p:txBody>
          <a:bodyPr wrap="square">
            <a:spAutoFit/>
          </a:bodyPr>
          <a:lstStyle/>
          <a:p>
            <a:pPr algn="ctr"/>
            <a:r>
              <a:rPr lang="fr-FR" sz="1000" dirty="0">
                <a:latin typeface="Pangolin" panose="00000500000000000000" pitchFamily="2" charset="0"/>
              </a:rPr>
              <a:t>Dans ce cas, notre graphique a soudainement deux sommets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25916" y="1711024"/>
            <a:ext cx="1098734" cy="400110"/>
          </a:xfrm>
          <a:prstGeom prst="rect">
            <a:avLst/>
          </a:prstGeom>
          <a:noFill/>
        </p:spPr>
        <p:txBody>
          <a:bodyPr wrap="square">
            <a:spAutoFit/>
          </a:bodyPr>
          <a:lstStyle/>
          <a:p>
            <a:pPr algn="ctr"/>
            <a:r>
              <a:rPr lang="de-DE" sz="1000" dirty="0">
                <a:latin typeface="Pangolin" panose="00000500000000000000" pitchFamily="2" charset="0"/>
              </a:rPr>
              <a:t>Deux </a:t>
            </a:r>
            <a:r>
              <a:rPr lang="de-DE" sz="1000" dirty="0" err="1">
                <a:latin typeface="Pangolin" panose="00000500000000000000" pitchFamily="2" charset="0"/>
              </a:rPr>
              <a:t>souris</a:t>
            </a:r>
            <a:r>
              <a:rPr lang="de-DE" sz="1000" dirty="0">
                <a:latin typeface="Pangolin" panose="00000500000000000000" pitchFamily="2" charset="0"/>
              </a:rPr>
              <a:t> </a:t>
            </a:r>
            <a:r>
              <a:rPr lang="de-DE" sz="1000" dirty="0" err="1">
                <a:latin typeface="Pangolin" panose="00000500000000000000" pitchFamily="2" charset="0"/>
              </a:rPr>
              <a:t>amoureuses</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a:latin typeface="Pangolin" panose="00000500000000000000" pitchFamily="2" charset="0"/>
              </a:rPr>
              <a:t>Ah... Oui.</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algn="ctr"/>
            <a:r>
              <a:rPr lang="fr-FR" sz="1000" dirty="0">
                <a:latin typeface="Pangolin" panose="00000500000000000000" pitchFamily="2" charset="0"/>
              </a:rPr>
              <a:t>Quoi qu’il en soit, nous pouvons utiliser ce qu’on appelle </a:t>
            </a:r>
            <a:r>
              <a:rPr lang="fr-FR" sz="1000" dirty="0">
                <a:highlight>
                  <a:srgbClr val="C0C0C0"/>
                </a:highlight>
                <a:latin typeface="Pangolin" panose="00000500000000000000" pitchFamily="2" charset="0"/>
              </a:rPr>
              <a:t>MODE</a:t>
            </a:r>
            <a:r>
              <a:rPr lang="fr-FR" sz="1000" dirty="0">
                <a:latin typeface="Pangolin" panose="00000500000000000000" pitchFamily="2" charset="0"/>
              </a:rPr>
              <a:t> pour décrire la tendance centrale de notre distribution si elle a plusieurs sommets.</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707886"/>
          </a:xfrm>
          <a:prstGeom prst="rect">
            <a:avLst/>
          </a:prstGeom>
          <a:noFill/>
        </p:spPr>
        <p:txBody>
          <a:bodyPr wrap="square">
            <a:spAutoFit/>
          </a:bodyPr>
          <a:lstStyle/>
          <a:p>
            <a:pPr algn="ctr"/>
            <a:r>
              <a:rPr lang="fr-FR" sz="1000" dirty="0">
                <a:latin typeface="Pangolin" panose="00000500000000000000" pitchFamily="2" charset="0"/>
              </a:rPr>
              <a:t>Le mode définit la ou les valeurs qui apparaissent le plus fréquemment dans un ensemble de données.</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algn="ctr"/>
            <a:r>
              <a:rPr lang="fr-FR" sz="1000" dirty="0">
                <a:latin typeface="Pangolin" panose="00000500000000000000" pitchFamily="2" charset="0"/>
              </a:rPr>
              <a:t>Dans ce cas, nous avons plusieurs modes. Mais parfois, il n’y aura qu’un mode, voire aucune.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400110"/>
          </a:xfrm>
          <a:prstGeom prst="rect">
            <a:avLst/>
          </a:prstGeom>
          <a:noFill/>
        </p:spPr>
        <p:txBody>
          <a:bodyPr wrap="square">
            <a:spAutoFit/>
          </a:bodyPr>
          <a:lstStyle/>
          <a:p>
            <a:pPr algn="ctr"/>
            <a:r>
              <a:rPr lang="fr-FR" sz="1000">
                <a:latin typeface="Pangolin" panose="00000500000000000000" pitchFamily="2" charset="0"/>
              </a:rPr>
              <a:t>Vous pouvez appliquer la moyenne, la médiane et le mode à différents échantillons de pommes.</a:t>
            </a:r>
            <a:br>
              <a:rPr lang="fr-FR" sz="1000">
                <a:latin typeface="Pangolin" panose="00000500000000000000" pitchFamily="2" charset="0"/>
              </a:rPr>
            </a:br>
            <a:r>
              <a:rPr lang="fr-FR" sz="1000">
                <a:latin typeface="Pangolin" panose="00000500000000000000" pitchFamily="2" charset="0"/>
              </a:rPr>
              <a:t>Mais souvent, certaines mesures représentent mieux les données que d’autres.</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04423" y="6736905"/>
            <a:ext cx="2112206" cy="861774"/>
          </a:xfrm>
          <a:prstGeom prst="rect">
            <a:avLst/>
          </a:prstGeom>
          <a:noFill/>
        </p:spPr>
        <p:txBody>
          <a:bodyPr wrap="square">
            <a:spAutoFit/>
          </a:bodyPr>
          <a:lstStyle/>
          <a:p>
            <a:pPr algn="ctr"/>
            <a:r>
              <a:rPr lang="fr-FR" sz="1000" dirty="0">
                <a:latin typeface="Pangolin" panose="00000500000000000000" pitchFamily="2" charset="0"/>
              </a:rPr>
              <a:t>J’ai beaucoup appris ! Il ne me reste plus qu’à l’appliquer aux données que je dois présenter. Elles proviennent d’une application qui suit les mesures de la fréquence cardiaque.</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843610" y="6740785"/>
            <a:ext cx="1488733" cy="1015663"/>
          </a:xfrm>
          <a:prstGeom prst="rect">
            <a:avLst/>
          </a:prstGeom>
          <a:noFill/>
        </p:spPr>
        <p:txBody>
          <a:bodyPr wrap="square">
            <a:spAutoFit/>
          </a:bodyPr>
          <a:lstStyle/>
          <a:p>
            <a:pPr algn="ctr"/>
            <a:r>
              <a:rPr lang="fr-FR" sz="1000" dirty="0">
                <a:latin typeface="Pangolin" panose="00000500000000000000" pitchFamily="2" charset="0"/>
              </a:rPr>
              <a:t>C’est faisable. </a:t>
            </a:r>
            <a:br>
              <a:rPr lang="fr-FR" sz="1000" dirty="0">
                <a:latin typeface="Pangolin" panose="00000500000000000000" pitchFamily="2" charset="0"/>
              </a:rPr>
            </a:br>
            <a:r>
              <a:rPr lang="fr-FR" sz="1000" dirty="0">
                <a:latin typeface="Pangolin" panose="00000500000000000000" pitchFamily="2" charset="0"/>
              </a:rPr>
              <a:t> Regarde tes données et suis les exemples des pommes! </a:t>
            </a:r>
            <a:br>
              <a:rPr lang="fr-FR" sz="1000" dirty="0">
                <a:latin typeface="Pangolin" panose="00000500000000000000" pitchFamily="2" charset="0"/>
              </a:rPr>
            </a:br>
            <a:r>
              <a:rPr lang="fr-FR" sz="1000" dirty="0">
                <a:latin typeface="Pangolin" panose="00000500000000000000" pitchFamily="2" charset="0"/>
              </a:rPr>
              <a:t>Tu pourras utiliser la page suivante.</a:t>
            </a:r>
            <a:endParaRPr lang="de-AT" sz="1000" dirty="0">
              <a:solidFill>
                <a:schemeClr val="tx1"/>
              </a:solidFill>
              <a:latin typeface="Pangolin" panose="00000500000000000000" pitchFamily="2" charset="0"/>
            </a:endParaRPr>
          </a:p>
        </p:txBody>
      </p:sp>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2562096" y="1664901"/>
            <a:ext cx="1749042" cy="415498"/>
          </a:xfrm>
          <a:prstGeom prst="rect">
            <a:avLst/>
          </a:prstGeom>
          <a:noFill/>
        </p:spPr>
        <p:txBody>
          <a:bodyPr wrap="square" rtlCol="0">
            <a:spAutoFit/>
          </a:bodyPr>
          <a:lstStyle/>
          <a:p>
            <a:pPr algn="ctr"/>
            <a:r>
              <a:rPr lang="fr-FR" sz="1050">
                <a:solidFill>
                  <a:schemeClr val="tx1">
                    <a:lumMod val="75000"/>
                    <a:lumOff val="25000"/>
                  </a:schemeClr>
                </a:solidFill>
                <a:latin typeface="KG Always A Good Time" panose="02000505000000020003" pitchFamily="2" charset="0"/>
                <a:ea typeface="Always In My Heart" panose="02000603000000000000" pitchFamily="2" charset="0"/>
              </a:rPr>
              <a:t>Poids des grosses et petites pommes</a:t>
            </a:r>
            <a:endPar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endParaRPr>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92" name="Group 91">
            <a:extLst>
              <a:ext uri="{FF2B5EF4-FFF2-40B4-BE49-F238E27FC236}">
                <a16:creationId xmlns:a16="http://schemas.microsoft.com/office/drawing/2014/main" id="{BC003642-DCBE-6A16-29F1-C9FE03793F57}"/>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93" name="Picture 92">
              <a:extLst>
                <a:ext uri="{FF2B5EF4-FFF2-40B4-BE49-F238E27FC236}">
                  <a16:creationId xmlns:a16="http://schemas.microsoft.com/office/drawing/2014/main" id="{D1A2BD3C-31FB-A03E-8D39-B1BF1CF7CCEC}"/>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4" name="Group 93">
              <a:extLst>
                <a:ext uri="{FF2B5EF4-FFF2-40B4-BE49-F238E27FC236}">
                  <a16:creationId xmlns:a16="http://schemas.microsoft.com/office/drawing/2014/main" id="{F54A4E2A-E6C1-6CD1-AEAA-EFB56FFC14AA}"/>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95" name="Picture 94">
                <a:extLst>
                  <a:ext uri="{FF2B5EF4-FFF2-40B4-BE49-F238E27FC236}">
                    <a16:creationId xmlns:a16="http://schemas.microsoft.com/office/drawing/2014/main" id="{9CC25E14-4229-1D55-04F4-88C76B50CC7D}"/>
                  </a:ext>
                </a:extLst>
              </p:cNvPr>
              <p:cNvPicPr>
                <a:picLocks noChangeAspect="1"/>
              </p:cNvPicPr>
              <p:nvPr/>
            </p:nvPicPr>
            <p:blipFill>
              <a:blip r:embed="rId12"/>
              <a:stretch>
                <a:fillRect/>
              </a:stretch>
            </p:blipFill>
            <p:spPr>
              <a:xfrm>
                <a:off x="4063999" y="4953000"/>
                <a:ext cx="609600" cy="609600"/>
              </a:xfrm>
              <a:prstGeom prst="rect">
                <a:avLst/>
              </a:prstGeom>
            </p:spPr>
          </p:pic>
          <p:pic>
            <p:nvPicPr>
              <p:cNvPr id="96" name="Picture 95">
                <a:extLst>
                  <a:ext uri="{FF2B5EF4-FFF2-40B4-BE49-F238E27FC236}">
                    <a16:creationId xmlns:a16="http://schemas.microsoft.com/office/drawing/2014/main" id="{0BC23794-6B97-895B-739E-8D6140DCF942}"/>
                  </a:ext>
                </a:extLst>
              </p:cNvPr>
              <p:cNvPicPr>
                <a:picLocks noChangeAspect="1"/>
              </p:cNvPicPr>
              <p:nvPr/>
            </p:nvPicPr>
            <p:blipFill>
              <a:blip r:embed="rId13"/>
              <a:stretch>
                <a:fillRect/>
              </a:stretch>
            </p:blipFill>
            <p:spPr>
              <a:xfrm>
                <a:off x="4705349" y="4953000"/>
                <a:ext cx="609600" cy="609600"/>
              </a:xfrm>
              <a:prstGeom prst="rect">
                <a:avLst/>
              </a:prstGeom>
            </p:spPr>
          </p:pic>
          <p:pic>
            <p:nvPicPr>
              <p:cNvPr id="97" name="Picture 96">
                <a:extLst>
                  <a:ext uri="{FF2B5EF4-FFF2-40B4-BE49-F238E27FC236}">
                    <a16:creationId xmlns:a16="http://schemas.microsoft.com/office/drawing/2014/main" id="{BB5CEBA0-0ACB-1E0C-F18E-5972C3B7BAA1}"/>
                  </a:ext>
                </a:extLst>
              </p:cNvPr>
              <p:cNvPicPr>
                <a:picLocks noChangeAspect="1"/>
              </p:cNvPicPr>
              <p:nvPr/>
            </p:nvPicPr>
            <p:blipFill>
              <a:blip r:embed="rId14"/>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r-FR" sz="1000" dirty="0">
                <a:solidFill>
                  <a:schemeClr val="tx1"/>
                </a:solidFill>
                <a:latin typeface="Pangolin" panose="00000500000000000000" pitchFamily="2" charset="0"/>
              </a:rPr>
              <a:t>Avant de tourner la page, essayez de calculer la moyenne, la médiane et le mode pour chaque variable, et vérifiez quel paramètre est le mieux adapté pour décrire la tendance centrale. Vous pouvez prendre des notes sur cette page !</a:t>
            </a:r>
            <a:endParaRPr lang="de-AT" sz="1000" dirty="0">
              <a:solidFill>
                <a:schemeClr val="tx1"/>
              </a:solidFill>
              <a:latin typeface="Pangolin" panose="00000500000000000000" pitchFamily="2" charset="0"/>
            </a:endParaRP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3" name="Group 12">
            <a:extLst>
              <a:ext uri="{FF2B5EF4-FFF2-40B4-BE49-F238E27FC236}">
                <a16:creationId xmlns:a16="http://schemas.microsoft.com/office/drawing/2014/main" id="{1F9A8886-30B3-5FF5-ED84-66C4293BE140}"/>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4" name="Picture 13">
              <a:extLst>
                <a:ext uri="{FF2B5EF4-FFF2-40B4-BE49-F238E27FC236}">
                  <a16:creationId xmlns:a16="http://schemas.microsoft.com/office/drawing/2014/main" id="{9B0BF347-91E5-C9F3-2D15-5EB65B8187EB}"/>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5" name="Group 14">
              <a:extLst>
                <a:ext uri="{FF2B5EF4-FFF2-40B4-BE49-F238E27FC236}">
                  <a16:creationId xmlns:a16="http://schemas.microsoft.com/office/drawing/2014/main" id="{C7C0A542-F475-6930-BF08-C889A7807616}"/>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6" name="Picture 15">
                <a:extLst>
                  <a:ext uri="{FF2B5EF4-FFF2-40B4-BE49-F238E27FC236}">
                    <a16:creationId xmlns:a16="http://schemas.microsoft.com/office/drawing/2014/main" id="{C7A106F2-B57D-ADC7-B70D-12C5B447E0F3}"/>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7" name="Picture 16">
                <a:extLst>
                  <a:ext uri="{FF2B5EF4-FFF2-40B4-BE49-F238E27FC236}">
                    <a16:creationId xmlns:a16="http://schemas.microsoft.com/office/drawing/2014/main" id="{C8A5AA23-EE23-E122-6B88-80A5F7B9417D}"/>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8" name="Picture 17">
                <a:extLst>
                  <a:ext uri="{FF2B5EF4-FFF2-40B4-BE49-F238E27FC236}">
                    <a16:creationId xmlns:a16="http://schemas.microsoft.com/office/drawing/2014/main" id="{996589FB-318D-8C7B-CCFF-068AD20D6B01}"/>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r-FR" sz="1000" dirty="0">
                <a:solidFill>
                  <a:schemeClr val="tx1"/>
                </a:solidFill>
                <a:latin typeface="Pangolin" panose="00000500000000000000" pitchFamily="2" charset="0"/>
              </a:rPr>
              <a:t>N’hésitez pas à vérifier vos calculs. </a:t>
            </a:r>
            <a:br>
              <a:rPr lang="fr-FR" sz="1000" dirty="0">
                <a:solidFill>
                  <a:schemeClr val="tx1"/>
                </a:solidFill>
                <a:latin typeface="Pangolin" panose="00000500000000000000" pitchFamily="2" charset="0"/>
              </a:rPr>
            </a:br>
            <a:r>
              <a:rPr lang="fr-FR" sz="1000" dirty="0">
                <a:solidFill>
                  <a:schemeClr val="tx1"/>
                </a:solidFill>
                <a:latin typeface="Pangolin" panose="00000500000000000000" pitchFamily="2" charset="0"/>
              </a:rPr>
              <a:t>Vous pouvez prendre plus de notes sur cette page !</a:t>
            </a:r>
            <a:endParaRPr lang="de-AT" sz="1000" dirty="0">
              <a:solidFill>
                <a:schemeClr val="tx1"/>
              </a:solidFill>
              <a:latin typeface="Pangolin" panose="00000500000000000000" pitchFamily="2" charset="0"/>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2" name="Group 11">
            <a:extLst>
              <a:ext uri="{FF2B5EF4-FFF2-40B4-BE49-F238E27FC236}">
                <a16:creationId xmlns:a16="http://schemas.microsoft.com/office/drawing/2014/main" id="{BAE5A783-CCCA-CBC8-1D89-2C9C9F35EB60}"/>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3" name="Picture 12">
              <a:extLst>
                <a:ext uri="{FF2B5EF4-FFF2-40B4-BE49-F238E27FC236}">
                  <a16:creationId xmlns:a16="http://schemas.microsoft.com/office/drawing/2014/main" id="{FD2041A0-58C9-99C3-3209-26C914B4334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4" name="Group 13">
              <a:extLst>
                <a:ext uri="{FF2B5EF4-FFF2-40B4-BE49-F238E27FC236}">
                  <a16:creationId xmlns:a16="http://schemas.microsoft.com/office/drawing/2014/main" id="{299231AF-EA6B-1394-EB58-35AE039B62C8}"/>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5" name="Picture 14">
                <a:extLst>
                  <a:ext uri="{FF2B5EF4-FFF2-40B4-BE49-F238E27FC236}">
                    <a16:creationId xmlns:a16="http://schemas.microsoft.com/office/drawing/2014/main" id="{874C9A7A-A9D4-EB47-F6AE-54E5A7C95E7A}"/>
                  </a:ext>
                </a:extLst>
              </p:cNvPr>
              <p:cNvPicPr>
                <a:picLocks noChangeAspect="1"/>
              </p:cNvPicPr>
              <p:nvPr/>
            </p:nvPicPr>
            <p:blipFill>
              <a:blip r:embed="rId3"/>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3BE41D4E-58F8-C45A-93A5-24D1D0FCA24A}"/>
                  </a:ext>
                </a:extLst>
              </p:cNvPr>
              <p:cNvPicPr>
                <a:picLocks noChangeAspect="1"/>
              </p:cNvPicPr>
              <p:nvPr/>
            </p:nvPicPr>
            <p:blipFill>
              <a:blip r:embed="rId4"/>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7C32A389-5C37-20F5-DB08-F288C43C14B0}"/>
                  </a:ext>
                </a:extLst>
              </p:cNvPr>
              <p:cNvPicPr>
                <a:picLocks noChangeAspect="1"/>
              </p:cNvPicPr>
              <p:nvPr/>
            </p:nvPicPr>
            <p:blipFill>
              <a:blip r:embed="rId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a:latin typeface="Pangolin" panose="00000500000000000000" pitchFamily="2" charset="0"/>
              </a:rPr>
              <a:t>FRÉQUENCE CARDIAQUE</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307777"/>
          </a:xfrm>
          <a:prstGeom prst="rect">
            <a:avLst/>
          </a:prstGeom>
          <a:noFill/>
        </p:spPr>
        <p:txBody>
          <a:bodyPr wrap="square">
            <a:spAutoFit/>
          </a:bodyPr>
          <a:lstStyle/>
          <a:p>
            <a:r>
              <a:rPr lang="pt-BR" sz="1400" b="1">
                <a:latin typeface="Pangolin" panose="00000500000000000000" pitchFamily="2" charset="0"/>
              </a:rPr>
              <a:t>TEMPS D’ÉCRAN PLUS FRÉQUENT</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p>
            <a:r>
              <a:rPr lang="de-DE" sz="1400" b="1">
                <a:latin typeface="Pangolin" panose="00000500000000000000" pitchFamily="2" charset="0"/>
              </a:rPr>
              <a:t>ÉTOILES</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MOYENNE :</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a:latin typeface="Pangolin" panose="00000500000000000000" pitchFamily="2" charset="0"/>
              </a:rPr>
              <a:t>8 utilisateurs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MOYENNE : </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a:latin typeface="Pangolin" panose="00000500000000000000" pitchFamily="2" charset="0"/>
              </a:rPr>
              <a:t>8 utilisateurs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 </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MÉDIANE :</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du MODE :</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29" y="3044763"/>
            <a:ext cx="1985887" cy="400110"/>
          </a:xfrm>
          <a:prstGeom prst="rect">
            <a:avLst/>
          </a:prstGeom>
          <a:noFill/>
        </p:spPr>
        <p:txBody>
          <a:bodyPr wrap="square">
            <a:spAutoFit/>
          </a:bodyPr>
          <a:lstStyle/>
          <a:p>
            <a:r>
              <a:rPr lang="fr-FR" sz="1000" dirty="0">
                <a:latin typeface="Pangolin" panose="00000500000000000000" pitchFamily="2" charset="0"/>
              </a:rPr>
              <a:t>Chaque valeur n’existe qu’une seule fois – </a:t>
            </a:r>
            <a:r>
              <a:rPr lang="fr-FR" sz="1000" dirty="0">
                <a:highlight>
                  <a:srgbClr val="C0C0C0"/>
                </a:highlight>
                <a:latin typeface="Pangolin" panose="00000500000000000000" pitchFamily="2" charset="0"/>
              </a:rPr>
              <a:t>le mode n’existe pas </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fr-FR" sz="900" dirty="0">
                <a:latin typeface="Pangolin" panose="00000500000000000000" pitchFamily="2" charset="0"/>
              </a:rPr>
              <a:t>S’il y a deux valeurs centrales, la moyenne des deux valeurs est la médiane</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MÉDIANE :</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 </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074697" y="4664804"/>
            <a:ext cx="2432788" cy="507831"/>
          </a:xfrm>
          <a:prstGeom prst="rect">
            <a:avLst/>
          </a:prstGeom>
          <a:noFill/>
        </p:spPr>
        <p:txBody>
          <a:bodyPr wrap="square">
            <a:spAutoFit/>
          </a:bodyPr>
          <a:lstStyle/>
          <a:p>
            <a:pPr algn="r"/>
            <a:r>
              <a:rPr lang="fr-FR" sz="900" dirty="0">
                <a:solidFill>
                  <a:schemeClr val="tx1">
                    <a:lumMod val="50000"/>
                    <a:lumOff val="50000"/>
                  </a:schemeClr>
                </a:solidFill>
                <a:latin typeface="Pangolin" panose="00000500000000000000" pitchFamily="2" charset="0"/>
              </a:rPr>
              <a:t>Le temps d’écran n’est pas une valeur quantitative - donc calculer la moyenne et la médiane n’a aucun sens!</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du MODE :</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modes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MOYENNE :</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a:latin typeface="Pangolin" panose="00000500000000000000" pitchFamily="2" charset="0"/>
              </a:rPr>
              <a:t>8 utilisateurs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083985"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étoiles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MÉDIANE :</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950458"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étoiles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5 </a:t>
            </a:r>
            <a:r>
              <a:rPr lang="de-DE" sz="1400" dirty="0" err="1">
                <a:highlight>
                  <a:srgbClr val="C0C0C0"/>
                </a:highlight>
                <a:latin typeface="Pangolin" panose="00000500000000000000" pitchFamily="2" charset="0"/>
              </a:rPr>
              <a:t>étoiles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du MODE :</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fr-FR" sz="1000">
                <a:latin typeface="Pangolin" panose="00000500000000000000" pitchFamily="2" charset="0"/>
              </a:rPr>
              <a:t>Si la distribution des valeurs est symétrique, sans distorsion, la moyenne est généralement égale à la médiane.</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710997" y="3751507"/>
            <a:ext cx="1795843" cy="861774"/>
          </a:xfrm>
          <a:prstGeom prst="rect">
            <a:avLst/>
          </a:prstGeom>
          <a:noFill/>
        </p:spPr>
        <p:txBody>
          <a:bodyPr wrap="square">
            <a:spAutoFit/>
          </a:bodyPr>
          <a:lstStyle/>
          <a:p>
            <a:pPr algn="ctr"/>
            <a:r>
              <a:rPr lang="fr-FR" sz="1000" dirty="0">
                <a:latin typeface="Pangolin" panose="00000500000000000000" pitchFamily="2" charset="0"/>
              </a:rPr>
              <a:t>Le mode convient non seulement aux distributions multimodales, mais aussi au travail avec des données ordinales et catégorielles.</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algn="ctr"/>
            <a:r>
              <a:rPr lang="fr-FR" sz="1000" dirty="0">
                <a:latin typeface="Pangolin" panose="00000500000000000000" pitchFamily="2" charset="0"/>
              </a:rPr>
              <a:t>Dans les jeux de données dont la distribution est asymétrique, la médiane est une meilleure façon de décrire la tendance centrale.</a:t>
            </a:r>
            <a:endParaRPr lang="de-AT" sz="1000" dirty="0">
              <a:solidFill>
                <a:schemeClr val="tx1"/>
              </a:solidFill>
              <a:latin typeface="Pangolin" panose="00000500000000000000" pitchFamily="2" charset="0"/>
            </a:endParaRPr>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2" name="Group 31">
            <a:extLst>
              <a:ext uri="{FF2B5EF4-FFF2-40B4-BE49-F238E27FC236}">
                <a16:creationId xmlns:a16="http://schemas.microsoft.com/office/drawing/2014/main" id="{F161CDDD-8004-76C9-A76C-A56F86CCF5EB}"/>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33" name="Picture 32">
              <a:extLst>
                <a:ext uri="{FF2B5EF4-FFF2-40B4-BE49-F238E27FC236}">
                  <a16:creationId xmlns:a16="http://schemas.microsoft.com/office/drawing/2014/main" id="{FCC173F9-3BB6-F111-A869-94A9D12FB0F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50" name="Group 49">
              <a:extLst>
                <a:ext uri="{FF2B5EF4-FFF2-40B4-BE49-F238E27FC236}">
                  <a16:creationId xmlns:a16="http://schemas.microsoft.com/office/drawing/2014/main" id="{008B8DD2-A655-6DA9-B542-95D56D0853A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66" name="Picture 65">
                <a:extLst>
                  <a:ext uri="{FF2B5EF4-FFF2-40B4-BE49-F238E27FC236}">
                    <a16:creationId xmlns:a16="http://schemas.microsoft.com/office/drawing/2014/main" id="{15EFA2F3-3CAC-D5E3-1A3F-C407E49984FC}"/>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72" name="Picture 71">
                <a:extLst>
                  <a:ext uri="{FF2B5EF4-FFF2-40B4-BE49-F238E27FC236}">
                    <a16:creationId xmlns:a16="http://schemas.microsoft.com/office/drawing/2014/main" id="{B95ED593-AE6B-E979-FB45-97CB1EEC6FD1}"/>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2" name="Picture 101">
                <a:extLst>
                  <a:ext uri="{FF2B5EF4-FFF2-40B4-BE49-F238E27FC236}">
                    <a16:creationId xmlns:a16="http://schemas.microsoft.com/office/drawing/2014/main" id="{E77A4703-4B61-C2FC-4F8F-3711F53D7518}"/>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autres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articles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4634420" cy="246221"/>
          </a:xfrm>
          <a:prstGeom prst="rect">
            <a:avLst/>
          </a:prstGeom>
          <a:noFill/>
        </p:spPr>
        <p:txBody>
          <a:bodyPr wrap="square">
            <a:spAutoFit/>
          </a:bodyPr>
          <a:lstStyle/>
          <a:p>
            <a:r>
              <a:rPr lang="fr-FR" sz="1000">
                <a:solidFill>
                  <a:srgbClr val="00B050"/>
                </a:solidFill>
                <a:latin typeface="Pangolin" panose="00000500000000000000" pitchFamily="2" charset="0"/>
              </a:rPr>
              <a:t># Installez-le uniquement la première fois que vous utilisez la bibliothèque</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167958" y="552880"/>
            <a:ext cx="2143800" cy="1169551"/>
          </a:xfrm>
          <a:prstGeom prst="rect">
            <a:avLst/>
          </a:prstGeom>
          <a:noFill/>
        </p:spPr>
        <p:txBody>
          <a:bodyPr wrap="square">
            <a:spAutoFit/>
          </a:bodyPr>
          <a:lstStyle/>
          <a:p>
            <a:pPr algn="ctr"/>
            <a:r>
              <a:rPr lang="fr-FR" sz="1000" dirty="0">
                <a:latin typeface="Pangolin" panose="00000500000000000000" pitchFamily="2" charset="0"/>
              </a:rPr>
              <a:t>Les langages de programmation, </a:t>
            </a:r>
            <a:br>
              <a:rPr lang="fr-FR" sz="1000" dirty="0">
                <a:latin typeface="Pangolin" panose="00000500000000000000" pitchFamily="2" charset="0"/>
              </a:rPr>
            </a:br>
            <a:r>
              <a:rPr lang="fr-FR" sz="1000" dirty="0">
                <a:latin typeface="Pangolin" panose="00000500000000000000" pitchFamily="2" charset="0"/>
              </a:rPr>
              <a:t>tels que </a:t>
            </a:r>
            <a:r>
              <a:rPr lang="fr-FR" sz="1000" dirty="0">
                <a:highlight>
                  <a:srgbClr val="C0C0C0"/>
                </a:highlight>
                <a:latin typeface="Pangolin" panose="00000500000000000000" pitchFamily="2" charset="0"/>
              </a:rPr>
              <a:t>R</a:t>
            </a:r>
            <a:r>
              <a:rPr lang="fr-FR" sz="1000" dirty="0">
                <a:latin typeface="Pangolin" panose="00000500000000000000" pitchFamily="2" charset="0"/>
              </a:rPr>
              <a:t>, vous aident à calculer la tendance centrale des attributs dans les grands ensembles de données. </a:t>
            </a:r>
            <a:br>
              <a:rPr lang="fr-FR" sz="1000" dirty="0">
                <a:latin typeface="Pangolin" panose="00000500000000000000" pitchFamily="2" charset="0"/>
              </a:rPr>
            </a:br>
            <a:r>
              <a:rPr lang="fr-FR" sz="1000" dirty="0">
                <a:latin typeface="Pangolin" panose="00000500000000000000" pitchFamily="2" charset="0"/>
              </a:rPr>
              <a:t>A l’aide de librairies R, telles que </a:t>
            </a:r>
            <a:r>
              <a:rPr lang="fr-FR" sz="1000" dirty="0" err="1">
                <a:highlight>
                  <a:srgbClr val="C0C0C0"/>
                </a:highlight>
                <a:latin typeface="Pangolin" panose="00000500000000000000" pitchFamily="2" charset="0"/>
              </a:rPr>
              <a:t>tidyverse</a:t>
            </a:r>
            <a:r>
              <a:rPr lang="fr-FR" sz="1000" dirty="0">
                <a:latin typeface="Pangolin" panose="00000500000000000000" pitchFamily="2" charset="0"/>
              </a:rPr>
              <a:t>, vous aident à visualiser la distribution des données.</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660774" y="511717"/>
            <a:ext cx="1904774" cy="1169551"/>
          </a:xfrm>
          <a:prstGeom prst="rect">
            <a:avLst/>
          </a:prstGeom>
          <a:noFill/>
        </p:spPr>
        <p:txBody>
          <a:bodyPr wrap="square">
            <a:spAutoFit/>
          </a:bodyPr>
          <a:lstStyle/>
          <a:p>
            <a:pPr algn="ctr"/>
            <a:r>
              <a:rPr lang="fr-FR" sz="1000" dirty="0">
                <a:latin typeface="Pangolin" panose="00000500000000000000" pitchFamily="2" charset="0"/>
              </a:rPr>
              <a:t>Dans </a:t>
            </a:r>
            <a:r>
              <a:rPr lang="fr-FR" sz="1000" dirty="0" err="1">
                <a:latin typeface="Pangolin" panose="00000500000000000000" pitchFamily="2" charset="0"/>
              </a:rPr>
              <a:t>tidyverse</a:t>
            </a:r>
            <a:r>
              <a:rPr lang="fr-FR" sz="1000" dirty="0">
                <a:latin typeface="Pangolin" panose="00000500000000000000" pitchFamily="2" charset="0"/>
              </a:rPr>
              <a:t>, vous avez accès aux données d’économie de carburant (</a:t>
            </a:r>
            <a:r>
              <a:rPr lang="fr-FR" sz="1000" dirty="0" err="1">
                <a:highlight>
                  <a:srgbClr val="C0C0C0"/>
                </a:highlight>
                <a:latin typeface="Pangolin" panose="00000500000000000000" pitchFamily="2" charset="0"/>
              </a:rPr>
              <a:t>mpg</a:t>
            </a:r>
            <a:r>
              <a:rPr lang="fr-FR" sz="1000" dirty="0">
                <a:latin typeface="Pangolin" panose="00000500000000000000" pitchFamily="2" charset="0"/>
              </a:rPr>
              <a:t>). Il comprend 11 attributs, tels que le modèle de voiture, l’année de fabrication et les kilomètres routiers par gallon (route).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36302"/>
            <a:ext cx="6223328" cy="400110"/>
          </a:xfrm>
          <a:prstGeom prst="rect">
            <a:avLst/>
          </a:prstGeom>
          <a:noFill/>
        </p:spPr>
        <p:txBody>
          <a:bodyPr wrap="square">
            <a:spAutoFit/>
          </a:bodyPr>
          <a:lstStyle/>
          <a:p>
            <a:pPr algn="ctr"/>
            <a:r>
              <a:rPr lang="fr-FR" sz="1000" dirty="0">
                <a:latin typeface="Pangolin" panose="00000500000000000000" pitchFamily="2" charset="0"/>
              </a:rPr>
              <a:t>Vous pouvez utiliser </a:t>
            </a:r>
            <a:r>
              <a:rPr lang="fr-FR" sz="1000" dirty="0" err="1">
                <a:highlight>
                  <a:srgbClr val="C0C0C0"/>
                </a:highlight>
                <a:latin typeface="Pangolin" panose="00000500000000000000" pitchFamily="2" charset="0"/>
              </a:rPr>
              <a:t>ggplot</a:t>
            </a:r>
            <a:r>
              <a:rPr lang="fr-FR" sz="1000" dirty="0">
                <a:latin typeface="Pangolin" panose="00000500000000000000" pitchFamily="2" charset="0"/>
              </a:rPr>
              <a:t>, qui est inclus dans le </a:t>
            </a:r>
            <a:r>
              <a:rPr lang="fr-FR" sz="1000" dirty="0" err="1">
                <a:latin typeface="Pangolin" panose="00000500000000000000" pitchFamily="2" charset="0"/>
              </a:rPr>
              <a:t>tidyverse</a:t>
            </a:r>
            <a:r>
              <a:rPr lang="fr-FR" sz="1000" dirty="0">
                <a:latin typeface="Pangolin" panose="00000500000000000000" pitchFamily="2" charset="0"/>
              </a:rPr>
              <a:t>, pour visualiser la distribution des données de mile routier par gallon (route) à l’aide d’un histogramme, d’une courbe de densité ou les deux.</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568507" y="6795649"/>
            <a:ext cx="2071687" cy="1015663"/>
          </a:xfrm>
          <a:prstGeom prst="rect">
            <a:avLst/>
          </a:prstGeom>
          <a:noFill/>
        </p:spPr>
        <p:txBody>
          <a:bodyPr wrap="square">
            <a:spAutoFit/>
          </a:bodyPr>
          <a:lstStyle/>
          <a:p>
            <a:pPr algn="ctr"/>
            <a:r>
              <a:rPr lang="fr-FR" sz="1000" dirty="0">
                <a:latin typeface="Pangolin" panose="00000500000000000000" pitchFamily="2" charset="0"/>
              </a:rPr>
              <a:t>R inclut des fonctions natives pour le calcul de la moyenne et de la médiane. Pour le mode, vous pouvez créer votre propre fonction ou utiliser les Most </a:t>
            </a:r>
            <a:r>
              <a:rPr lang="fr-FR" sz="1000" dirty="0" err="1">
                <a:latin typeface="Pangolin" panose="00000500000000000000" pitchFamily="2" charset="0"/>
              </a:rPr>
              <a:t>Likely</a:t>
            </a:r>
            <a:r>
              <a:rPr lang="fr-FR" sz="1000" dirty="0">
                <a:latin typeface="Pangolin" panose="00000500000000000000" pitchFamily="2" charset="0"/>
              </a:rPr>
              <a:t> Values (mlv) de la bibliothèque </a:t>
            </a:r>
            <a:r>
              <a:rPr lang="fr-FR" sz="1000" dirty="0" err="1">
                <a:latin typeface="Pangolin" panose="00000500000000000000" pitchFamily="2" charset="0"/>
              </a:rPr>
              <a:t>modeest</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8" name="Group 17">
            <a:extLst>
              <a:ext uri="{FF2B5EF4-FFF2-40B4-BE49-F238E27FC236}">
                <a16:creationId xmlns:a16="http://schemas.microsoft.com/office/drawing/2014/main" id="{16D87E4E-A228-604A-F240-90CCB6BE8146}"/>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9" name="Picture 18">
              <a:extLst>
                <a:ext uri="{FF2B5EF4-FFF2-40B4-BE49-F238E27FC236}">
                  <a16:creationId xmlns:a16="http://schemas.microsoft.com/office/drawing/2014/main" id="{F09F431D-65AF-D1DA-A66D-E78F3F7ED6D9}"/>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0" name="Group 19">
              <a:extLst>
                <a:ext uri="{FF2B5EF4-FFF2-40B4-BE49-F238E27FC236}">
                  <a16:creationId xmlns:a16="http://schemas.microsoft.com/office/drawing/2014/main" id="{C84D12A2-9918-2470-9CA8-5E1C931F229A}"/>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1" name="Picture 20">
                <a:extLst>
                  <a:ext uri="{FF2B5EF4-FFF2-40B4-BE49-F238E27FC236}">
                    <a16:creationId xmlns:a16="http://schemas.microsoft.com/office/drawing/2014/main" id="{270DA2AA-D923-65CB-A32B-995F15E0D573}"/>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22" name="Picture 21">
                <a:extLst>
                  <a:ext uri="{FF2B5EF4-FFF2-40B4-BE49-F238E27FC236}">
                    <a16:creationId xmlns:a16="http://schemas.microsoft.com/office/drawing/2014/main" id="{68A65FE5-1A49-F30F-9D06-7CA2BBAD398B}"/>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23" name="Picture 22">
                <a:extLst>
                  <a:ext uri="{FF2B5EF4-FFF2-40B4-BE49-F238E27FC236}">
                    <a16:creationId xmlns:a16="http://schemas.microsoft.com/office/drawing/2014/main" id="{260E3675-127C-1387-9C26-CD47345AF64E}"/>
                  </a:ext>
                </a:extLst>
              </p:cNvPr>
              <p:cNvPicPr>
                <a:picLocks noChangeAspect="1"/>
              </p:cNvPicPr>
              <p:nvPr/>
            </p:nvPicPr>
            <p:blipFill>
              <a:blip r:embed="rId1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0723025-8E77-7E43-2BD2-3B0EF7175D35}"/>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lvl="0">
              <a:defRPr/>
            </a:pPr>
            <a:r>
              <a:rPr lang="de-AT" sz="1100" b="1" dirty="0">
                <a:latin typeface="Segoe UI" panose="020B0502040204020203" pitchFamily="34" charset="0"/>
                <a:cs typeface="Segoe UI" panose="020B0502040204020203" pitchFamily="34" charset="0"/>
              </a:rPr>
              <a:t>Sources</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fr-FR" sz="1100" b="1" dirty="0">
                <a:solidFill>
                  <a:srgbClr val="333333"/>
                </a:solidFill>
                <a:latin typeface="Source Sans Pro" panose="020B0503030403020204" pitchFamily="34" charset="0"/>
                <a:ea typeface="+mn-ea"/>
                <a:cs typeface="+mn-cs"/>
              </a:rPr>
              <a:t>Comment citer ce document :</a:t>
            </a:r>
            <a:br>
              <a:rPr lang="fr-FR" sz="1100" b="1"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fr-FR" sz="1100" i="1" dirty="0">
                <a:latin typeface="Segoe UI" panose="020B0502040204020203" pitchFamily="34" charset="0"/>
                <a:cs typeface="Segoe UI" panose="020B0502040204020203" pitchFamily="34" charset="0"/>
              </a:rPr>
              <a:t>Les Mesures de Tendance Centrale </a:t>
            </a:r>
            <a:r>
              <a:rPr lang="de-DE" sz="1100" i="1" dirty="0">
                <a:latin typeface="Segoe UI" panose="020B0502040204020203" pitchFamily="34" charset="0"/>
                <a:cs typeface="Segoe UI" panose="020B0502040204020203" pitchFamily="34" charset="0"/>
              </a:rPr>
              <a:t>. University of Applied Sciences St. Pölten (USTP). https://www.comixplain.cc</a:t>
            </a:r>
            <a:br>
              <a:rPr lang="fr-FR" sz="1100" dirty="0">
                <a:solidFill>
                  <a:srgbClr val="333333"/>
                </a:solidFill>
                <a:latin typeface="Source Sans Pro" panose="020B0503030403020204" pitchFamily="34" charset="0"/>
                <a:ea typeface="+mn-ea"/>
                <a:cs typeface="+mn-cs"/>
              </a:rPr>
            </a:br>
            <a:br>
              <a:rPr lang="fr-FR" sz="1100" b="1" dirty="0">
                <a:solidFill>
                  <a:srgbClr val="333333"/>
                </a:solidFill>
                <a:latin typeface="Source Sans Pro" panose="020B0503030403020204" pitchFamily="34" charset="0"/>
                <a:ea typeface="+mn-ea"/>
                <a:cs typeface="+mn-cs"/>
              </a:rPr>
            </a:br>
            <a:r>
              <a:rPr lang="fr-FR" sz="1100" b="1" dirty="0">
                <a:solidFill>
                  <a:srgbClr val="333333"/>
                </a:solidFill>
                <a:latin typeface="Source Sans Pro" panose="020B0503030403020204" pitchFamily="34" charset="0"/>
                <a:ea typeface="+mn-ea"/>
                <a:cs typeface="+mn-cs"/>
              </a:rPr>
              <a:t>Cette bande dessinée a été adaptée de :</a:t>
            </a:r>
            <a:br>
              <a:rPr lang="fr-FR" sz="1100"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kumimoji="0" lang="fr-FR"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Les Mesures de Tendance Centrale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A3F8B3D-817E-4D08-9A17-9A0D08E54D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A4C1447-3C1F-45A8-A213-56C966138D6C}">
  <ds:schemaRefs>
    <ds:schemaRef ds:uri="http://schemas.openxmlformats.org/package/2006/metadata/core-properties"/>
    <ds:schemaRef ds:uri="da1b7603-f8b8-47c9-9682-dc6aa8e9acd7"/>
    <ds:schemaRef ds:uri="http://purl.org/dc/elements/1.1/"/>
    <ds:schemaRef ds:uri="http://www.w3.org/XML/1998/namespace"/>
    <ds:schemaRef ds:uri="http://schemas.microsoft.com/office/infopath/2007/PartnerControls"/>
    <ds:schemaRef ds:uri="http://purl.org/dc/dcmitype/"/>
    <ds:schemaRef ds:uri="http://schemas.microsoft.com/office/2006/documentManagement/types"/>
    <ds:schemaRef ds:uri="94bcf745-830c-42f4-885c-a1d7342e6e36"/>
    <ds:schemaRef ds:uri="http://schemas.microsoft.com/office/2006/metadata/properties"/>
    <ds:schemaRef ds:uri="http://purl.org/dc/terms/"/>
  </ds:schemaRefs>
</ds:datastoreItem>
</file>

<file path=customXml/itemProps3.xml><?xml version="1.0" encoding="utf-8"?>
<ds:datastoreItem xmlns:ds="http://schemas.openxmlformats.org/officeDocument/2006/customXml" ds:itemID="{329A8B4E-FDB2-442F-A1FE-63815B7A5BA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35</TotalTime>
  <Words>1889</Words>
  <Application>Microsoft Office PowerPoint</Application>
  <PresentationFormat>A4 Paper (210x297 mm)</PresentationFormat>
  <Paragraphs>297</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Momopresentation Updated 2</vt:lpstr>
      <vt:lpstr>Calibri</vt:lpstr>
      <vt:lpstr>Segoe UI</vt:lpstr>
      <vt:lpstr>Arial</vt:lpstr>
      <vt:lpstr>KG Always A Good Time</vt:lpstr>
      <vt:lpstr>Source Sans Pro</vt:lpstr>
      <vt:lpstr>Pangolin</vt:lpstr>
      <vt:lpstr>Calibri Light</vt:lpstr>
      <vt:lpstr>Office</vt:lpstr>
      <vt:lpstr>Les Mesures de Tendance Centrale</vt:lpstr>
      <vt:lpstr>PowerPoint Presentation</vt:lpstr>
      <vt:lpstr>1</vt:lpstr>
      <vt:lpstr>2</vt:lpstr>
      <vt:lpstr>3</vt:lpstr>
      <vt:lpstr>4</vt:lpstr>
      <vt:lpstr>5</vt:lpstr>
      <vt:lpstr>6</vt:lpstr>
      <vt:lpstr>7</vt:lpstr>
      <vt:lpstr>8</vt:lpstr>
      <vt:lpstr>Comment citer ce document :  De-Jesus-Oliveira, V.-A., Boucher, M., Boucher, A., Wu, H.-Y., &amp; Stoiber, C. (2025). Les Mesures de Tendance Centrale . University of Applied Sciences St. Pölten (USTP). https://www.comixplain.cc  Cette bande dessinée a été adaptée de :  Les Mesures de Tendance Centrale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 Mesures de Tendance Centrale</dc:title>
  <dc:creator>Boucher Magdalena</dc:creator>
  <cp:lastModifiedBy>de-Jesus-Oliveira Victor-Adriel</cp:lastModifiedBy>
  <cp:revision>59</cp:revision>
  <dcterms:created xsi:type="dcterms:W3CDTF">2022-09-19T11:21:57Z</dcterms:created>
  <dcterms:modified xsi:type="dcterms:W3CDTF">2025-11-09T06:50:58Z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
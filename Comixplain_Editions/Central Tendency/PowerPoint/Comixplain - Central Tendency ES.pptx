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70"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KG Always A Good Time" panose="020B0604020202020204"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70"/>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8C56EF-DD49-466B-9052-4B2A225BDB97}" v="29" dt="2025-11-09T06:51:21.2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763" autoAdjust="0"/>
    <p:restoredTop sz="96410" autoAdjust="0"/>
  </p:normalViewPr>
  <p:slideViewPr>
    <p:cSldViewPr snapToGrid="0">
      <p:cViewPr varScale="1">
        <p:scale>
          <a:sx n="74" d="100"/>
          <a:sy n="74" d="100"/>
        </p:scale>
        <p:origin x="34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4.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9T06:51:49.631" v="104" actId="478"/>
      <pc:docMkLst>
        <pc:docMk/>
      </pc:docMkLst>
      <pc:sldChg chg="addSp delSp modSp mod">
        <pc:chgData name="de-Jesus-Oliveira Victor-Adriel" userId="a708fc36-3c1b-42ab-b5e9-2e1fa3c6605e" providerId="ADAL" clId="{39AA12F0-CB51-4D67-A3A6-7C3EC2C345CA}" dt="2025-11-09T06:51:49.631" v="104" actId="478"/>
        <pc:sldMkLst>
          <pc:docMk/>
          <pc:sldMk cId="1310685907" sldId="259"/>
        </pc:sldMkLst>
        <pc:grpChg chg="add del mod">
          <ac:chgData name="de-Jesus-Oliveira Victor-Adriel" userId="a708fc36-3c1b-42ab-b5e9-2e1fa3c6605e" providerId="ADAL" clId="{39AA12F0-CB51-4D67-A3A6-7C3EC2C345CA}" dt="2025-11-09T06:51:49.631" v="104" actId="478"/>
          <ac:grpSpMkLst>
            <pc:docMk/>
            <pc:sldMk cId="1310685907" sldId="259"/>
            <ac:grpSpMk id="5" creationId="{832ABC86-8FE6-A006-E756-AA28B062BDF6}"/>
          </ac:grpSpMkLst>
        </pc:grpChg>
        <pc:grpChg chg="mod">
          <ac:chgData name="de-Jesus-Oliveira Victor-Adriel" userId="a708fc36-3c1b-42ab-b5e9-2e1fa3c6605e" providerId="ADAL" clId="{39AA12F0-CB51-4D67-A3A6-7C3EC2C345CA}" dt="2025-11-08T14:07:22.795" v="77"/>
          <ac:grpSpMkLst>
            <pc:docMk/>
            <pc:sldMk cId="1310685907" sldId="259"/>
            <ac:grpSpMk id="8" creationId="{C5A3A024-6013-C8FA-7320-FA5710367A1E}"/>
          </ac:grpSpMkLst>
        </pc:grpChg>
        <pc:grpChg chg="add mod">
          <ac:chgData name="de-Jesus-Oliveira Victor-Adriel" userId="a708fc36-3c1b-42ab-b5e9-2e1fa3c6605e" providerId="ADAL" clId="{39AA12F0-CB51-4D67-A3A6-7C3EC2C345CA}" dt="2025-11-09T06:51:12.102" v="89"/>
          <ac:grpSpMkLst>
            <pc:docMk/>
            <pc:sldMk cId="1310685907" sldId="259"/>
            <ac:grpSpMk id="17" creationId="{50615AD9-C806-F6CF-A982-4FF04AB890E3}"/>
          </ac:grpSpMkLst>
        </pc:grpChg>
        <pc:grpChg chg="mod">
          <ac:chgData name="de-Jesus-Oliveira Victor-Adriel" userId="a708fc36-3c1b-42ab-b5e9-2e1fa3c6605e" providerId="ADAL" clId="{39AA12F0-CB51-4D67-A3A6-7C3EC2C345CA}" dt="2025-11-09T06:51:12.102" v="89"/>
          <ac:grpSpMkLst>
            <pc:docMk/>
            <pc:sldMk cId="1310685907" sldId="259"/>
            <ac:grpSpMk id="28" creationId="{7997AE56-582B-9402-B8C5-67A81D749188}"/>
          </ac:grpSpMkLst>
        </pc:grpChg>
        <pc:picChg chg="mod">
          <ac:chgData name="de-Jesus-Oliveira Victor-Adriel" userId="a708fc36-3c1b-42ab-b5e9-2e1fa3c6605e" providerId="ADAL" clId="{39AA12F0-CB51-4D67-A3A6-7C3EC2C345CA}" dt="2025-11-08T14:07:22.795" v="77"/>
          <ac:picMkLst>
            <pc:docMk/>
            <pc:sldMk cId="1310685907" sldId="259"/>
            <ac:picMk id="6" creationId="{A662A308-ABC8-7317-AC58-63B53E1AB1AC}"/>
          </ac:picMkLst>
        </pc:picChg>
        <pc:picChg chg="mod">
          <ac:chgData name="de-Jesus-Oliveira Victor-Adriel" userId="a708fc36-3c1b-42ab-b5e9-2e1fa3c6605e" providerId="ADAL" clId="{39AA12F0-CB51-4D67-A3A6-7C3EC2C345CA}" dt="2025-11-08T14:07:22.795" v="77"/>
          <ac:picMkLst>
            <pc:docMk/>
            <pc:sldMk cId="1310685907" sldId="259"/>
            <ac:picMk id="9" creationId="{1C7F628A-AC1D-C247-03CB-E55DFF4B809D}"/>
          </ac:picMkLst>
        </pc:picChg>
        <pc:picChg chg="mod">
          <ac:chgData name="de-Jesus-Oliveira Victor-Adriel" userId="a708fc36-3c1b-42ab-b5e9-2e1fa3c6605e" providerId="ADAL" clId="{39AA12F0-CB51-4D67-A3A6-7C3EC2C345CA}" dt="2025-11-08T14:07:22.795" v="77"/>
          <ac:picMkLst>
            <pc:docMk/>
            <pc:sldMk cId="1310685907" sldId="259"/>
            <ac:picMk id="11" creationId="{78C93992-2115-8B6D-E318-118A0C33347D}"/>
          </ac:picMkLst>
        </pc:picChg>
        <pc:picChg chg="mod">
          <ac:chgData name="de-Jesus-Oliveira Victor-Adriel" userId="a708fc36-3c1b-42ab-b5e9-2e1fa3c6605e" providerId="ADAL" clId="{39AA12F0-CB51-4D67-A3A6-7C3EC2C345CA}" dt="2025-11-08T14:07:22.795" v="77"/>
          <ac:picMkLst>
            <pc:docMk/>
            <pc:sldMk cId="1310685907" sldId="259"/>
            <ac:picMk id="13" creationId="{7784B39D-36A2-0961-78AA-45A192D6A93B}"/>
          </ac:picMkLst>
        </pc:picChg>
        <pc:picChg chg="mod">
          <ac:chgData name="de-Jesus-Oliveira Victor-Adriel" userId="a708fc36-3c1b-42ab-b5e9-2e1fa3c6605e" providerId="ADAL" clId="{39AA12F0-CB51-4D67-A3A6-7C3EC2C345CA}" dt="2025-11-09T06:51:12.102" v="89"/>
          <ac:picMkLst>
            <pc:docMk/>
            <pc:sldMk cId="1310685907" sldId="259"/>
            <ac:picMk id="27" creationId="{3FB8AC51-5508-1473-5A2D-B15A71490ED9}"/>
          </ac:picMkLst>
        </pc:picChg>
        <pc:picChg chg="mod">
          <ac:chgData name="de-Jesus-Oliveira Victor-Adriel" userId="a708fc36-3c1b-42ab-b5e9-2e1fa3c6605e" providerId="ADAL" clId="{39AA12F0-CB51-4D67-A3A6-7C3EC2C345CA}" dt="2025-11-09T06:51:12.102" v="89"/>
          <ac:picMkLst>
            <pc:docMk/>
            <pc:sldMk cId="1310685907" sldId="259"/>
            <ac:picMk id="51" creationId="{67573835-707E-8504-C877-FEB0477DD2D5}"/>
          </ac:picMkLst>
        </pc:picChg>
        <pc:picChg chg="mod">
          <ac:chgData name="de-Jesus-Oliveira Victor-Adriel" userId="a708fc36-3c1b-42ab-b5e9-2e1fa3c6605e" providerId="ADAL" clId="{39AA12F0-CB51-4D67-A3A6-7C3EC2C345CA}" dt="2025-11-09T06:51:12.102" v="89"/>
          <ac:picMkLst>
            <pc:docMk/>
            <pc:sldMk cId="1310685907" sldId="259"/>
            <ac:picMk id="52" creationId="{4D369016-3E04-86E6-C04B-90FC9721817D}"/>
          </ac:picMkLst>
        </pc:picChg>
        <pc:picChg chg="mod">
          <ac:chgData name="de-Jesus-Oliveira Victor-Adriel" userId="a708fc36-3c1b-42ab-b5e9-2e1fa3c6605e" providerId="ADAL" clId="{39AA12F0-CB51-4D67-A3A6-7C3EC2C345CA}" dt="2025-11-09T06:51:12.102" v="89"/>
          <ac:picMkLst>
            <pc:docMk/>
            <pc:sldMk cId="1310685907" sldId="259"/>
            <ac:picMk id="53" creationId="{49B1BD4D-25A0-FAFB-EF82-EAC4A80B91D4}"/>
          </ac:picMkLst>
        </pc:picChg>
      </pc:sldChg>
      <pc:sldChg chg="addSp delSp modSp mod">
        <pc:chgData name="de-Jesus-Oliveira Victor-Adriel" userId="a708fc36-3c1b-42ab-b5e9-2e1fa3c6605e" providerId="ADAL" clId="{39AA12F0-CB51-4D67-A3A6-7C3EC2C345CA}" dt="2025-11-09T06:51:44.505" v="103" actId="478"/>
        <pc:sldMkLst>
          <pc:docMk/>
          <pc:sldMk cId="2321304525" sldId="260"/>
        </pc:sldMkLst>
        <pc:grpChg chg="add del mod">
          <ac:chgData name="de-Jesus-Oliveira Victor-Adriel" userId="a708fc36-3c1b-42ab-b5e9-2e1fa3c6605e" providerId="ADAL" clId="{39AA12F0-CB51-4D67-A3A6-7C3EC2C345CA}" dt="2025-11-09T06:51:44.505" v="103" actId="478"/>
          <ac:grpSpMkLst>
            <pc:docMk/>
            <pc:sldMk cId="2321304525" sldId="260"/>
            <ac:grpSpMk id="14" creationId="{CAD0F7B2-7322-ED86-4470-EB8184EC7DB0}"/>
          </ac:grpSpMkLst>
        </pc:grpChg>
        <pc:grpChg chg="mod">
          <ac:chgData name="de-Jesus-Oliveira Victor-Adriel" userId="a708fc36-3c1b-42ab-b5e9-2e1fa3c6605e" providerId="ADAL" clId="{39AA12F0-CB51-4D67-A3A6-7C3EC2C345CA}" dt="2025-11-08T14:07:24.854" v="78"/>
          <ac:grpSpMkLst>
            <pc:docMk/>
            <pc:sldMk cId="2321304525" sldId="260"/>
            <ac:grpSpMk id="36" creationId="{6F4D7B27-3428-4117-E435-996AE3AFD41C}"/>
          </ac:grpSpMkLst>
        </pc:grpChg>
        <pc:grpChg chg="add mod">
          <ac:chgData name="de-Jesus-Oliveira Victor-Adriel" userId="a708fc36-3c1b-42ab-b5e9-2e1fa3c6605e" providerId="ADAL" clId="{39AA12F0-CB51-4D67-A3A6-7C3EC2C345CA}" dt="2025-11-09T06:51:13.898" v="90"/>
          <ac:grpSpMkLst>
            <pc:docMk/>
            <pc:sldMk cId="2321304525" sldId="260"/>
            <ac:grpSpMk id="40" creationId="{8F386CDF-4F40-4D65-8933-A7934CA97F24}"/>
          </ac:grpSpMkLst>
        </pc:grpChg>
        <pc:grpChg chg="mod">
          <ac:chgData name="de-Jesus-Oliveira Victor-Adriel" userId="a708fc36-3c1b-42ab-b5e9-2e1fa3c6605e" providerId="ADAL" clId="{39AA12F0-CB51-4D67-A3A6-7C3EC2C345CA}" dt="2025-11-09T06:51:13.898" v="90"/>
          <ac:grpSpMkLst>
            <pc:docMk/>
            <pc:sldMk cId="2321304525" sldId="260"/>
            <ac:grpSpMk id="42" creationId="{F50A2CA6-4475-FE9F-A187-C180888361D5}"/>
          </ac:grpSpMkLst>
        </pc:grpChg>
        <pc:picChg chg="mod">
          <ac:chgData name="de-Jesus-Oliveira Victor-Adriel" userId="a708fc36-3c1b-42ab-b5e9-2e1fa3c6605e" providerId="ADAL" clId="{39AA12F0-CB51-4D67-A3A6-7C3EC2C345CA}" dt="2025-11-08T14:07:24.854" v="78"/>
          <ac:picMkLst>
            <pc:docMk/>
            <pc:sldMk cId="2321304525" sldId="260"/>
            <ac:picMk id="19" creationId="{E4B70F7E-4FA2-8467-BFDC-702C4AD54A7B}"/>
          </ac:picMkLst>
        </pc:picChg>
        <pc:picChg chg="mod">
          <ac:chgData name="de-Jesus-Oliveira Victor-Adriel" userId="a708fc36-3c1b-42ab-b5e9-2e1fa3c6605e" providerId="ADAL" clId="{39AA12F0-CB51-4D67-A3A6-7C3EC2C345CA}" dt="2025-11-08T14:07:24.854" v="78"/>
          <ac:picMkLst>
            <pc:docMk/>
            <pc:sldMk cId="2321304525" sldId="260"/>
            <ac:picMk id="37" creationId="{184AA0AF-D3A3-F00D-8FE0-3957DD3B0638}"/>
          </ac:picMkLst>
        </pc:picChg>
        <pc:picChg chg="mod">
          <ac:chgData name="de-Jesus-Oliveira Victor-Adriel" userId="a708fc36-3c1b-42ab-b5e9-2e1fa3c6605e" providerId="ADAL" clId="{39AA12F0-CB51-4D67-A3A6-7C3EC2C345CA}" dt="2025-11-08T14:07:24.854" v="78"/>
          <ac:picMkLst>
            <pc:docMk/>
            <pc:sldMk cId="2321304525" sldId="260"/>
            <ac:picMk id="38" creationId="{93661EA9-7520-9292-2BA8-91D9979FDE31}"/>
          </ac:picMkLst>
        </pc:picChg>
        <pc:picChg chg="mod">
          <ac:chgData name="de-Jesus-Oliveira Victor-Adriel" userId="a708fc36-3c1b-42ab-b5e9-2e1fa3c6605e" providerId="ADAL" clId="{39AA12F0-CB51-4D67-A3A6-7C3EC2C345CA}" dt="2025-11-08T14:07:24.854" v="78"/>
          <ac:picMkLst>
            <pc:docMk/>
            <pc:sldMk cId="2321304525" sldId="260"/>
            <ac:picMk id="39" creationId="{1D443A17-1698-9363-2E32-A0F849316C4D}"/>
          </ac:picMkLst>
        </pc:picChg>
        <pc:picChg chg="mod">
          <ac:chgData name="de-Jesus-Oliveira Victor-Adriel" userId="a708fc36-3c1b-42ab-b5e9-2e1fa3c6605e" providerId="ADAL" clId="{39AA12F0-CB51-4D67-A3A6-7C3EC2C345CA}" dt="2025-11-09T06:51:13.898" v="90"/>
          <ac:picMkLst>
            <pc:docMk/>
            <pc:sldMk cId="2321304525" sldId="260"/>
            <ac:picMk id="41" creationId="{B75601B8-926E-8B61-5B9D-0479F0A7E7EF}"/>
          </ac:picMkLst>
        </pc:picChg>
        <pc:picChg chg="mod">
          <ac:chgData name="de-Jesus-Oliveira Victor-Adriel" userId="a708fc36-3c1b-42ab-b5e9-2e1fa3c6605e" providerId="ADAL" clId="{39AA12F0-CB51-4D67-A3A6-7C3EC2C345CA}" dt="2025-11-09T06:51:13.898" v="90"/>
          <ac:picMkLst>
            <pc:docMk/>
            <pc:sldMk cId="2321304525" sldId="260"/>
            <ac:picMk id="43" creationId="{72DFA7DF-A0CE-11FD-498C-26D17507F1B0}"/>
          </ac:picMkLst>
        </pc:picChg>
        <pc:picChg chg="mod">
          <ac:chgData name="de-Jesus-Oliveira Victor-Adriel" userId="a708fc36-3c1b-42ab-b5e9-2e1fa3c6605e" providerId="ADAL" clId="{39AA12F0-CB51-4D67-A3A6-7C3EC2C345CA}" dt="2025-11-09T06:51:13.898" v="90"/>
          <ac:picMkLst>
            <pc:docMk/>
            <pc:sldMk cId="2321304525" sldId="260"/>
            <ac:picMk id="44" creationId="{7E1C073B-44FC-7D4F-C5A2-346D734B7C7B}"/>
          </ac:picMkLst>
        </pc:picChg>
        <pc:picChg chg="mod">
          <ac:chgData name="de-Jesus-Oliveira Victor-Adriel" userId="a708fc36-3c1b-42ab-b5e9-2e1fa3c6605e" providerId="ADAL" clId="{39AA12F0-CB51-4D67-A3A6-7C3EC2C345CA}" dt="2025-11-09T06:51:13.898" v="90"/>
          <ac:picMkLst>
            <pc:docMk/>
            <pc:sldMk cId="2321304525" sldId="260"/>
            <ac:picMk id="45" creationId="{A3D3003B-179C-2B92-4406-36EBEFB22AD0}"/>
          </ac:picMkLst>
        </pc:picChg>
      </pc:sldChg>
      <pc:sldChg chg="addSp delSp modSp mod">
        <pc:chgData name="de-Jesus-Oliveira Victor-Adriel" userId="a708fc36-3c1b-42ab-b5e9-2e1fa3c6605e" providerId="ADAL" clId="{39AA12F0-CB51-4D67-A3A6-7C3EC2C345CA}" dt="2025-11-09T06:51:41.610" v="102" actId="478"/>
        <pc:sldMkLst>
          <pc:docMk/>
          <pc:sldMk cId="3895346216" sldId="261"/>
        </pc:sldMkLst>
        <pc:grpChg chg="add del mod">
          <ac:chgData name="de-Jesus-Oliveira Victor-Adriel" userId="a708fc36-3c1b-42ab-b5e9-2e1fa3c6605e" providerId="ADAL" clId="{39AA12F0-CB51-4D67-A3A6-7C3EC2C345CA}" dt="2025-11-09T06:51:41.610" v="102" actId="478"/>
          <ac:grpSpMkLst>
            <pc:docMk/>
            <pc:sldMk cId="3895346216" sldId="261"/>
            <ac:grpSpMk id="39" creationId="{2ACF5CC9-A591-ECE9-97E3-6D48996DD512}"/>
          </ac:grpSpMkLst>
        </pc:grpChg>
        <pc:grpChg chg="mod">
          <ac:chgData name="de-Jesus-Oliveira Victor-Adriel" userId="a708fc36-3c1b-42ab-b5e9-2e1fa3c6605e" providerId="ADAL" clId="{39AA12F0-CB51-4D67-A3A6-7C3EC2C345CA}" dt="2025-11-08T14:07:27.764" v="79"/>
          <ac:grpSpMkLst>
            <pc:docMk/>
            <pc:sldMk cId="3895346216" sldId="261"/>
            <ac:grpSpMk id="41" creationId="{E603482E-0F7C-13BC-E9BF-760DF7A1DE8C}"/>
          </ac:grpSpMkLst>
        </pc:grpChg>
        <pc:grpChg chg="add mod">
          <ac:chgData name="de-Jesus-Oliveira Victor-Adriel" userId="a708fc36-3c1b-42ab-b5e9-2e1fa3c6605e" providerId="ADAL" clId="{39AA12F0-CB51-4D67-A3A6-7C3EC2C345CA}" dt="2025-11-09T06:51:15.363" v="91"/>
          <ac:grpSpMkLst>
            <pc:docMk/>
            <pc:sldMk cId="3895346216" sldId="261"/>
            <ac:grpSpMk id="45" creationId="{A84178F2-616C-3B06-C53A-F92AF88715B7}"/>
          </ac:grpSpMkLst>
        </pc:grpChg>
        <pc:grpChg chg="mod">
          <ac:chgData name="de-Jesus-Oliveira Victor-Adriel" userId="a708fc36-3c1b-42ab-b5e9-2e1fa3c6605e" providerId="ADAL" clId="{39AA12F0-CB51-4D67-A3A6-7C3EC2C345CA}" dt="2025-11-09T06:51:15.363" v="91"/>
          <ac:grpSpMkLst>
            <pc:docMk/>
            <pc:sldMk cId="3895346216" sldId="261"/>
            <ac:grpSpMk id="47" creationId="{0E9D01A8-61A5-49AC-0497-9E0B6310D05D}"/>
          </ac:grpSpMkLst>
        </pc:grpChg>
        <pc:picChg chg="mod">
          <ac:chgData name="de-Jesus-Oliveira Victor-Adriel" userId="a708fc36-3c1b-42ab-b5e9-2e1fa3c6605e" providerId="ADAL" clId="{39AA12F0-CB51-4D67-A3A6-7C3EC2C345CA}" dt="2025-11-08T14:07:27.764" v="79"/>
          <ac:picMkLst>
            <pc:docMk/>
            <pc:sldMk cId="3895346216" sldId="261"/>
            <ac:picMk id="40" creationId="{B3B6039E-839D-B55D-4688-EE733339EA1C}"/>
          </ac:picMkLst>
        </pc:picChg>
        <pc:picChg chg="mod">
          <ac:chgData name="de-Jesus-Oliveira Victor-Adriel" userId="a708fc36-3c1b-42ab-b5e9-2e1fa3c6605e" providerId="ADAL" clId="{39AA12F0-CB51-4D67-A3A6-7C3EC2C345CA}" dt="2025-11-08T14:07:27.764" v="79"/>
          <ac:picMkLst>
            <pc:docMk/>
            <pc:sldMk cId="3895346216" sldId="261"/>
            <ac:picMk id="42" creationId="{E2927AD5-A76D-0004-5656-5F5768157B1B}"/>
          </ac:picMkLst>
        </pc:picChg>
        <pc:picChg chg="mod">
          <ac:chgData name="de-Jesus-Oliveira Victor-Adriel" userId="a708fc36-3c1b-42ab-b5e9-2e1fa3c6605e" providerId="ADAL" clId="{39AA12F0-CB51-4D67-A3A6-7C3EC2C345CA}" dt="2025-11-08T14:07:27.764" v="79"/>
          <ac:picMkLst>
            <pc:docMk/>
            <pc:sldMk cId="3895346216" sldId="261"/>
            <ac:picMk id="43" creationId="{A44AC495-ED8F-1EE1-7A7F-CAE9139AEE1B}"/>
          </ac:picMkLst>
        </pc:picChg>
        <pc:picChg chg="mod">
          <ac:chgData name="de-Jesus-Oliveira Victor-Adriel" userId="a708fc36-3c1b-42ab-b5e9-2e1fa3c6605e" providerId="ADAL" clId="{39AA12F0-CB51-4D67-A3A6-7C3EC2C345CA}" dt="2025-11-08T14:07:27.764" v="79"/>
          <ac:picMkLst>
            <pc:docMk/>
            <pc:sldMk cId="3895346216" sldId="261"/>
            <ac:picMk id="44" creationId="{3F4EE3F6-27D9-52D6-5AB0-5E014396F4D0}"/>
          </ac:picMkLst>
        </pc:picChg>
        <pc:picChg chg="mod">
          <ac:chgData name="de-Jesus-Oliveira Victor-Adriel" userId="a708fc36-3c1b-42ab-b5e9-2e1fa3c6605e" providerId="ADAL" clId="{39AA12F0-CB51-4D67-A3A6-7C3EC2C345CA}" dt="2025-11-09T06:51:15.363" v="91"/>
          <ac:picMkLst>
            <pc:docMk/>
            <pc:sldMk cId="3895346216" sldId="261"/>
            <ac:picMk id="46" creationId="{FEF2F18C-3BDA-A47C-672E-DE7078A7B50A}"/>
          </ac:picMkLst>
        </pc:picChg>
        <pc:picChg chg="mod">
          <ac:chgData name="de-Jesus-Oliveira Victor-Adriel" userId="a708fc36-3c1b-42ab-b5e9-2e1fa3c6605e" providerId="ADAL" clId="{39AA12F0-CB51-4D67-A3A6-7C3EC2C345CA}" dt="2025-11-09T06:51:15.363" v="91"/>
          <ac:picMkLst>
            <pc:docMk/>
            <pc:sldMk cId="3895346216" sldId="261"/>
            <ac:picMk id="48" creationId="{12ACD4AE-3835-1F47-B7D7-66DA5A157D5C}"/>
          </ac:picMkLst>
        </pc:picChg>
        <pc:picChg chg="mod">
          <ac:chgData name="de-Jesus-Oliveira Victor-Adriel" userId="a708fc36-3c1b-42ab-b5e9-2e1fa3c6605e" providerId="ADAL" clId="{39AA12F0-CB51-4D67-A3A6-7C3EC2C345CA}" dt="2025-11-09T06:51:15.363" v="91"/>
          <ac:picMkLst>
            <pc:docMk/>
            <pc:sldMk cId="3895346216" sldId="261"/>
            <ac:picMk id="49" creationId="{6CD173BF-D1F5-32DD-1F28-2B1DF045D14A}"/>
          </ac:picMkLst>
        </pc:picChg>
        <pc:picChg chg="mod">
          <ac:chgData name="de-Jesus-Oliveira Victor-Adriel" userId="a708fc36-3c1b-42ab-b5e9-2e1fa3c6605e" providerId="ADAL" clId="{39AA12F0-CB51-4D67-A3A6-7C3EC2C345CA}" dt="2025-11-09T06:51:15.363" v="91"/>
          <ac:picMkLst>
            <pc:docMk/>
            <pc:sldMk cId="3895346216" sldId="261"/>
            <ac:picMk id="50" creationId="{FF0C4A1F-B552-90DE-3DE1-081E5A3EDCC5}"/>
          </ac:picMkLst>
        </pc:picChg>
      </pc:sldChg>
      <pc:sldChg chg="addSp delSp modSp mod">
        <pc:chgData name="de-Jesus-Oliveira Victor-Adriel" userId="a708fc36-3c1b-42ab-b5e9-2e1fa3c6605e" providerId="ADAL" clId="{39AA12F0-CB51-4D67-A3A6-7C3EC2C345CA}" dt="2025-11-09T06:51:37.375" v="101" actId="478"/>
        <pc:sldMkLst>
          <pc:docMk/>
          <pc:sldMk cId="2379314157" sldId="262"/>
        </pc:sldMkLst>
        <pc:grpChg chg="add del mod">
          <ac:chgData name="de-Jesus-Oliveira Victor-Adriel" userId="a708fc36-3c1b-42ab-b5e9-2e1fa3c6605e" providerId="ADAL" clId="{39AA12F0-CB51-4D67-A3A6-7C3EC2C345CA}" dt="2025-11-09T06:51:37.375" v="101" actId="478"/>
          <ac:grpSpMkLst>
            <pc:docMk/>
            <pc:sldMk cId="2379314157" sldId="262"/>
            <ac:grpSpMk id="94" creationId="{EC3E8B66-BDA3-F4E8-2477-F0017028767B}"/>
          </ac:grpSpMkLst>
        </pc:grpChg>
        <pc:grpChg chg="mod">
          <ac:chgData name="de-Jesus-Oliveira Victor-Adriel" userId="a708fc36-3c1b-42ab-b5e9-2e1fa3c6605e" providerId="ADAL" clId="{39AA12F0-CB51-4D67-A3A6-7C3EC2C345CA}" dt="2025-11-08T14:07:31.687" v="80"/>
          <ac:grpSpMkLst>
            <pc:docMk/>
            <pc:sldMk cId="2379314157" sldId="262"/>
            <ac:grpSpMk id="96" creationId="{B40E4F4F-E04D-031E-AA97-8D22D04C61CD}"/>
          </ac:grpSpMkLst>
        </pc:grpChg>
        <pc:grpChg chg="add mod">
          <ac:chgData name="de-Jesus-Oliveira Victor-Adriel" userId="a708fc36-3c1b-42ab-b5e9-2e1fa3c6605e" providerId="ADAL" clId="{39AA12F0-CB51-4D67-A3A6-7C3EC2C345CA}" dt="2025-11-09T06:51:16.601" v="92"/>
          <ac:grpSpMkLst>
            <pc:docMk/>
            <pc:sldMk cId="2379314157" sldId="262"/>
            <ac:grpSpMk id="100" creationId="{51EC9967-4ACF-F303-A2BF-5031D1F67E0C}"/>
          </ac:grpSpMkLst>
        </pc:grpChg>
        <pc:grpChg chg="mod">
          <ac:chgData name="de-Jesus-Oliveira Victor-Adriel" userId="a708fc36-3c1b-42ab-b5e9-2e1fa3c6605e" providerId="ADAL" clId="{39AA12F0-CB51-4D67-A3A6-7C3EC2C345CA}" dt="2025-11-09T06:51:16.601" v="92"/>
          <ac:grpSpMkLst>
            <pc:docMk/>
            <pc:sldMk cId="2379314157" sldId="262"/>
            <ac:grpSpMk id="102" creationId="{2DCA2E08-B8DF-0DCC-AE3B-04A4BAD6C808}"/>
          </ac:grpSpMkLst>
        </pc:grpChg>
        <pc:picChg chg="mod">
          <ac:chgData name="de-Jesus-Oliveira Victor-Adriel" userId="a708fc36-3c1b-42ab-b5e9-2e1fa3c6605e" providerId="ADAL" clId="{39AA12F0-CB51-4D67-A3A6-7C3EC2C345CA}" dt="2025-11-08T14:07:31.687" v="80"/>
          <ac:picMkLst>
            <pc:docMk/>
            <pc:sldMk cId="2379314157" sldId="262"/>
            <ac:picMk id="95" creationId="{FF7925A2-4AD4-B054-9025-C637F810F09B}"/>
          </ac:picMkLst>
        </pc:picChg>
        <pc:picChg chg="mod">
          <ac:chgData name="de-Jesus-Oliveira Victor-Adriel" userId="a708fc36-3c1b-42ab-b5e9-2e1fa3c6605e" providerId="ADAL" clId="{39AA12F0-CB51-4D67-A3A6-7C3EC2C345CA}" dt="2025-11-08T14:07:31.687" v="80"/>
          <ac:picMkLst>
            <pc:docMk/>
            <pc:sldMk cId="2379314157" sldId="262"/>
            <ac:picMk id="97" creationId="{63BFDA08-0231-CBD2-6EFC-CBA4711649D0}"/>
          </ac:picMkLst>
        </pc:picChg>
        <pc:picChg chg="mod">
          <ac:chgData name="de-Jesus-Oliveira Victor-Adriel" userId="a708fc36-3c1b-42ab-b5e9-2e1fa3c6605e" providerId="ADAL" clId="{39AA12F0-CB51-4D67-A3A6-7C3EC2C345CA}" dt="2025-11-08T14:07:31.687" v="80"/>
          <ac:picMkLst>
            <pc:docMk/>
            <pc:sldMk cId="2379314157" sldId="262"/>
            <ac:picMk id="98" creationId="{7C49E220-A4ED-DA91-C626-C9A6EA2AF4EB}"/>
          </ac:picMkLst>
        </pc:picChg>
        <pc:picChg chg="mod">
          <ac:chgData name="de-Jesus-Oliveira Victor-Adriel" userId="a708fc36-3c1b-42ab-b5e9-2e1fa3c6605e" providerId="ADAL" clId="{39AA12F0-CB51-4D67-A3A6-7C3EC2C345CA}" dt="2025-11-08T14:07:31.687" v="80"/>
          <ac:picMkLst>
            <pc:docMk/>
            <pc:sldMk cId="2379314157" sldId="262"/>
            <ac:picMk id="99" creationId="{FC1609AB-0A96-90F5-CB77-AB555AC7B78C}"/>
          </ac:picMkLst>
        </pc:picChg>
        <pc:picChg chg="mod">
          <ac:chgData name="de-Jesus-Oliveira Victor-Adriel" userId="a708fc36-3c1b-42ab-b5e9-2e1fa3c6605e" providerId="ADAL" clId="{39AA12F0-CB51-4D67-A3A6-7C3EC2C345CA}" dt="2025-11-09T06:51:16.601" v="92"/>
          <ac:picMkLst>
            <pc:docMk/>
            <pc:sldMk cId="2379314157" sldId="262"/>
            <ac:picMk id="101" creationId="{7FAE4BEA-ABF7-AA0C-DB97-825BB4ABD134}"/>
          </ac:picMkLst>
        </pc:picChg>
        <pc:picChg chg="mod">
          <ac:chgData name="de-Jesus-Oliveira Victor-Adriel" userId="a708fc36-3c1b-42ab-b5e9-2e1fa3c6605e" providerId="ADAL" clId="{39AA12F0-CB51-4D67-A3A6-7C3EC2C345CA}" dt="2025-11-09T06:51:16.601" v="92"/>
          <ac:picMkLst>
            <pc:docMk/>
            <pc:sldMk cId="2379314157" sldId="262"/>
            <ac:picMk id="103" creationId="{E116ACEB-4D22-ED2E-F792-A57D629459D2}"/>
          </ac:picMkLst>
        </pc:picChg>
        <pc:picChg chg="mod">
          <ac:chgData name="de-Jesus-Oliveira Victor-Adriel" userId="a708fc36-3c1b-42ab-b5e9-2e1fa3c6605e" providerId="ADAL" clId="{39AA12F0-CB51-4D67-A3A6-7C3EC2C345CA}" dt="2025-11-09T06:51:16.601" v="92"/>
          <ac:picMkLst>
            <pc:docMk/>
            <pc:sldMk cId="2379314157" sldId="262"/>
            <ac:picMk id="104" creationId="{DAD3EA67-9BE3-4670-9991-B96C3055344E}"/>
          </ac:picMkLst>
        </pc:picChg>
        <pc:picChg chg="mod">
          <ac:chgData name="de-Jesus-Oliveira Victor-Adriel" userId="a708fc36-3c1b-42ab-b5e9-2e1fa3c6605e" providerId="ADAL" clId="{39AA12F0-CB51-4D67-A3A6-7C3EC2C345CA}" dt="2025-11-09T06:51:16.601" v="92"/>
          <ac:picMkLst>
            <pc:docMk/>
            <pc:sldMk cId="2379314157" sldId="262"/>
            <ac:picMk id="105" creationId="{65D741A5-F730-1803-4364-8E1B931E458D}"/>
          </ac:picMkLst>
        </pc:picChg>
      </pc:sldChg>
      <pc:sldChg chg="addSp delSp modSp mod">
        <pc:chgData name="de-Jesus-Oliveira Victor-Adriel" userId="a708fc36-3c1b-42ab-b5e9-2e1fa3c6605e" providerId="ADAL" clId="{39AA12F0-CB51-4D67-A3A6-7C3EC2C345CA}" dt="2025-11-09T06:51:35.170" v="100" actId="478"/>
        <pc:sldMkLst>
          <pc:docMk/>
          <pc:sldMk cId="360291344" sldId="263"/>
        </pc:sldMkLst>
        <pc:spChg chg="ord">
          <ac:chgData name="de-Jesus-Oliveira Victor-Adriel" userId="a708fc36-3c1b-42ab-b5e9-2e1fa3c6605e" providerId="ADAL" clId="{39AA12F0-CB51-4D67-A3A6-7C3EC2C345CA}" dt="2025-11-08T14:07:38.915" v="82" actId="166"/>
          <ac:spMkLst>
            <pc:docMk/>
            <pc:sldMk cId="360291344" sldId="263"/>
            <ac:spMk id="2" creationId="{A1CCEABA-0FB8-48DD-ADCE-6F844E6EA882}"/>
          </ac:spMkLst>
        </pc:spChg>
        <pc:grpChg chg="add del mod">
          <ac:chgData name="de-Jesus-Oliveira Victor-Adriel" userId="a708fc36-3c1b-42ab-b5e9-2e1fa3c6605e" providerId="ADAL" clId="{39AA12F0-CB51-4D67-A3A6-7C3EC2C345CA}" dt="2025-11-09T06:51:35.170" v="100" actId="478"/>
          <ac:grpSpMkLst>
            <pc:docMk/>
            <pc:sldMk cId="360291344" sldId="263"/>
            <ac:grpSpMk id="7" creationId="{9CE39551-84AC-BAB6-9927-8F08A583B37F}"/>
          </ac:grpSpMkLst>
        </pc:grpChg>
        <pc:grpChg chg="mod">
          <ac:chgData name="de-Jesus-Oliveira Victor-Adriel" userId="a708fc36-3c1b-42ab-b5e9-2e1fa3c6605e" providerId="ADAL" clId="{39AA12F0-CB51-4D67-A3A6-7C3EC2C345CA}" dt="2025-11-08T14:07:35.055" v="81"/>
          <ac:grpSpMkLst>
            <pc:docMk/>
            <pc:sldMk cId="360291344" sldId="263"/>
            <ac:grpSpMk id="9" creationId="{3F4AA509-44B3-6EBB-C325-6EADC3285246}"/>
          </ac:grpSpMkLst>
        </pc:grpChg>
        <pc:grpChg chg="add mod">
          <ac:chgData name="de-Jesus-Oliveira Victor-Adriel" userId="a708fc36-3c1b-42ab-b5e9-2e1fa3c6605e" providerId="ADAL" clId="{39AA12F0-CB51-4D67-A3A6-7C3EC2C345CA}" dt="2025-11-09T06:51:17.760" v="93"/>
          <ac:grpSpMkLst>
            <pc:docMk/>
            <pc:sldMk cId="360291344" sldId="263"/>
            <ac:grpSpMk id="13" creationId="{56867CE9-834D-45FC-0ACF-9BB6B06D2198}"/>
          </ac:grpSpMkLst>
        </pc:grpChg>
        <pc:grpChg chg="mod">
          <ac:chgData name="de-Jesus-Oliveira Victor-Adriel" userId="a708fc36-3c1b-42ab-b5e9-2e1fa3c6605e" providerId="ADAL" clId="{39AA12F0-CB51-4D67-A3A6-7C3EC2C345CA}" dt="2025-11-09T06:51:17.760" v="93"/>
          <ac:grpSpMkLst>
            <pc:docMk/>
            <pc:sldMk cId="360291344" sldId="263"/>
            <ac:grpSpMk id="15" creationId="{10164FC8-17A4-67BC-E3E7-C5816AA8D3DD}"/>
          </ac:grpSpMkLst>
        </pc:grpChg>
        <pc:picChg chg="mod">
          <ac:chgData name="de-Jesus-Oliveira Victor-Adriel" userId="a708fc36-3c1b-42ab-b5e9-2e1fa3c6605e" providerId="ADAL" clId="{39AA12F0-CB51-4D67-A3A6-7C3EC2C345CA}" dt="2025-11-08T14:07:35.055" v="81"/>
          <ac:picMkLst>
            <pc:docMk/>
            <pc:sldMk cId="360291344" sldId="263"/>
            <ac:picMk id="8" creationId="{38E0679E-0DF5-AA0A-75B9-5A5CEEED30F1}"/>
          </ac:picMkLst>
        </pc:picChg>
        <pc:picChg chg="mod">
          <ac:chgData name="de-Jesus-Oliveira Victor-Adriel" userId="a708fc36-3c1b-42ab-b5e9-2e1fa3c6605e" providerId="ADAL" clId="{39AA12F0-CB51-4D67-A3A6-7C3EC2C345CA}" dt="2025-11-08T14:07:35.055" v="81"/>
          <ac:picMkLst>
            <pc:docMk/>
            <pc:sldMk cId="360291344" sldId="263"/>
            <ac:picMk id="10" creationId="{CA0D527B-BE30-6CC4-900A-088506BBF441}"/>
          </ac:picMkLst>
        </pc:picChg>
        <pc:picChg chg="mod">
          <ac:chgData name="de-Jesus-Oliveira Victor-Adriel" userId="a708fc36-3c1b-42ab-b5e9-2e1fa3c6605e" providerId="ADAL" clId="{39AA12F0-CB51-4D67-A3A6-7C3EC2C345CA}" dt="2025-11-08T14:07:35.055" v="81"/>
          <ac:picMkLst>
            <pc:docMk/>
            <pc:sldMk cId="360291344" sldId="263"/>
            <ac:picMk id="11" creationId="{D0C303D2-AA40-B8CD-76CF-FACC78862517}"/>
          </ac:picMkLst>
        </pc:picChg>
        <pc:picChg chg="mod">
          <ac:chgData name="de-Jesus-Oliveira Victor-Adriel" userId="a708fc36-3c1b-42ab-b5e9-2e1fa3c6605e" providerId="ADAL" clId="{39AA12F0-CB51-4D67-A3A6-7C3EC2C345CA}" dt="2025-11-08T14:07:35.055" v="81"/>
          <ac:picMkLst>
            <pc:docMk/>
            <pc:sldMk cId="360291344" sldId="263"/>
            <ac:picMk id="12" creationId="{E774991B-5BB9-0151-1501-C3C0594772A7}"/>
          </ac:picMkLst>
        </pc:picChg>
        <pc:picChg chg="mod">
          <ac:chgData name="de-Jesus-Oliveira Victor-Adriel" userId="a708fc36-3c1b-42ab-b5e9-2e1fa3c6605e" providerId="ADAL" clId="{39AA12F0-CB51-4D67-A3A6-7C3EC2C345CA}" dt="2025-11-09T06:51:17.760" v="93"/>
          <ac:picMkLst>
            <pc:docMk/>
            <pc:sldMk cId="360291344" sldId="263"/>
            <ac:picMk id="14" creationId="{53F91BA2-D94C-2F78-A66D-D86CADB58740}"/>
          </ac:picMkLst>
        </pc:picChg>
        <pc:picChg chg="mod">
          <ac:chgData name="de-Jesus-Oliveira Victor-Adriel" userId="a708fc36-3c1b-42ab-b5e9-2e1fa3c6605e" providerId="ADAL" clId="{39AA12F0-CB51-4D67-A3A6-7C3EC2C345CA}" dt="2025-11-09T06:51:17.760" v="93"/>
          <ac:picMkLst>
            <pc:docMk/>
            <pc:sldMk cId="360291344" sldId="263"/>
            <ac:picMk id="16" creationId="{8529DA1E-9F88-1739-1446-99E87AA70B28}"/>
          </ac:picMkLst>
        </pc:picChg>
        <pc:picChg chg="mod">
          <ac:chgData name="de-Jesus-Oliveira Victor-Adriel" userId="a708fc36-3c1b-42ab-b5e9-2e1fa3c6605e" providerId="ADAL" clId="{39AA12F0-CB51-4D67-A3A6-7C3EC2C345CA}" dt="2025-11-09T06:51:17.760" v="93"/>
          <ac:picMkLst>
            <pc:docMk/>
            <pc:sldMk cId="360291344" sldId="263"/>
            <ac:picMk id="17" creationId="{572758A6-7EF6-A2FE-6F62-1FDE8ACBBC3D}"/>
          </ac:picMkLst>
        </pc:picChg>
        <pc:picChg chg="mod">
          <ac:chgData name="de-Jesus-Oliveira Victor-Adriel" userId="a708fc36-3c1b-42ab-b5e9-2e1fa3c6605e" providerId="ADAL" clId="{39AA12F0-CB51-4D67-A3A6-7C3EC2C345CA}" dt="2025-11-09T06:51:17.760" v="93"/>
          <ac:picMkLst>
            <pc:docMk/>
            <pc:sldMk cId="360291344" sldId="263"/>
            <ac:picMk id="18" creationId="{E6355A2F-9B6B-5BF8-991D-1DB01A95D4EA}"/>
          </ac:picMkLst>
        </pc:picChg>
      </pc:sldChg>
      <pc:sldChg chg="addSp delSp modSp mod">
        <pc:chgData name="de-Jesus-Oliveira Victor-Adriel" userId="a708fc36-3c1b-42ab-b5e9-2e1fa3c6605e" providerId="ADAL" clId="{39AA12F0-CB51-4D67-A3A6-7C3EC2C345CA}" dt="2025-11-09T06:51:27.460" v="98" actId="478"/>
        <pc:sldMkLst>
          <pc:docMk/>
          <pc:sldMk cId="2993848755" sldId="264"/>
        </pc:sldMkLst>
        <pc:spChg chg="ord">
          <ac:chgData name="de-Jesus-Oliveira Victor-Adriel" userId="a708fc36-3c1b-42ab-b5e9-2e1fa3c6605e" providerId="ADAL" clId="{39AA12F0-CB51-4D67-A3A6-7C3EC2C345CA}" dt="2025-11-08T14:07:57.382" v="86" actId="166"/>
          <ac:spMkLst>
            <pc:docMk/>
            <pc:sldMk cId="2993848755" sldId="264"/>
            <ac:spMk id="6" creationId="{4A7003EA-8517-4733-9CF8-C7B2246F0B01}"/>
          </ac:spMkLst>
        </pc:spChg>
        <pc:grpChg chg="add del mod">
          <ac:chgData name="de-Jesus-Oliveira Victor-Adriel" userId="a708fc36-3c1b-42ab-b5e9-2e1fa3c6605e" providerId="ADAL" clId="{39AA12F0-CB51-4D67-A3A6-7C3EC2C345CA}" dt="2025-11-09T06:51:27.460" v="98" actId="478"/>
          <ac:grpSpMkLst>
            <pc:docMk/>
            <pc:sldMk cId="2993848755" sldId="264"/>
            <ac:grpSpMk id="16" creationId="{0BC81E2E-DD22-F82E-EF45-E7BC5D59F5A2}"/>
          </ac:grpSpMkLst>
        </pc:grpChg>
        <pc:grpChg chg="mod">
          <ac:chgData name="de-Jesus-Oliveira Victor-Adriel" userId="a708fc36-3c1b-42ab-b5e9-2e1fa3c6605e" providerId="ADAL" clId="{39AA12F0-CB51-4D67-A3A6-7C3EC2C345CA}" dt="2025-11-08T14:07:52.945" v="85"/>
          <ac:grpSpMkLst>
            <pc:docMk/>
            <pc:sldMk cId="2993848755" sldId="264"/>
            <ac:grpSpMk id="28" creationId="{A124AF5D-8BF1-9CA7-9D2C-B4D5232A6687}"/>
          </ac:grpSpMkLst>
        </pc:grpChg>
        <pc:grpChg chg="add mod">
          <ac:chgData name="de-Jesus-Oliveira Victor-Adriel" userId="a708fc36-3c1b-42ab-b5e9-2e1fa3c6605e" providerId="ADAL" clId="{39AA12F0-CB51-4D67-A3A6-7C3EC2C345CA}" dt="2025-11-09T06:51:19.990" v="95"/>
          <ac:grpSpMkLst>
            <pc:docMk/>
            <pc:sldMk cId="2993848755" sldId="264"/>
            <ac:grpSpMk id="32" creationId="{A5A52C51-2210-3A9E-CB11-D51B4E3C4873}"/>
          </ac:grpSpMkLst>
        </pc:grpChg>
        <pc:grpChg chg="mod">
          <ac:chgData name="de-Jesus-Oliveira Victor-Adriel" userId="a708fc36-3c1b-42ab-b5e9-2e1fa3c6605e" providerId="ADAL" clId="{39AA12F0-CB51-4D67-A3A6-7C3EC2C345CA}" dt="2025-11-09T06:51:19.990" v="95"/>
          <ac:grpSpMkLst>
            <pc:docMk/>
            <pc:sldMk cId="2993848755" sldId="264"/>
            <ac:grpSpMk id="50" creationId="{08DBA749-E100-1C05-689F-AF5BA10C9C2E}"/>
          </ac:grpSpMkLst>
        </pc:grpChg>
        <pc:picChg chg="mod">
          <ac:chgData name="de-Jesus-Oliveira Victor-Adriel" userId="a708fc36-3c1b-42ab-b5e9-2e1fa3c6605e" providerId="ADAL" clId="{39AA12F0-CB51-4D67-A3A6-7C3EC2C345CA}" dt="2025-11-08T14:07:52.945" v="85"/>
          <ac:picMkLst>
            <pc:docMk/>
            <pc:sldMk cId="2993848755" sldId="264"/>
            <ac:picMk id="27" creationId="{E83A3127-86F1-8DDE-F05E-D16FA9AEBF03}"/>
          </ac:picMkLst>
        </pc:picChg>
        <pc:picChg chg="mod">
          <ac:chgData name="de-Jesus-Oliveira Victor-Adriel" userId="a708fc36-3c1b-42ab-b5e9-2e1fa3c6605e" providerId="ADAL" clId="{39AA12F0-CB51-4D67-A3A6-7C3EC2C345CA}" dt="2025-11-08T14:07:52.945" v="85"/>
          <ac:picMkLst>
            <pc:docMk/>
            <pc:sldMk cId="2993848755" sldId="264"/>
            <ac:picMk id="29" creationId="{2D34123C-1FDB-FBD7-8E12-6F7585129770}"/>
          </ac:picMkLst>
        </pc:picChg>
        <pc:picChg chg="mod">
          <ac:chgData name="de-Jesus-Oliveira Victor-Adriel" userId="a708fc36-3c1b-42ab-b5e9-2e1fa3c6605e" providerId="ADAL" clId="{39AA12F0-CB51-4D67-A3A6-7C3EC2C345CA}" dt="2025-11-08T14:07:52.945" v="85"/>
          <ac:picMkLst>
            <pc:docMk/>
            <pc:sldMk cId="2993848755" sldId="264"/>
            <ac:picMk id="30" creationId="{999C2265-786D-AD89-A412-0AB3A1808E0D}"/>
          </ac:picMkLst>
        </pc:picChg>
        <pc:picChg chg="mod">
          <ac:chgData name="de-Jesus-Oliveira Victor-Adriel" userId="a708fc36-3c1b-42ab-b5e9-2e1fa3c6605e" providerId="ADAL" clId="{39AA12F0-CB51-4D67-A3A6-7C3EC2C345CA}" dt="2025-11-08T14:07:52.945" v="85"/>
          <ac:picMkLst>
            <pc:docMk/>
            <pc:sldMk cId="2993848755" sldId="264"/>
            <ac:picMk id="31" creationId="{6AF3961D-A704-3566-911B-72380718184D}"/>
          </ac:picMkLst>
        </pc:picChg>
        <pc:picChg chg="mod">
          <ac:chgData name="de-Jesus-Oliveira Victor-Adriel" userId="a708fc36-3c1b-42ab-b5e9-2e1fa3c6605e" providerId="ADAL" clId="{39AA12F0-CB51-4D67-A3A6-7C3EC2C345CA}" dt="2025-11-09T06:51:19.990" v="95"/>
          <ac:picMkLst>
            <pc:docMk/>
            <pc:sldMk cId="2993848755" sldId="264"/>
            <ac:picMk id="33" creationId="{E9657F26-9004-2EDA-C91A-3C8EBDA6C26F}"/>
          </ac:picMkLst>
        </pc:picChg>
        <pc:picChg chg="mod">
          <ac:chgData name="de-Jesus-Oliveira Victor-Adriel" userId="a708fc36-3c1b-42ab-b5e9-2e1fa3c6605e" providerId="ADAL" clId="{39AA12F0-CB51-4D67-A3A6-7C3EC2C345CA}" dt="2025-11-09T06:51:19.990" v="95"/>
          <ac:picMkLst>
            <pc:docMk/>
            <pc:sldMk cId="2993848755" sldId="264"/>
            <ac:picMk id="66" creationId="{48A3FA9B-64C4-01F6-3DED-2DB6637B4EE7}"/>
          </ac:picMkLst>
        </pc:picChg>
        <pc:picChg chg="mod">
          <ac:chgData name="de-Jesus-Oliveira Victor-Adriel" userId="a708fc36-3c1b-42ab-b5e9-2e1fa3c6605e" providerId="ADAL" clId="{39AA12F0-CB51-4D67-A3A6-7C3EC2C345CA}" dt="2025-11-09T06:51:19.990" v="95"/>
          <ac:picMkLst>
            <pc:docMk/>
            <pc:sldMk cId="2993848755" sldId="264"/>
            <ac:picMk id="72" creationId="{9ACDEBA6-EF08-FE1C-D48C-60D06D7999D9}"/>
          </ac:picMkLst>
        </pc:picChg>
        <pc:picChg chg="mod">
          <ac:chgData name="de-Jesus-Oliveira Victor-Adriel" userId="a708fc36-3c1b-42ab-b5e9-2e1fa3c6605e" providerId="ADAL" clId="{39AA12F0-CB51-4D67-A3A6-7C3EC2C345CA}" dt="2025-11-09T06:51:19.990" v="95"/>
          <ac:picMkLst>
            <pc:docMk/>
            <pc:sldMk cId="2993848755" sldId="264"/>
            <ac:picMk id="102" creationId="{CB6F60ED-934E-1761-7D85-EBD935442A68}"/>
          </ac:picMkLst>
        </pc:picChg>
      </pc:sldChg>
      <pc:sldChg chg="addSp delSp modSp mod">
        <pc:chgData name="de-Jesus-Oliveira Victor-Adriel" userId="a708fc36-3c1b-42ab-b5e9-2e1fa3c6605e" providerId="ADAL" clId="{39AA12F0-CB51-4D67-A3A6-7C3EC2C345CA}" dt="2025-11-07T17:02:04.728" v="61"/>
        <pc:sldMkLst>
          <pc:docMk/>
          <pc:sldMk cId="1717017816" sldId="266"/>
        </pc:sldMkLst>
        <pc:spChg chg="mod">
          <ac:chgData name="de-Jesus-Oliveira Victor-Adriel" userId="a708fc36-3c1b-42ab-b5e9-2e1fa3c6605e" providerId="ADAL" clId="{39AA12F0-CB51-4D67-A3A6-7C3EC2C345CA}" dt="2025-11-07T17:01:32.880" v="35" actId="20577"/>
          <ac:spMkLst>
            <pc:docMk/>
            <pc:sldMk cId="1717017816" sldId="266"/>
            <ac:spMk id="2" creationId="{36F7C832-7D7F-40CB-9479-79BC46A793B9}"/>
          </ac:spMkLst>
        </pc:spChg>
        <pc:spChg chg="add mod">
          <ac:chgData name="de-Jesus-Oliveira Victor-Adriel" userId="a708fc36-3c1b-42ab-b5e9-2e1fa3c6605e" providerId="ADAL" clId="{39AA12F0-CB51-4D67-A3A6-7C3EC2C345CA}" dt="2025-11-07T17:00:33.317" v="14"/>
          <ac:spMkLst>
            <pc:docMk/>
            <pc:sldMk cId="1717017816" sldId="266"/>
            <ac:spMk id="6" creationId="{39FCF513-6875-2145-6085-360B3F90D813}"/>
          </ac:spMkLst>
        </pc:spChg>
        <pc:spChg chg="add mod">
          <ac:chgData name="de-Jesus-Oliveira Victor-Adriel" userId="a708fc36-3c1b-42ab-b5e9-2e1fa3c6605e" providerId="ADAL" clId="{39AA12F0-CB51-4D67-A3A6-7C3EC2C345CA}" dt="2025-11-07T17:02:04.728" v="61"/>
          <ac:spMkLst>
            <pc:docMk/>
            <pc:sldMk cId="1717017816" sldId="266"/>
            <ac:spMk id="11" creationId="{AC288AD9-D2B2-DE3A-0B84-68DAFD9620F7}"/>
          </ac:spMkLst>
        </pc:spChg>
        <pc:grpChg chg="add mod">
          <ac:chgData name="de-Jesus-Oliveira Victor-Adriel" userId="a708fc36-3c1b-42ab-b5e9-2e1fa3c6605e" providerId="ADAL" clId="{39AA12F0-CB51-4D67-A3A6-7C3EC2C345CA}" dt="2025-11-07T17:01:47.817" v="58" actId="1036"/>
          <ac:grpSpMkLst>
            <pc:docMk/>
            <pc:sldMk cId="1717017816" sldId="266"/>
            <ac:grpSpMk id="8" creationId="{A1E97D29-BFFD-B0FD-850A-25C53B35F719}"/>
          </ac:grpSpMkLst>
        </pc:grpChg>
        <pc:grpChg chg="add mod">
          <ac:chgData name="de-Jesus-Oliveira Victor-Adriel" userId="a708fc36-3c1b-42ab-b5e9-2e1fa3c6605e" providerId="ADAL" clId="{39AA12F0-CB51-4D67-A3A6-7C3EC2C345CA}" dt="2025-11-07T17:00:33.317" v="14"/>
          <ac:grpSpMkLst>
            <pc:docMk/>
            <pc:sldMk cId="1717017816" sldId="266"/>
            <ac:grpSpMk id="12" creationId="{282E0B7A-E60C-5FFB-F949-56CFF14D56DB}"/>
          </ac:grpSpMkLst>
        </pc:grpChg>
        <pc:picChg chg="add mod">
          <ac:chgData name="de-Jesus-Oliveira Victor-Adriel" userId="a708fc36-3c1b-42ab-b5e9-2e1fa3c6605e" providerId="ADAL" clId="{39AA12F0-CB51-4D67-A3A6-7C3EC2C345CA}" dt="2025-11-07T17:00:33.317" v="14"/>
          <ac:picMkLst>
            <pc:docMk/>
            <pc:sldMk cId="1717017816" sldId="266"/>
            <ac:picMk id="3" creationId="{0BE4BA3C-34BA-A52C-5B27-8802FDEEDD50}"/>
          </ac:picMkLst>
        </pc:picChg>
        <pc:picChg chg="mod">
          <ac:chgData name="de-Jesus-Oliveira Victor-Adriel" userId="a708fc36-3c1b-42ab-b5e9-2e1fa3c6605e" providerId="ADAL" clId="{39AA12F0-CB51-4D67-A3A6-7C3EC2C345CA}" dt="2025-11-07T17:00:33.317" v="14"/>
          <ac:picMkLst>
            <pc:docMk/>
            <pc:sldMk cId="1717017816" sldId="266"/>
            <ac:picMk id="9" creationId="{54344339-24AC-2A3F-2B20-E124145FDE31}"/>
          </ac:picMkLst>
        </pc:picChg>
        <pc:picChg chg="mod">
          <ac:chgData name="de-Jesus-Oliveira Victor-Adriel" userId="a708fc36-3c1b-42ab-b5e9-2e1fa3c6605e" providerId="ADAL" clId="{39AA12F0-CB51-4D67-A3A6-7C3EC2C345CA}" dt="2025-11-07T17:00:33.317" v="14"/>
          <ac:picMkLst>
            <pc:docMk/>
            <pc:sldMk cId="1717017816" sldId="266"/>
            <ac:picMk id="10" creationId="{53ABBF03-DCA5-7231-0431-35942CB2C9B6}"/>
          </ac:picMkLst>
        </pc:picChg>
        <pc:picChg chg="mod">
          <ac:chgData name="de-Jesus-Oliveira Victor-Adriel" userId="a708fc36-3c1b-42ab-b5e9-2e1fa3c6605e" providerId="ADAL" clId="{39AA12F0-CB51-4D67-A3A6-7C3EC2C345CA}" dt="2025-11-07T17:00:33.317" v="14"/>
          <ac:picMkLst>
            <pc:docMk/>
            <pc:sldMk cId="1717017816" sldId="266"/>
            <ac:picMk id="13" creationId="{714C5D2A-B721-3909-5DEC-BEB73A56C4BB}"/>
          </ac:picMkLst>
        </pc:picChg>
        <pc:picChg chg="mod">
          <ac:chgData name="de-Jesus-Oliveira Victor-Adriel" userId="a708fc36-3c1b-42ab-b5e9-2e1fa3c6605e" providerId="ADAL" clId="{39AA12F0-CB51-4D67-A3A6-7C3EC2C345CA}" dt="2025-11-07T17:00:33.317" v="14"/>
          <ac:picMkLst>
            <pc:docMk/>
            <pc:sldMk cId="1717017816" sldId="266"/>
            <ac:picMk id="14" creationId="{ACCDF6C9-DB10-B293-6DAD-4F7BC295FC55}"/>
          </ac:picMkLst>
        </pc:picChg>
        <pc:picChg chg="mod">
          <ac:chgData name="de-Jesus-Oliveira Victor-Adriel" userId="a708fc36-3c1b-42ab-b5e9-2e1fa3c6605e" providerId="ADAL" clId="{39AA12F0-CB51-4D67-A3A6-7C3EC2C345CA}" dt="2025-11-07T17:00:33.317" v="14"/>
          <ac:picMkLst>
            <pc:docMk/>
            <pc:sldMk cId="1717017816" sldId="266"/>
            <ac:picMk id="15" creationId="{656B19EE-F70D-9562-CAE9-63BDA13F11E0}"/>
          </ac:picMkLst>
        </pc:picChg>
      </pc:sldChg>
      <pc:sldChg chg="addSp modSp mod">
        <pc:chgData name="de-Jesus-Oliveira Victor-Adriel" userId="a708fc36-3c1b-42ab-b5e9-2e1fa3c6605e" providerId="ADAL" clId="{39AA12F0-CB51-4D67-A3A6-7C3EC2C345CA}" dt="2025-11-07T17:12:18.127" v="76" actId="6549"/>
        <pc:sldMkLst>
          <pc:docMk/>
          <pc:sldMk cId="171183961" sldId="267"/>
        </pc:sldMkLst>
        <pc:spChg chg="mod">
          <ac:chgData name="de-Jesus-Oliveira Victor-Adriel" userId="a708fc36-3c1b-42ab-b5e9-2e1fa3c6605e" providerId="ADAL" clId="{39AA12F0-CB51-4D67-A3A6-7C3EC2C345CA}" dt="2025-11-07T17:12:18.127" v="76" actId="6549"/>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6:00.869" v="63" actId="167"/>
          <ac:picMkLst>
            <pc:docMk/>
            <pc:sldMk cId="171183961" sldId="267"/>
            <ac:picMk id="4" creationId="{184EF624-089F-CA86-1078-0511D2BCF46E}"/>
          </ac:picMkLst>
        </pc:picChg>
      </pc:sldChg>
      <pc:sldChg chg="addSp delSp modSp mod">
        <pc:chgData name="de-Jesus-Oliveira Victor-Adriel" userId="a708fc36-3c1b-42ab-b5e9-2e1fa3c6605e" providerId="ADAL" clId="{39AA12F0-CB51-4D67-A3A6-7C3EC2C345CA}" dt="2025-11-09T06:51:32.105" v="99" actId="478"/>
        <pc:sldMkLst>
          <pc:docMk/>
          <pc:sldMk cId="3797596492" sldId="268"/>
        </pc:sldMkLst>
        <pc:spChg chg="ord">
          <ac:chgData name="de-Jesus-Oliveira Victor-Adriel" userId="a708fc36-3c1b-42ab-b5e9-2e1fa3c6605e" providerId="ADAL" clId="{39AA12F0-CB51-4D67-A3A6-7C3EC2C345CA}" dt="2025-11-08T14:07:50.675" v="84" actId="166"/>
          <ac:spMkLst>
            <pc:docMk/>
            <pc:sldMk cId="3797596492" sldId="268"/>
            <ac:spMk id="2" creationId="{A1CCEABA-0FB8-48DD-ADCE-6F844E6EA882}"/>
          </ac:spMkLst>
        </pc:spChg>
        <pc:grpChg chg="add del mod">
          <ac:chgData name="de-Jesus-Oliveira Victor-Adriel" userId="a708fc36-3c1b-42ab-b5e9-2e1fa3c6605e" providerId="ADAL" clId="{39AA12F0-CB51-4D67-A3A6-7C3EC2C345CA}" dt="2025-11-09T06:51:32.105" v="99" actId="478"/>
          <ac:grpSpMkLst>
            <pc:docMk/>
            <pc:sldMk cId="3797596492" sldId="268"/>
            <ac:grpSpMk id="5" creationId="{6712DCBF-BC95-655F-5035-E7BA540806B0}"/>
          </ac:grpSpMkLst>
        </pc:grpChg>
        <pc:grpChg chg="mod">
          <ac:chgData name="de-Jesus-Oliveira Victor-Adriel" userId="a708fc36-3c1b-42ab-b5e9-2e1fa3c6605e" providerId="ADAL" clId="{39AA12F0-CB51-4D67-A3A6-7C3EC2C345CA}" dt="2025-11-08T14:07:46.945" v="83"/>
          <ac:grpSpMkLst>
            <pc:docMk/>
            <pc:sldMk cId="3797596492" sldId="268"/>
            <ac:grpSpMk id="8" creationId="{37322443-059A-266D-BAED-6E44CE15B8A4}"/>
          </ac:grpSpMkLst>
        </pc:grpChg>
        <pc:grpChg chg="add mod">
          <ac:chgData name="de-Jesus-Oliveira Victor-Adriel" userId="a708fc36-3c1b-42ab-b5e9-2e1fa3c6605e" providerId="ADAL" clId="{39AA12F0-CB51-4D67-A3A6-7C3EC2C345CA}" dt="2025-11-09T06:51:18.874" v="94"/>
          <ac:grpSpMkLst>
            <pc:docMk/>
            <pc:sldMk cId="3797596492" sldId="268"/>
            <ac:grpSpMk id="12" creationId="{DA111F33-D9E9-6810-DB65-A4B9EEBFBBA5}"/>
          </ac:grpSpMkLst>
        </pc:grpChg>
        <pc:grpChg chg="mod">
          <ac:chgData name="de-Jesus-Oliveira Victor-Adriel" userId="a708fc36-3c1b-42ab-b5e9-2e1fa3c6605e" providerId="ADAL" clId="{39AA12F0-CB51-4D67-A3A6-7C3EC2C345CA}" dt="2025-11-09T06:51:18.874" v="94"/>
          <ac:grpSpMkLst>
            <pc:docMk/>
            <pc:sldMk cId="3797596492" sldId="268"/>
            <ac:grpSpMk id="14" creationId="{3B30F7E0-65AE-FA24-A01D-779F6844E797}"/>
          </ac:grpSpMkLst>
        </pc:grpChg>
        <pc:picChg chg="mod">
          <ac:chgData name="de-Jesus-Oliveira Victor-Adriel" userId="a708fc36-3c1b-42ab-b5e9-2e1fa3c6605e" providerId="ADAL" clId="{39AA12F0-CB51-4D67-A3A6-7C3EC2C345CA}" dt="2025-11-08T14:07:46.945" v="83"/>
          <ac:picMkLst>
            <pc:docMk/>
            <pc:sldMk cId="3797596492" sldId="268"/>
            <ac:picMk id="7" creationId="{092064C5-916E-7617-5C05-8F2B9831FCA1}"/>
          </ac:picMkLst>
        </pc:picChg>
        <pc:picChg chg="mod">
          <ac:chgData name="de-Jesus-Oliveira Victor-Adriel" userId="a708fc36-3c1b-42ab-b5e9-2e1fa3c6605e" providerId="ADAL" clId="{39AA12F0-CB51-4D67-A3A6-7C3EC2C345CA}" dt="2025-11-08T14:07:46.945" v="83"/>
          <ac:picMkLst>
            <pc:docMk/>
            <pc:sldMk cId="3797596492" sldId="268"/>
            <ac:picMk id="9" creationId="{58004351-8176-112F-2701-832B037F0927}"/>
          </ac:picMkLst>
        </pc:picChg>
        <pc:picChg chg="mod">
          <ac:chgData name="de-Jesus-Oliveira Victor-Adriel" userId="a708fc36-3c1b-42ab-b5e9-2e1fa3c6605e" providerId="ADAL" clId="{39AA12F0-CB51-4D67-A3A6-7C3EC2C345CA}" dt="2025-11-08T14:07:46.945" v="83"/>
          <ac:picMkLst>
            <pc:docMk/>
            <pc:sldMk cId="3797596492" sldId="268"/>
            <ac:picMk id="10" creationId="{4F3F885A-587E-54FE-CF28-C6D23DA0FFA8}"/>
          </ac:picMkLst>
        </pc:picChg>
        <pc:picChg chg="mod">
          <ac:chgData name="de-Jesus-Oliveira Victor-Adriel" userId="a708fc36-3c1b-42ab-b5e9-2e1fa3c6605e" providerId="ADAL" clId="{39AA12F0-CB51-4D67-A3A6-7C3EC2C345CA}" dt="2025-11-08T14:07:46.945" v="83"/>
          <ac:picMkLst>
            <pc:docMk/>
            <pc:sldMk cId="3797596492" sldId="268"/>
            <ac:picMk id="11" creationId="{36F8B357-E65F-04C6-EFCC-7EE30D296E35}"/>
          </ac:picMkLst>
        </pc:picChg>
        <pc:picChg chg="mod">
          <ac:chgData name="de-Jesus-Oliveira Victor-Adriel" userId="a708fc36-3c1b-42ab-b5e9-2e1fa3c6605e" providerId="ADAL" clId="{39AA12F0-CB51-4D67-A3A6-7C3EC2C345CA}" dt="2025-11-09T06:51:18.874" v="94"/>
          <ac:picMkLst>
            <pc:docMk/>
            <pc:sldMk cId="3797596492" sldId="268"/>
            <ac:picMk id="13" creationId="{A37B38D6-9BF2-8115-D17A-18DB0C99D84B}"/>
          </ac:picMkLst>
        </pc:picChg>
        <pc:picChg chg="mod">
          <ac:chgData name="de-Jesus-Oliveira Victor-Adriel" userId="a708fc36-3c1b-42ab-b5e9-2e1fa3c6605e" providerId="ADAL" clId="{39AA12F0-CB51-4D67-A3A6-7C3EC2C345CA}" dt="2025-11-09T06:51:18.874" v="94"/>
          <ac:picMkLst>
            <pc:docMk/>
            <pc:sldMk cId="3797596492" sldId="268"/>
            <ac:picMk id="15" creationId="{3C1C45FB-DFCB-82B9-55FB-DC3F0679B7B9}"/>
          </ac:picMkLst>
        </pc:picChg>
        <pc:picChg chg="mod">
          <ac:chgData name="de-Jesus-Oliveira Victor-Adriel" userId="a708fc36-3c1b-42ab-b5e9-2e1fa3c6605e" providerId="ADAL" clId="{39AA12F0-CB51-4D67-A3A6-7C3EC2C345CA}" dt="2025-11-09T06:51:18.874" v="94"/>
          <ac:picMkLst>
            <pc:docMk/>
            <pc:sldMk cId="3797596492" sldId="268"/>
            <ac:picMk id="16" creationId="{B79C64A5-87CB-7743-C2FA-6A97799AFAB7}"/>
          </ac:picMkLst>
        </pc:picChg>
        <pc:picChg chg="mod">
          <ac:chgData name="de-Jesus-Oliveira Victor-Adriel" userId="a708fc36-3c1b-42ab-b5e9-2e1fa3c6605e" providerId="ADAL" clId="{39AA12F0-CB51-4D67-A3A6-7C3EC2C345CA}" dt="2025-11-09T06:51:18.874" v="94"/>
          <ac:picMkLst>
            <pc:docMk/>
            <pc:sldMk cId="3797596492" sldId="268"/>
            <ac:picMk id="17" creationId="{6EA74FC3-BEAA-F50B-3EDF-E723EBC0B678}"/>
          </ac:picMkLst>
        </pc:picChg>
      </pc:sldChg>
      <pc:sldChg chg="addSp delSp modSp mod">
        <pc:chgData name="de-Jesus-Oliveira Victor-Adriel" userId="a708fc36-3c1b-42ab-b5e9-2e1fa3c6605e" providerId="ADAL" clId="{39AA12F0-CB51-4D67-A3A6-7C3EC2C345CA}" dt="2025-11-09T06:51:24.515" v="97" actId="478"/>
        <pc:sldMkLst>
          <pc:docMk/>
          <pc:sldMk cId="339145208" sldId="269"/>
        </pc:sldMkLst>
        <pc:spChg chg="ord">
          <ac:chgData name="de-Jesus-Oliveira Victor-Adriel" userId="a708fc36-3c1b-42ab-b5e9-2e1fa3c6605e" providerId="ADAL" clId="{39AA12F0-CB51-4D67-A3A6-7C3EC2C345CA}" dt="2025-11-08T14:08:03.998" v="88" actId="166"/>
          <ac:spMkLst>
            <pc:docMk/>
            <pc:sldMk cId="339145208" sldId="269"/>
            <ac:spMk id="105" creationId="{2EB3240F-7D30-F7A4-FAF7-5A404A21C50B}"/>
          </ac:spMkLst>
        </pc:spChg>
        <pc:grpChg chg="add del mod">
          <ac:chgData name="de-Jesus-Oliveira Victor-Adriel" userId="a708fc36-3c1b-42ab-b5e9-2e1fa3c6605e" providerId="ADAL" clId="{39AA12F0-CB51-4D67-A3A6-7C3EC2C345CA}" dt="2025-11-09T06:51:24.515" v="97" actId="478"/>
          <ac:grpSpMkLst>
            <pc:docMk/>
            <pc:sldMk cId="339145208" sldId="269"/>
            <ac:grpSpMk id="3" creationId="{410E6D37-1F7E-8F6F-4277-C8563D596ABF}"/>
          </ac:grpSpMkLst>
        </pc:grpChg>
        <pc:grpChg chg="mod">
          <ac:chgData name="de-Jesus-Oliveira Victor-Adriel" userId="a708fc36-3c1b-42ab-b5e9-2e1fa3c6605e" providerId="ADAL" clId="{39AA12F0-CB51-4D67-A3A6-7C3EC2C345CA}" dt="2025-11-08T14:07:59.911" v="87"/>
          <ac:grpSpMkLst>
            <pc:docMk/>
            <pc:sldMk cId="339145208" sldId="269"/>
            <ac:grpSpMk id="7" creationId="{629F63F3-D3B0-8ED8-017A-2F9E6A1A4D64}"/>
          </ac:grpSpMkLst>
        </pc:grpChg>
        <pc:grpChg chg="add mod">
          <ac:chgData name="de-Jesus-Oliveira Victor-Adriel" userId="a708fc36-3c1b-42ab-b5e9-2e1fa3c6605e" providerId="ADAL" clId="{39AA12F0-CB51-4D67-A3A6-7C3EC2C345CA}" dt="2025-11-09T06:51:21.207" v="96"/>
          <ac:grpSpMkLst>
            <pc:docMk/>
            <pc:sldMk cId="339145208" sldId="269"/>
            <ac:grpSpMk id="18" creationId="{B0860EC0-885D-AE58-17CE-6132CEC555A5}"/>
          </ac:grpSpMkLst>
        </pc:grpChg>
        <pc:grpChg chg="mod">
          <ac:chgData name="de-Jesus-Oliveira Victor-Adriel" userId="a708fc36-3c1b-42ab-b5e9-2e1fa3c6605e" providerId="ADAL" clId="{39AA12F0-CB51-4D67-A3A6-7C3EC2C345CA}" dt="2025-11-09T06:51:21.207" v="96"/>
          <ac:grpSpMkLst>
            <pc:docMk/>
            <pc:sldMk cId="339145208" sldId="269"/>
            <ac:grpSpMk id="20" creationId="{CDDCAFC0-3396-9B56-FEFE-111C38FB8A85}"/>
          </ac:grpSpMkLst>
        </pc:grpChg>
        <pc:picChg chg="mod">
          <ac:chgData name="de-Jesus-Oliveira Victor-Adriel" userId="a708fc36-3c1b-42ab-b5e9-2e1fa3c6605e" providerId="ADAL" clId="{39AA12F0-CB51-4D67-A3A6-7C3EC2C345CA}" dt="2025-11-08T14:07:59.911" v="87"/>
          <ac:picMkLst>
            <pc:docMk/>
            <pc:sldMk cId="339145208" sldId="269"/>
            <ac:picMk id="5" creationId="{5356BE48-2C49-54C9-80C7-23787F9A56E4}"/>
          </ac:picMkLst>
        </pc:picChg>
        <pc:picChg chg="mod">
          <ac:chgData name="de-Jesus-Oliveira Victor-Adriel" userId="a708fc36-3c1b-42ab-b5e9-2e1fa3c6605e" providerId="ADAL" clId="{39AA12F0-CB51-4D67-A3A6-7C3EC2C345CA}" dt="2025-11-08T14:07:59.911" v="87"/>
          <ac:picMkLst>
            <pc:docMk/>
            <pc:sldMk cId="339145208" sldId="269"/>
            <ac:picMk id="10" creationId="{88DA62A4-B0AE-2B57-0217-D5EE992AD9DD}"/>
          </ac:picMkLst>
        </pc:picChg>
        <pc:picChg chg="mod">
          <ac:chgData name="de-Jesus-Oliveira Victor-Adriel" userId="a708fc36-3c1b-42ab-b5e9-2e1fa3c6605e" providerId="ADAL" clId="{39AA12F0-CB51-4D67-A3A6-7C3EC2C345CA}" dt="2025-11-08T14:07:59.911" v="87"/>
          <ac:picMkLst>
            <pc:docMk/>
            <pc:sldMk cId="339145208" sldId="269"/>
            <ac:picMk id="13" creationId="{C7B606ED-D6CE-563F-8A51-8143B3FEC463}"/>
          </ac:picMkLst>
        </pc:picChg>
        <pc:picChg chg="mod">
          <ac:chgData name="de-Jesus-Oliveira Victor-Adriel" userId="a708fc36-3c1b-42ab-b5e9-2e1fa3c6605e" providerId="ADAL" clId="{39AA12F0-CB51-4D67-A3A6-7C3EC2C345CA}" dt="2025-11-08T14:07:59.911" v="87"/>
          <ac:picMkLst>
            <pc:docMk/>
            <pc:sldMk cId="339145208" sldId="269"/>
            <ac:picMk id="17" creationId="{4AF1F056-96A1-9CF8-CFAC-284976CBB69D}"/>
          </ac:picMkLst>
        </pc:picChg>
        <pc:picChg chg="mod">
          <ac:chgData name="de-Jesus-Oliveira Victor-Adriel" userId="a708fc36-3c1b-42ab-b5e9-2e1fa3c6605e" providerId="ADAL" clId="{39AA12F0-CB51-4D67-A3A6-7C3EC2C345CA}" dt="2025-11-09T06:51:21.207" v="96"/>
          <ac:picMkLst>
            <pc:docMk/>
            <pc:sldMk cId="339145208" sldId="269"/>
            <ac:picMk id="19" creationId="{7DBEBF9D-C56C-5EC9-7934-38BF63BC6F34}"/>
          </ac:picMkLst>
        </pc:picChg>
        <pc:picChg chg="mod">
          <ac:chgData name="de-Jesus-Oliveira Victor-Adriel" userId="a708fc36-3c1b-42ab-b5e9-2e1fa3c6605e" providerId="ADAL" clId="{39AA12F0-CB51-4D67-A3A6-7C3EC2C345CA}" dt="2025-11-09T06:51:21.207" v="96"/>
          <ac:picMkLst>
            <pc:docMk/>
            <pc:sldMk cId="339145208" sldId="269"/>
            <ac:picMk id="21" creationId="{7CAC527A-8BB8-2E41-03EF-2C85D203F841}"/>
          </ac:picMkLst>
        </pc:picChg>
        <pc:picChg chg="mod">
          <ac:chgData name="de-Jesus-Oliveira Victor-Adriel" userId="a708fc36-3c1b-42ab-b5e9-2e1fa3c6605e" providerId="ADAL" clId="{39AA12F0-CB51-4D67-A3A6-7C3EC2C345CA}" dt="2025-11-09T06:51:21.207" v="96"/>
          <ac:picMkLst>
            <pc:docMk/>
            <pc:sldMk cId="339145208" sldId="269"/>
            <ac:picMk id="22" creationId="{E2E71766-82E3-7575-ACD2-DD8BA4398C19}"/>
          </ac:picMkLst>
        </pc:picChg>
        <pc:picChg chg="mod">
          <ac:chgData name="de-Jesus-Oliveira Victor-Adriel" userId="a708fc36-3c1b-42ab-b5e9-2e1fa3c6605e" providerId="ADAL" clId="{39AA12F0-CB51-4D67-A3A6-7C3EC2C345CA}" dt="2025-11-09T06:51:21.207" v="96"/>
          <ac:picMkLst>
            <pc:docMk/>
            <pc:sldMk cId="339145208" sldId="269"/>
            <ac:picMk id="23" creationId="{AD6C9C60-E2A6-D7A3-A933-9CDB33CFEDA4}"/>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1.png"/><Relationship Id="rId7"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5.png"/><Relationship Id="rId7"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9.png"/><Relationship Id="rId4" Type="http://schemas.openxmlformats.org/officeDocument/2006/relationships/image" Target="../media/image16.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 Id="rId1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2.png"/><Relationship Id="rId7" Type="http://schemas.openxmlformats.org/officeDocument/2006/relationships/image" Target="../media/image8.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7.png"/><Relationship Id="rId3" Type="http://schemas.openxmlformats.org/officeDocument/2006/relationships/image" Target="../media/image20.png"/><Relationship Id="rId7" Type="http://schemas.openxmlformats.org/officeDocument/2006/relationships/image" Target="../media/image34.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5" Type="http://schemas.openxmlformats.org/officeDocument/2006/relationships/image" Target="../media/image9.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 Id="rId1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596421"/>
            <a:ext cx="4497388" cy="230832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lvl="0" algn="ctr" defTabSz="457200">
              <a:lnSpc>
                <a:spcPct val="100000"/>
              </a:lnSpc>
              <a:spcBef>
                <a:spcPts val="0"/>
              </a:spcBef>
              <a:defRPr/>
            </a:pPr>
            <a:r>
              <a:rPr lang="es-419" sz="4800" dirty="0">
                <a:latin typeface="Pangolin" panose="00000500000000000000" pitchFamily="2" charset="0"/>
                <a:ea typeface="+mn-ea"/>
                <a:cs typeface="+mn-cs"/>
              </a:rPr>
              <a:t>Medidas de Tendencia Central</a:t>
            </a:r>
            <a:endParaRPr kumimoji="0" lang="es-419"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112920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3647152"/>
          </a:xfrm>
          <a:prstGeom prst="rect">
            <a:avLst/>
          </a:prstGeom>
          <a:noFill/>
        </p:spPr>
        <p:txBody>
          <a:bodyPr wrap="square" rtlCol="0">
            <a:spAutoFit/>
          </a:bodyPr>
          <a:lstStyle/>
          <a:p>
            <a:r>
              <a:rPr lang="es-ES" sz="1100" dirty="0">
                <a:latin typeface="Segoe UI" panose="020B0502040204020203" pitchFamily="34" charset="0"/>
                <a:cs typeface="Segoe UI" panose="020B0502040204020203" pitchFamily="34" charset="0"/>
              </a:rPr>
              <a:t>Este cómic fue creado como parte del proyecto de investigación </a:t>
            </a:r>
            <a:r>
              <a:rPr lang="es-ES" sz="1100" dirty="0" err="1">
                <a:latin typeface="Segoe UI" panose="020B0502040204020203" pitchFamily="34" charset="0"/>
                <a:cs typeface="Segoe UI" panose="020B0502040204020203" pitchFamily="34" charset="0"/>
              </a:rPr>
              <a:t>Comixplain</a:t>
            </a:r>
            <a:r>
              <a:rPr lang="es-ES" sz="1100" dirty="0">
                <a:latin typeface="Segoe UI" panose="020B0502040204020203" pitchFamily="34" charset="0"/>
                <a:cs typeface="Segoe UI" panose="020B0502040204020203" pitchFamily="34" charset="0"/>
              </a:rPr>
              <a:t>, financiado por la Universidad de Ciencias Aplicadas de St. </a:t>
            </a:r>
            <a:r>
              <a:rPr lang="es-ES" sz="1100" dirty="0" err="1">
                <a:latin typeface="Segoe UI" panose="020B0502040204020203" pitchFamily="34" charset="0"/>
                <a:cs typeface="Segoe UI" panose="020B0502040204020203" pitchFamily="34" charset="0"/>
              </a:rPr>
              <a:t>Pölten</a:t>
            </a:r>
            <a:r>
              <a:rPr lang="es-ES" sz="1100" dirty="0">
                <a:latin typeface="Segoe UI" panose="020B0502040204020203" pitchFamily="34" charset="0"/>
                <a:cs typeface="Segoe UI" panose="020B0502040204020203" pitchFamily="34" charset="0"/>
              </a:rPr>
              <a:t> (USTP) a través del </a:t>
            </a:r>
            <a:r>
              <a:rPr lang="es-ES" sz="1100" dirty="0" err="1">
                <a:latin typeface="Segoe UI" panose="020B0502040204020203" pitchFamily="34" charset="0"/>
                <a:cs typeface="Segoe UI" panose="020B0502040204020203" pitchFamily="34" charset="0"/>
              </a:rPr>
              <a:t>Innovation</a:t>
            </a:r>
            <a:r>
              <a:rPr lang="es-ES" sz="1100" dirty="0">
                <a:latin typeface="Segoe UI" panose="020B0502040204020203" pitchFamily="34" charset="0"/>
                <a:cs typeface="Segoe UI" panose="020B0502040204020203" pitchFamily="34" charset="0"/>
              </a:rPr>
              <a:t> </a:t>
            </a:r>
            <a:r>
              <a:rPr lang="es-ES" sz="1100" dirty="0" err="1">
                <a:latin typeface="Segoe UI" panose="020B0502040204020203" pitchFamily="34" charset="0"/>
                <a:cs typeface="Segoe UI" panose="020B0502040204020203" pitchFamily="34" charset="0"/>
              </a:rPr>
              <a:t>Call</a:t>
            </a:r>
            <a:r>
              <a:rPr lang="es-ES" sz="1100" dirty="0">
                <a:latin typeface="Segoe UI" panose="020B0502040204020203" pitchFamily="34" charset="0"/>
                <a:cs typeface="Segoe UI" panose="020B0502040204020203" pitchFamily="34" charset="0"/>
              </a:rPr>
              <a:t> 2022.</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Equipo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Contacto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Ilustraciones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Traducción:</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Yhonatan Jesus Iquiapaza</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0BE4BA3C-34BA-A52C-5B27-8802FDEEDD50}"/>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39FCF513-6875-2145-6085-360B3F90D813}"/>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A1E97D29-BFFD-B0FD-850A-25C53B35F719}"/>
              </a:ext>
              <a:ext uri="{C183D7F6-B498-43B3-948B-1728B52AA6E4}">
                <adec:decorative xmlns:adec="http://schemas.microsoft.com/office/drawing/2017/decorative" val="1"/>
              </a:ext>
            </a:extLst>
          </p:cNvPr>
          <p:cNvGrpSpPr/>
          <p:nvPr/>
        </p:nvGrpSpPr>
        <p:grpSpPr>
          <a:xfrm>
            <a:off x="681828" y="4408738"/>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54344339-24AC-2A3F-2B20-E124145FDE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53ABBF03-DCA5-7231-0431-35942CB2C9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AC288AD9-D2B2-DE3A-0B84-68DAFD9620F7}"/>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Medidas de Tendencia Central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282E0B7A-E60C-5FFB-F949-56CFF14D56D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714C5D2A-B721-3909-5DEC-BEB73A56C4BB}"/>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ACCDF6C9-DB10-B293-6DAD-4F7BC295FC55}"/>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656B19EE-F70D-9562-CAE9-63BDA13F11E0}"/>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3615030"/>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4" name="Rechteck 23">
            <a:extLst>
              <a:ext uri="{FF2B5EF4-FFF2-40B4-BE49-F238E27FC236}">
                <a16:creationId xmlns:a16="http://schemas.microsoft.com/office/drawing/2014/main" id="{B9000AE5-3094-F938-1A2D-423D40E2A8B9}"/>
              </a:ext>
              <a:ext uri="{C183D7F6-B498-43B3-948B-1728B52AA6E4}">
                <adec:decorative xmlns:adec="http://schemas.microsoft.com/office/drawing/2017/decorative" val="1"/>
              </a:ext>
            </a:extLst>
          </p:cNvPr>
          <p:cNvSpPr/>
          <p:nvPr/>
        </p:nvSpPr>
        <p:spPr>
          <a:xfrm>
            <a:off x="4454526" y="3622825"/>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0" name="Title">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2" name="Page" descr="Page 1">
            <a:extLst>
              <a:ext uri="{FF2B5EF4-FFF2-40B4-BE49-F238E27FC236}">
                <a16:creationId xmlns:a16="http://schemas.microsoft.com/office/drawing/2014/main" id="{1D6318BD-2508-770C-1108-C765666AC34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p>
        </p:txBody>
      </p:sp>
      <p:sp>
        <p:nvSpPr>
          <p:cNvPr id="25" name="Rechteck 001" descr="É um dia agitado no escritório central...">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000" dirty="0">
                <a:solidFill>
                  <a:schemeClr val="tx1"/>
                </a:solidFill>
                <a:latin typeface="Pangolin" panose="00000500000000000000" pitchFamily="2" charset="0"/>
              </a:rPr>
              <a:t>Es un día ocupado en la
oficina central...</a:t>
            </a:r>
            <a:endParaRPr lang="de-AT" sz="1000" dirty="0">
              <a:solidFill>
                <a:schemeClr val="tx1"/>
              </a:solidFill>
              <a:latin typeface="Pangolin" panose="00000500000000000000" pitchFamily="2" charset="0"/>
            </a:endParaRP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789296" cy="350703"/>
          </a:xfrm>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3286" y="30316"/>
                  <a:pt x="27577" y="-3395"/>
                  <a:pt x="58452" y="0"/>
                </a:cubicBezTo>
                <a:cubicBezTo>
                  <a:pt x="85717" y="3205"/>
                  <a:pt x="110865" y="3344"/>
                  <a:pt x="131549" y="0"/>
                </a:cubicBezTo>
                <a:lnTo>
                  <a:pt x="131549" y="0"/>
                </a:lnTo>
                <a:cubicBezTo>
                  <a:pt x="163950" y="2630"/>
                  <a:pt x="273091" y="16562"/>
                  <a:pt x="328873" y="0"/>
                </a:cubicBezTo>
                <a:cubicBezTo>
                  <a:pt x="506423" y="2816"/>
                  <a:pt x="615770" y="-14462"/>
                  <a:pt x="730844" y="0"/>
                </a:cubicBezTo>
                <a:cubicBezTo>
                  <a:pt x="762886" y="4168"/>
                  <a:pt x="790326" y="24451"/>
                  <a:pt x="789296" y="58452"/>
                </a:cubicBezTo>
                <a:cubicBezTo>
                  <a:pt x="793427" y="126735"/>
                  <a:pt x="787601" y="163845"/>
                  <a:pt x="789296" y="204577"/>
                </a:cubicBezTo>
                <a:lnTo>
                  <a:pt x="789296" y="204577"/>
                </a:lnTo>
                <a:cubicBezTo>
                  <a:pt x="787612" y="243000"/>
                  <a:pt x="790378" y="272475"/>
                  <a:pt x="789296" y="292253"/>
                </a:cubicBezTo>
                <a:lnTo>
                  <a:pt x="789296" y="292251"/>
                </a:lnTo>
                <a:cubicBezTo>
                  <a:pt x="783946" y="320539"/>
                  <a:pt x="764427" y="346745"/>
                  <a:pt x="730844" y="350703"/>
                </a:cubicBezTo>
                <a:cubicBezTo>
                  <a:pt x="556434" y="338283"/>
                  <a:pt x="426385" y="356072"/>
                  <a:pt x="328873" y="350703"/>
                </a:cubicBezTo>
                <a:cubicBezTo>
                  <a:pt x="203235" y="413121"/>
                  <a:pt x="142149" y="461157"/>
                  <a:pt x="68266" y="506068"/>
                </a:cubicBezTo>
                <a:cubicBezTo>
                  <a:pt x="88414" y="442141"/>
                  <a:pt x="114688" y="398886"/>
                  <a:pt x="131549" y="350703"/>
                </a:cubicBezTo>
                <a:cubicBezTo>
                  <a:pt x="97243" y="356397"/>
                  <a:pt x="73604" y="349183"/>
                  <a:pt x="58452" y="350703"/>
                </a:cubicBezTo>
                <a:cubicBezTo>
                  <a:pt x="28340" y="345776"/>
                  <a:pt x="-4733" y="327241"/>
                  <a:pt x="0" y="292251"/>
                </a:cubicBezTo>
                <a:lnTo>
                  <a:pt x="0" y="292253"/>
                </a:lnTo>
                <a:cubicBezTo>
                  <a:pt x="-7295" y="271871"/>
                  <a:pt x="-5394" y="247747"/>
                  <a:pt x="0" y="204577"/>
                </a:cubicBezTo>
                <a:lnTo>
                  <a:pt x="0" y="204577"/>
                </a:lnTo>
                <a:cubicBezTo>
                  <a:pt x="-6013" y="161802"/>
                  <a:pt x="-6551" y="120325"/>
                  <a:pt x="0" y="58452"/>
                </a:cubicBezTo>
                <a:close/>
              </a:path>
              <a:path w="789296" h="350703" stroke="0" extrusionOk="0">
                <a:moveTo>
                  <a:pt x="0" y="58452"/>
                </a:moveTo>
                <a:cubicBezTo>
                  <a:pt x="-4945" y="26631"/>
                  <a:pt x="31795" y="1625"/>
                  <a:pt x="58452" y="0"/>
                </a:cubicBezTo>
                <a:cubicBezTo>
                  <a:pt x="74093" y="1301"/>
                  <a:pt x="98027" y="-1222"/>
                  <a:pt x="131549" y="0"/>
                </a:cubicBezTo>
                <a:lnTo>
                  <a:pt x="131549" y="0"/>
                </a:lnTo>
                <a:cubicBezTo>
                  <a:pt x="214393" y="-10912"/>
                  <a:pt x="227547" y="2343"/>
                  <a:pt x="328873" y="0"/>
                </a:cubicBezTo>
                <a:cubicBezTo>
                  <a:pt x="488635" y="-20642"/>
                  <a:pt x="564072" y="3899"/>
                  <a:pt x="730844" y="0"/>
                </a:cubicBezTo>
                <a:cubicBezTo>
                  <a:pt x="769061" y="6243"/>
                  <a:pt x="780588" y="32758"/>
                  <a:pt x="789296" y="58452"/>
                </a:cubicBezTo>
                <a:cubicBezTo>
                  <a:pt x="793618" y="110300"/>
                  <a:pt x="792777" y="150224"/>
                  <a:pt x="789296" y="204577"/>
                </a:cubicBezTo>
                <a:lnTo>
                  <a:pt x="789296" y="204577"/>
                </a:lnTo>
                <a:cubicBezTo>
                  <a:pt x="790889" y="245034"/>
                  <a:pt x="787078" y="275217"/>
                  <a:pt x="789296" y="292253"/>
                </a:cubicBezTo>
                <a:lnTo>
                  <a:pt x="789296" y="292251"/>
                </a:lnTo>
                <a:cubicBezTo>
                  <a:pt x="796643" y="320301"/>
                  <a:pt x="765062" y="357372"/>
                  <a:pt x="730844" y="350703"/>
                </a:cubicBezTo>
                <a:cubicBezTo>
                  <a:pt x="532160" y="350278"/>
                  <a:pt x="490755" y="358266"/>
                  <a:pt x="328873" y="350703"/>
                </a:cubicBezTo>
                <a:cubicBezTo>
                  <a:pt x="213244" y="419346"/>
                  <a:pt x="170333" y="457959"/>
                  <a:pt x="68266" y="506068"/>
                </a:cubicBezTo>
                <a:cubicBezTo>
                  <a:pt x="93033" y="427112"/>
                  <a:pt x="116162" y="382131"/>
                  <a:pt x="131549" y="350703"/>
                </a:cubicBezTo>
                <a:cubicBezTo>
                  <a:pt x="109160" y="351036"/>
                  <a:pt x="90954" y="354882"/>
                  <a:pt x="58452" y="350703"/>
                </a:cubicBezTo>
                <a:cubicBezTo>
                  <a:pt x="23239" y="352196"/>
                  <a:pt x="-3981" y="323544"/>
                  <a:pt x="0" y="292251"/>
                </a:cubicBezTo>
                <a:lnTo>
                  <a:pt x="0" y="292253"/>
                </a:lnTo>
                <a:cubicBezTo>
                  <a:pt x="583" y="261647"/>
                  <a:pt x="6233" y="232063"/>
                  <a:pt x="0" y="204577"/>
                </a:cubicBezTo>
                <a:lnTo>
                  <a:pt x="0" y="204577"/>
                </a:lnTo>
                <a:cubicBezTo>
                  <a:pt x="5454" y="167238"/>
                  <a:pt x="-1877" y="108929"/>
                  <a:pt x="0" y="58452"/>
                </a:cubicBezTo>
                <a:close/>
              </a:path>
              <a:path w="789296" h="350703" fill="none" stroke="0" extrusionOk="0">
                <a:moveTo>
                  <a:pt x="0" y="58452"/>
                </a:moveTo>
                <a:cubicBezTo>
                  <a:pt x="-2573" y="25531"/>
                  <a:pt x="33850" y="-8008"/>
                  <a:pt x="58452" y="0"/>
                </a:cubicBezTo>
                <a:cubicBezTo>
                  <a:pt x="80750" y="2352"/>
                  <a:pt x="108653" y="-925"/>
                  <a:pt x="131549" y="0"/>
                </a:cubicBezTo>
                <a:lnTo>
                  <a:pt x="131549" y="0"/>
                </a:lnTo>
                <a:cubicBezTo>
                  <a:pt x="173885" y="8771"/>
                  <a:pt x="272815" y="3516"/>
                  <a:pt x="328873" y="0"/>
                </a:cubicBezTo>
                <a:cubicBezTo>
                  <a:pt x="522451" y="-2592"/>
                  <a:pt x="620939" y="-11339"/>
                  <a:pt x="730844" y="0"/>
                </a:cubicBezTo>
                <a:cubicBezTo>
                  <a:pt x="766426" y="4386"/>
                  <a:pt x="792300" y="20563"/>
                  <a:pt x="789296" y="58452"/>
                </a:cubicBezTo>
                <a:cubicBezTo>
                  <a:pt x="797690" y="133527"/>
                  <a:pt x="795617" y="161621"/>
                  <a:pt x="789296" y="204577"/>
                </a:cubicBezTo>
                <a:lnTo>
                  <a:pt x="789296" y="204577"/>
                </a:lnTo>
                <a:cubicBezTo>
                  <a:pt x="784214" y="244691"/>
                  <a:pt x="783959" y="274298"/>
                  <a:pt x="789296" y="292253"/>
                </a:cubicBezTo>
                <a:lnTo>
                  <a:pt x="789296" y="292251"/>
                </a:lnTo>
                <a:cubicBezTo>
                  <a:pt x="796346" y="326693"/>
                  <a:pt x="769695" y="341030"/>
                  <a:pt x="730844" y="350703"/>
                </a:cubicBezTo>
                <a:cubicBezTo>
                  <a:pt x="552524" y="342030"/>
                  <a:pt x="412552" y="350344"/>
                  <a:pt x="328873" y="350703"/>
                </a:cubicBezTo>
                <a:cubicBezTo>
                  <a:pt x="204058" y="404317"/>
                  <a:pt x="150796" y="459299"/>
                  <a:pt x="68266" y="506068"/>
                </a:cubicBezTo>
                <a:cubicBezTo>
                  <a:pt x="100545" y="432533"/>
                  <a:pt x="110039" y="394421"/>
                  <a:pt x="131549" y="350703"/>
                </a:cubicBezTo>
                <a:cubicBezTo>
                  <a:pt x="97201" y="353955"/>
                  <a:pt x="72217" y="352435"/>
                  <a:pt x="58452" y="350703"/>
                </a:cubicBezTo>
                <a:cubicBezTo>
                  <a:pt x="28387" y="348045"/>
                  <a:pt x="-4100" y="323222"/>
                  <a:pt x="0" y="292251"/>
                </a:cubicBezTo>
                <a:lnTo>
                  <a:pt x="0" y="292253"/>
                </a:lnTo>
                <a:cubicBezTo>
                  <a:pt x="-5530" y="275420"/>
                  <a:pt x="3085" y="241497"/>
                  <a:pt x="0" y="204577"/>
                </a:cubicBezTo>
                <a:lnTo>
                  <a:pt x="0" y="204577"/>
                </a:lnTo>
                <a:cubicBezTo>
                  <a:pt x="-2415" y="158292"/>
                  <a:pt x="2684" y="123875"/>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863" y="26686"/>
                          <a:pt x="26998" y="-5765"/>
                          <a:pt x="58452" y="0"/>
                        </a:cubicBezTo>
                        <a:cubicBezTo>
                          <a:pt x="82603" y="1903"/>
                          <a:pt x="112842" y="816"/>
                          <a:pt x="131549" y="0"/>
                        </a:cubicBezTo>
                        <a:lnTo>
                          <a:pt x="131549" y="0"/>
                        </a:lnTo>
                        <a:cubicBezTo>
                          <a:pt x="174751" y="7814"/>
                          <a:pt x="278826" y="7650"/>
                          <a:pt x="328873" y="0"/>
                        </a:cubicBezTo>
                        <a:cubicBezTo>
                          <a:pt x="512764" y="-752"/>
                          <a:pt x="609522" y="-14555"/>
                          <a:pt x="730844" y="0"/>
                        </a:cubicBezTo>
                        <a:cubicBezTo>
                          <a:pt x="765363" y="3983"/>
                          <a:pt x="789862" y="25586"/>
                          <a:pt x="789296" y="58452"/>
                        </a:cubicBezTo>
                        <a:cubicBezTo>
                          <a:pt x="796129" y="129846"/>
                          <a:pt x="792729" y="159959"/>
                          <a:pt x="789296" y="204577"/>
                        </a:cubicBezTo>
                        <a:lnTo>
                          <a:pt x="789296" y="204577"/>
                        </a:lnTo>
                        <a:cubicBezTo>
                          <a:pt x="785891" y="242563"/>
                          <a:pt x="787838" y="273195"/>
                          <a:pt x="789296" y="292253"/>
                        </a:cubicBezTo>
                        <a:lnTo>
                          <a:pt x="789296" y="292251"/>
                        </a:lnTo>
                        <a:cubicBezTo>
                          <a:pt x="789681" y="325948"/>
                          <a:pt x="763294" y="344728"/>
                          <a:pt x="730844" y="350703"/>
                        </a:cubicBezTo>
                        <a:cubicBezTo>
                          <a:pt x="549753" y="345178"/>
                          <a:pt x="432462" y="365696"/>
                          <a:pt x="328873" y="350703"/>
                        </a:cubicBezTo>
                        <a:cubicBezTo>
                          <a:pt x="209773" y="407577"/>
                          <a:pt x="136784" y="466828"/>
                          <a:pt x="68266" y="506068"/>
                        </a:cubicBezTo>
                        <a:cubicBezTo>
                          <a:pt x="95960" y="435598"/>
                          <a:pt x="115639" y="399481"/>
                          <a:pt x="131549" y="350703"/>
                        </a:cubicBezTo>
                        <a:cubicBezTo>
                          <a:pt x="96528" y="353766"/>
                          <a:pt x="73544" y="351327"/>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789296" h="350703" stroke="0" extrusionOk="0">
                        <a:moveTo>
                          <a:pt x="0" y="58452"/>
                        </a:moveTo>
                        <a:cubicBezTo>
                          <a:pt x="-6542" y="21753"/>
                          <a:pt x="29167" y="-981"/>
                          <a:pt x="58452" y="0"/>
                        </a:cubicBezTo>
                        <a:cubicBezTo>
                          <a:pt x="79434" y="532"/>
                          <a:pt x="103827" y="-1635"/>
                          <a:pt x="131549" y="0"/>
                        </a:cubicBezTo>
                        <a:lnTo>
                          <a:pt x="131549" y="0"/>
                        </a:lnTo>
                        <a:cubicBezTo>
                          <a:pt x="208510" y="-9593"/>
                          <a:pt x="233073" y="1287"/>
                          <a:pt x="328873" y="0"/>
                        </a:cubicBezTo>
                        <a:cubicBezTo>
                          <a:pt x="465973" y="-12199"/>
                          <a:pt x="570545" y="-8960"/>
                          <a:pt x="730844" y="0"/>
                        </a:cubicBezTo>
                        <a:cubicBezTo>
                          <a:pt x="766983" y="3605"/>
                          <a:pt x="784548" y="27536"/>
                          <a:pt x="789296" y="58452"/>
                        </a:cubicBezTo>
                        <a:cubicBezTo>
                          <a:pt x="789573" y="102424"/>
                          <a:pt x="791926" y="147534"/>
                          <a:pt x="789296" y="204577"/>
                        </a:cubicBezTo>
                        <a:lnTo>
                          <a:pt x="789296" y="204577"/>
                        </a:lnTo>
                        <a:cubicBezTo>
                          <a:pt x="790693" y="245793"/>
                          <a:pt x="787251" y="274671"/>
                          <a:pt x="789296" y="292253"/>
                        </a:cubicBezTo>
                        <a:lnTo>
                          <a:pt x="789296" y="292251"/>
                        </a:lnTo>
                        <a:cubicBezTo>
                          <a:pt x="794845" y="323218"/>
                          <a:pt x="764056" y="350763"/>
                          <a:pt x="730844" y="350703"/>
                        </a:cubicBezTo>
                        <a:cubicBezTo>
                          <a:pt x="532315" y="356035"/>
                          <a:pt x="486948" y="356403"/>
                          <a:pt x="328873" y="350703"/>
                        </a:cubicBezTo>
                        <a:cubicBezTo>
                          <a:pt x="214363" y="424568"/>
                          <a:pt x="161249" y="463075"/>
                          <a:pt x="68266" y="506068"/>
                        </a:cubicBezTo>
                        <a:cubicBezTo>
                          <a:pt x="91048" y="436209"/>
                          <a:pt x="107305" y="388064"/>
                          <a:pt x="131549" y="350703"/>
                        </a:cubicBezTo>
                        <a:cubicBezTo>
                          <a:pt x="108450" y="354321"/>
                          <a:pt x="90467" y="35119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suspiro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002" descr="Ei novato, você está pronto para a tua apresentação de hoje?">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es-ES" sz="1000" dirty="0">
                <a:latin typeface="Pangolin" panose="00000500000000000000" pitchFamily="2" charset="0"/>
              </a:rPr>
              <a:t>Oye novato, ¿estás listo para tu presentación de hoy?</a:t>
            </a:r>
            <a:endParaRPr lang="de-AT" sz="1000" dirty="0">
              <a:solidFill>
                <a:schemeClr val="tx1"/>
              </a:solidFill>
              <a:latin typeface="Pangolin" panose="00000500000000000000" pitchFamily="2" charset="0"/>
            </a:endParaRPr>
          </a:p>
        </p:txBody>
      </p:sp>
      <p:sp>
        <p:nvSpPr>
          <p:cNvPr id="30" name="Textfeld 003" descr="Na verdade, não... Coletei muitos dados, mas só tenho alguns minutos para apresentar tudo!&#10;&#10;">
            <a:extLst>
              <a:ext uri="{FF2B5EF4-FFF2-40B4-BE49-F238E27FC236}">
                <a16:creationId xmlns:a16="http://schemas.microsoft.com/office/drawing/2014/main" id="{6EF1BE89-8274-41B4-9325-6208789C84BA}"/>
              </a:ext>
            </a:extLst>
          </p:cNvPr>
          <p:cNvSpPr txBox="1"/>
          <p:nvPr/>
        </p:nvSpPr>
        <p:spPr>
          <a:xfrm>
            <a:off x="2403473" y="3666008"/>
            <a:ext cx="2087499"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En realidad, no… Recolecté muchos datos, pero solo tengo pocos minutos para presentar todo. </a:t>
            </a:r>
          </a:p>
        </p:txBody>
      </p:sp>
      <p:sp>
        <p:nvSpPr>
          <p:cNvPr id="31" name="Textfeld 004" descr="Por que você não mostra apenas os aspectos mais interessantes?&#10;">
            <a:extLst>
              <a:ext uri="{FF2B5EF4-FFF2-40B4-BE49-F238E27FC236}">
                <a16:creationId xmlns:a16="http://schemas.microsoft.com/office/drawing/2014/main" id="{735FDD67-08E8-4151-8A65-D74BC6B368CC}"/>
              </a:ext>
            </a:extLst>
          </p:cNvPr>
          <p:cNvSpPr txBox="1"/>
          <p:nvPr/>
        </p:nvSpPr>
        <p:spPr>
          <a:xfrm>
            <a:off x="3281962" y="4460809"/>
            <a:ext cx="1034677" cy="861774"/>
          </a:xfrm>
          <a:prstGeom prst="rect">
            <a:avLst/>
          </a:prstGeom>
          <a:noFill/>
        </p:spPr>
        <p:txBody>
          <a:bodyPr wrap="square">
            <a:spAutoFit/>
          </a:bodyPr>
          <a:lstStyle/>
          <a:p>
            <a:pPr algn="ctr"/>
            <a:r>
              <a:rPr lang="es-ES" sz="1000">
                <a:latin typeface="Pangolin" panose="00000500000000000000" pitchFamily="2" charset="0"/>
              </a:rPr>
              <a:t>¿Por qué no muestras solo los aspectos más interesantes?</a:t>
            </a:r>
            <a:endParaRPr lang="de-AT" sz="1000" dirty="0">
              <a:solidFill>
                <a:schemeClr val="tx1"/>
              </a:solidFill>
              <a:latin typeface="Pangolin" panose="00000500000000000000" pitchFamily="2" charset="0"/>
            </a:endParaRPr>
          </a:p>
        </p:txBody>
      </p:sp>
      <p:sp>
        <p:nvSpPr>
          <p:cNvPr id="32" name="Textfeld 005" descr="Mas há tantos aspectos interessantes! Não consigo apresentar tudo.&#10;&#10;">
            <a:extLst>
              <a:ext uri="{FF2B5EF4-FFF2-40B4-BE49-F238E27FC236}">
                <a16:creationId xmlns:a16="http://schemas.microsoft.com/office/drawing/2014/main" id="{5C958BC1-8337-4871-8F17-BBA99AB6E256}"/>
              </a:ext>
            </a:extLst>
          </p:cNvPr>
          <p:cNvSpPr txBox="1"/>
          <p:nvPr/>
        </p:nvSpPr>
        <p:spPr>
          <a:xfrm>
            <a:off x="4617973" y="3657115"/>
            <a:ext cx="2051050" cy="553998"/>
          </a:xfrm>
          <a:prstGeom prst="rect">
            <a:avLst/>
          </a:prstGeom>
          <a:noFill/>
        </p:spPr>
        <p:txBody>
          <a:bodyPr wrap="square">
            <a:spAutoFit/>
          </a:bodyPr>
          <a:lstStyle/>
          <a:p>
            <a:pPr algn="ctr"/>
            <a:r>
              <a:rPr lang="es-ES" sz="1000" dirty="0">
                <a:latin typeface="Pangolin" panose="00000500000000000000" pitchFamily="2" charset="0"/>
              </a:rPr>
              <a:t>Pero hay tantos aspectos interesantes. </a:t>
            </a:r>
            <a:r>
              <a:rPr lang="de-DE" sz="1000" dirty="0" err="1">
                <a:solidFill>
                  <a:schemeClr val="dk1"/>
                </a:solidFill>
                <a:latin typeface="Pangolin"/>
                <a:ea typeface="Pangolin"/>
                <a:cs typeface="Pangolin"/>
                <a:sym typeface="Pangolin"/>
              </a:rPr>
              <a:t>Simplemente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no</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sé</a:t>
            </a:r>
            <a:r>
              <a:rPr lang="de-DE" sz="1000" dirty="0">
                <a:solidFill>
                  <a:schemeClr val="dk1"/>
                </a:solidFill>
                <a:latin typeface="Pangolin"/>
                <a:ea typeface="Pangolin"/>
                <a:cs typeface="Pangolin"/>
                <a:sym typeface="Pangolin"/>
              </a:rPr>
              <a:t> en </a:t>
            </a:r>
            <a:r>
              <a:rPr lang="de-DE" sz="1000" dirty="0" err="1">
                <a:solidFill>
                  <a:schemeClr val="dk1"/>
                </a:solidFill>
                <a:latin typeface="Pangolin"/>
                <a:ea typeface="Pangolin"/>
                <a:cs typeface="Pangolin"/>
                <a:sym typeface="Pangolin"/>
              </a:rPr>
              <a:t>qué</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concentrarme</a:t>
            </a:r>
            <a:r>
              <a:rPr lang="de-DE" sz="1000" dirty="0">
                <a:solidFill>
                  <a:schemeClr val="dk1"/>
                </a:solidFill>
                <a:latin typeface="Pangolin"/>
                <a:ea typeface="Pangolin"/>
                <a:cs typeface="Pangolin"/>
                <a:sym typeface="Pangolin"/>
              </a:rPr>
              <a:t>.</a:t>
            </a:r>
            <a:endParaRPr lang="de-AT" sz="1000" dirty="0">
              <a:solidFill>
                <a:schemeClr val="tx1"/>
              </a:solidFill>
              <a:latin typeface="Pangolin" panose="00000500000000000000" pitchFamily="2" charset="0"/>
            </a:endParaRPr>
          </a:p>
        </p:txBody>
      </p:sp>
      <p:sp>
        <p:nvSpPr>
          <p:cNvPr id="44" name="Textfeld 006">
            <a:extLst>
              <a:ext uri="{FF2B5EF4-FFF2-40B4-BE49-F238E27FC236}">
                <a16:creationId xmlns:a16="http://schemas.microsoft.com/office/drawing/2014/main" id="{6974D561-8548-4C46-98A0-42EA1DCD7898}"/>
              </a:ext>
            </a:extLst>
          </p:cNvPr>
          <p:cNvSpPr txBox="1"/>
          <p:nvPr/>
        </p:nvSpPr>
        <p:spPr>
          <a:xfrm>
            <a:off x="5743787" y="4745567"/>
            <a:ext cx="610105" cy="246221"/>
          </a:xfrm>
          <a:prstGeom prst="rect">
            <a:avLst/>
          </a:prstGeom>
          <a:noFill/>
        </p:spPr>
        <p:txBody>
          <a:bodyPr wrap="square">
            <a:spAutoFit/>
          </a:bodyPr>
          <a:lstStyle/>
          <a:p>
            <a:pPr algn="ctr"/>
            <a:r>
              <a:rPr lang="de-DE" sz="1000" dirty="0" err="1">
                <a:latin typeface="Pangolin" panose="00000500000000000000" pitchFamily="2" charset="0"/>
              </a:rPr>
              <a:t>bueno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007" descr="Que tal começar com a TENDÊNCIA CENTRAL? &#10;É uma boa maneira de obter uma visão geral dos dados coletados.&#10;&#10;">
            <a:extLst>
              <a:ext uri="{FF2B5EF4-FFF2-40B4-BE49-F238E27FC236}">
                <a16:creationId xmlns:a16="http://schemas.microsoft.com/office/drawing/2014/main" id="{9F562B83-7200-4986-A521-5724F41075AC}"/>
              </a:ext>
            </a:extLst>
          </p:cNvPr>
          <p:cNvSpPr txBox="1"/>
          <p:nvPr/>
        </p:nvSpPr>
        <p:spPr>
          <a:xfrm>
            <a:off x="245742" y="6861107"/>
            <a:ext cx="1686042" cy="1015663"/>
          </a:xfrm>
          <a:prstGeom prst="rect">
            <a:avLst/>
          </a:prstGeom>
          <a:noFill/>
        </p:spPr>
        <p:txBody>
          <a:bodyPr wrap="square">
            <a:spAutoFit/>
          </a:bodyPr>
          <a:lstStyle/>
          <a:p>
            <a:pPr marL="0" marR="0" lvl="0" indent="0" algn="ctr" rtl="0">
              <a:spcBef>
                <a:spcPts val="0"/>
              </a:spcBef>
              <a:spcAft>
                <a:spcPts val="0"/>
              </a:spcAft>
              <a:buNone/>
            </a:pPr>
            <a:r>
              <a:rPr lang="es-ES" sz="1000" dirty="0">
                <a:latin typeface="Pangolin" panose="00000500000000000000" pitchFamily="2" charset="0"/>
              </a:rPr>
              <a:t>¿</a:t>
            </a:r>
            <a:r>
              <a:rPr lang="es-ES" sz="1000" dirty="0">
                <a:solidFill>
                  <a:schemeClr val="dk1"/>
                </a:solidFill>
                <a:latin typeface="Pangolin"/>
                <a:ea typeface="Pangolin"/>
                <a:cs typeface="Pangolin"/>
                <a:sym typeface="Pangolin"/>
              </a:rPr>
              <a:t>Que tal si comienzas por la </a:t>
            </a:r>
            <a:br>
              <a:rPr lang="es-ES" sz="1000" dirty="0">
                <a:solidFill>
                  <a:schemeClr val="dk1"/>
                </a:solidFill>
                <a:latin typeface="Pangolin"/>
                <a:ea typeface="Pangolin"/>
                <a:cs typeface="Pangolin"/>
                <a:sym typeface="Pangolin"/>
              </a:rPr>
            </a:br>
            <a:r>
              <a:rPr lang="es-ES" sz="1000" dirty="0">
                <a:solidFill>
                  <a:schemeClr val="dk1"/>
                </a:solidFill>
                <a:highlight>
                  <a:srgbClr val="C0C0C0"/>
                </a:highlight>
                <a:latin typeface="Pangolin"/>
                <a:ea typeface="Pangolin"/>
                <a:cs typeface="Pangolin"/>
                <a:sym typeface="Pangolin"/>
              </a:rPr>
              <a:t>TENDENCIA CENTRAL</a:t>
            </a:r>
            <a:r>
              <a:rPr lang="es-ES" sz="1000" dirty="0">
                <a:solidFill>
                  <a:schemeClr val="dk1"/>
                </a:solidFill>
                <a:latin typeface="Pangolin"/>
                <a:ea typeface="Pangolin"/>
                <a:cs typeface="Pangolin"/>
                <a:sym typeface="Pangolin"/>
              </a:rPr>
              <a:t>?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Es una buena manera de obtener una visión general de los datos recolectados.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45" name="Textfeld 008" descr="Êta... Como se faz isso?">
            <a:extLst>
              <a:ext uri="{FF2B5EF4-FFF2-40B4-BE49-F238E27FC236}">
                <a16:creationId xmlns:a16="http://schemas.microsoft.com/office/drawing/2014/main" id="{D014CC71-27EF-4927-9D32-ED8ABEA9F0DB}"/>
              </a:ext>
            </a:extLst>
          </p:cNvPr>
          <p:cNvSpPr txBox="1"/>
          <p:nvPr/>
        </p:nvSpPr>
        <p:spPr>
          <a:xfrm>
            <a:off x="1282150" y="7785501"/>
            <a:ext cx="926478" cy="707886"/>
          </a:xfrm>
          <a:prstGeom prst="rect">
            <a:avLst/>
          </a:prstGeom>
          <a:noFill/>
        </p:spPr>
        <p:txBody>
          <a:bodyPr wrap="square">
            <a:spAutoFit/>
          </a:bodyPr>
          <a:lstStyle/>
          <a:p>
            <a:pPr marL="0" marR="0" lvl="0" indent="0" algn="ctr" rtl="0">
              <a:spcBef>
                <a:spcPts val="0"/>
              </a:spcBef>
              <a:spcAft>
                <a:spcPts val="0"/>
              </a:spcAft>
              <a:buNone/>
            </a:pPr>
            <a:r>
              <a:rPr lang="es-ES" sz="1000" dirty="0" err="1">
                <a:solidFill>
                  <a:schemeClr val="dk1"/>
                </a:solidFill>
                <a:latin typeface="Pangolin"/>
                <a:ea typeface="Pangolin"/>
                <a:cs typeface="Pangolin"/>
                <a:sym typeface="Pangolin"/>
              </a:rPr>
              <a:t>Hmm</a:t>
            </a:r>
            <a:r>
              <a:rPr lang="es-ES" sz="1000" dirty="0">
                <a:solidFill>
                  <a:schemeClr val="dk1"/>
                </a:solidFill>
                <a:latin typeface="Pangolin"/>
                <a:ea typeface="Pangolin"/>
                <a:cs typeface="Pangolin"/>
                <a:sym typeface="Pangolin"/>
              </a:rPr>
              <a:t>... Como puedo hacer eso?</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4" name="Textfeld 009" descr="Olá, vocês aceitam uma maçã?&#10;">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dirty="0">
                <a:latin typeface="Pangolin" panose="00000500000000000000" pitchFamily="2" charset="0"/>
              </a:rPr>
              <a:t>Hola, ¿</a:t>
            </a:r>
            <a:r>
              <a:rPr lang="de-DE" sz="1000" dirty="0" err="1">
                <a:solidFill>
                  <a:schemeClr val="dk1"/>
                </a:solidFill>
                <a:latin typeface="Pangolin"/>
                <a:ea typeface="Pangolin"/>
                <a:cs typeface="Pangolin"/>
                <a:sym typeface="Pangolin"/>
              </a:rPr>
              <a:t>Alguien</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quiere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algunas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manzanas</a:t>
            </a:r>
            <a:r>
              <a:rPr lang="de-DE" sz="1000" dirty="0">
                <a:latin typeface="Pangolin" panose="00000500000000000000" pitchFamily="2" charset="0"/>
              </a:rPr>
              <a:t>?</a:t>
            </a:r>
            <a:endParaRPr lang="de-AT" sz="1000" dirty="0">
              <a:latin typeface="Pangolin" panose="00000500000000000000" pitchFamily="2" charset="0"/>
            </a:endParaRPr>
          </a:p>
        </p:txBody>
      </p:sp>
      <p:sp>
        <p:nvSpPr>
          <p:cNvPr id="35" name="Textfeld 0010" descr="Ah, vão servir de exemplo!&#10;">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marL="0" marR="0" lvl="0" indent="0" algn="ctr" rtl="0">
              <a:spcBef>
                <a:spcPts val="0"/>
              </a:spcBef>
              <a:spcAft>
                <a:spcPts val="0"/>
              </a:spcAft>
              <a:buNone/>
            </a:pPr>
            <a:r>
              <a:rPr lang="de-DE" sz="1000" dirty="0">
                <a:solidFill>
                  <a:schemeClr val="dk1"/>
                </a:solidFill>
                <a:latin typeface="Pangolin"/>
                <a:ea typeface="Pangolin"/>
                <a:cs typeface="Pangolin"/>
                <a:sym typeface="Pangolin"/>
              </a:rPr>
              <a:t>Oh, </a:t>
            </a:r>
            <a:r>
              <a:rPr lang="de-DE" sz="1000" dirty="0" err="1">
                <a:solidFill>
                  <a:schemeClr val="dk1"/>
                </a:solidFill>
                <a:latin typeface="Pangolin"/>
                <a:ea typeface="Pangolin"/>
                <a:cs typeface="Pangolin"/>
                <a:sym typeface="Pangolin"/>
              </a:rPr>
              <a:t>servirán</a:t>
            </a:r>
            <a:r>
              <a:rPr lang="de-DE" sz="1000" dirty="0">
                <a:solidFill>
                  <a:schemeClr val="dk1"/>
                </a:solidFill>
                <a:latin typeface="Pangolin"/>
                <a:ea typeface="Pangolin"/>
                <a:cs typeface="Pangolin"/>
                <a:sym typeface="Pangolin"/>
              </a:rPr>
              <a:t> de </a:t>
            </a:r>
            <a:r>
              <a:rPr lang="de-DE" sz="1000" dirty="0" err="1">
                <a:solidFill>
                  <a:schemeClr val="dk1"/>
                </a:solidFill>
                <a:latin typeface="Pangolin"/>
                <a:ea typeface="Pangolin"/>
                <a:cs typeface="Pangolin"/>
                <a:sym typeface="Pangolin"/>
              </a:rPr>
              <a:t>ejemplo</a:t>
            </a:r>
            <a:endParaRPr lang="de-DE" sz="1000" dirty="0">
              <a:solidFill>
                <a:schemeClr val="dk1"/>
              </a:solidFill>
              <a:latin typeface="Pangolin"/>
              <a:ea typeface="Pangolin"/>
              <a:cs typeface="Pangolin"/>
              <a:sym typeface="Pangolin"/>
            </a:endParaRPr>
          </a:p>
        </p:txBody>
      </p:sp>
      <p:sp>
        <p:nvSpPr>
          <p:cNvPr id="36" name="Textfeld 0011">
            <a:extLst>
              <a:ext uri="{FF2B5EF4-FFF2-40B4-BE49-F238E27FC236}">
                <a16:creationId xmlns:a16="http://schemas.microsoft.com/office/drawing/2014/main" id="{82BC4AA0-9032-473E-A681-44E5A917C63B}"/>
              </a:ext>
            </a:extLst>
          </p:cNvPr>
          <p:cNvSpPr txBox="1"/>
          <p:nvPr/>
        </p:nvSpPr>
        <p:spPr>
          <a:xfrm>
            <a:off x="4555367" y="6763272"/>
            <a:ext cx="2051051" cy="861774"/>
          </a:xfrm>
          <a:prstGeom prst="rect">
            <a:avLst/>
          </a:prstGeom>
          <a:noFill/>
        </p:spPr>
        <p:txBody>
          <a:bodyPr wrap="square">
            <a:spAutoFit/>
          </a:bodyPr>
          <a:lstStyle/>
          <a:p>
            <a:pPr algn="ctr"/>
            <a:r>
              <a:rPr lang="es-ES" sz="1000" dirty="0">
                <a:latin typeface="Pangolin" panose="00000500000000000000" pitchFamily="2" charset="0"/>
              </a:rPr>
              <a:t>¿Ves estas manzanas?</a:t>
            </a:r>
            <a:r>
              <a:rPr lang="es-419" sz="1000" dirty="0">
                <a:solidFill>
                  <a:schemeClr val="dk1"/>
                </a:solidFill>
                <a:latin typeface="Pangolin"/>
                <a:ea typeface="Pangolin"/>
                <a:cs typeface="Pangolin"/>
                <a:sym typeface="Pangolin"/>
              </a:rPr>
              <a:t>Digamos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que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medimos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su</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peso</a:t>
            </a:r>
            <a:r>
              <a:rPr lang="de-DE" sz="1000" dirty="0">
                <a:solidFill>
                  <a:schemeClr val="dk1"/>
                </a:solidFill>
                <a:latin typeface="Pangolin"/>
                <a:ea typeface="Pangolin"/>
                <a:cs typeface="Pangolin"/>
                <a:sym typeface="Pangolin"/>
              </a:rPr>
              <a:t>. El </a:t>
            </a:r>
            <a:r>
              <a:rPr lang="de-DE" sz="1000" dirty="0" err="1">
                <a:solidFill>
                  <a:schemeClr val="dk1"/>
                </a:solidFill>
                <a:latin typeface="Pangolin"/>
                <a:ea typeface="Pangolin"/>
                <a:cs typeface="Pangolin"/>
                <a:sym typeface="Pangolin"/>
              </a:rPr>
              <a:t>peso</a:t>
            </a:r>
            <a:r>
              <a:rPr lang="de-DE" sz="1000" dirty="0">
                <a:solidFill>
                  <a:schemeClr val="dk1"/>
                </a:solidFill>
                <a:latin typeface="Pangolin"/>
                <a:ea typeface="Pangolin"/>
                <a:cs typeface="Pangolin"/>
                <a:sym typeface="Pangolin"/>
              </a:rPr>
              <a:t> es </a:t>
            </a:r>
            <a:r>
              <a:rPr lang="de-DE" sz="1000" dirty="0" err="1">
                <a:solidFill>
                  <a:schemeClr val="dk1"/>
                </a:solidFill>
                <a:latin typeface="Pangolin"/>
                <a:ea typeface="Pangolin"/>
                <a:cs typeface="Pangolin"/>
                <a:sym typeface="Pangolin"/>
              </a:rPr>
              <a:t>nuestra</a:t>
            </a:r>
            <a:r>
              <a:rPr lang="de-DE" sz="1000" dirty="0">
                <a:solidFill>
                  <a:schemeClr val="dk1"/>
                </a:solidFill>
                <a:latin typeface="Pangolin"/>
                <a:ea typeface="Pangolin"/>
                <a:cs typeface="Pangolin"/>
                <a:sym typeface="Pangolin"/>
              </a:rPr>
              <a:t> variable, y </a:t>
            </a:r>
            <a:r>
              <a:rPr lang="de-DE" sz="1000" dirty="0" err="1">
                <a:solidFill>
                  <a:schemeClr val="dk1"/>
                </a:solidFill>
                <a:latin typeface="Pangolin"/>
                <a:ea typeface="Pangolin"/>
                <a:cs typeface="Pangolin"/>
                <a:sym typeface="Pangolin"/>
              </a:rPr>
              <a:t>tenemos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valores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diferentes</a:t>
            </a:r>
            <a:r>
              <a:rPr lang="de-DE" sz="1000" dirty="0">
                <a:solidFill>
                  <a:schemeClr val="dk1"/>
                </a:solidFill>
                <a:latin typeface="Pangolin"/>
                <a:ea typeface="Pangolin"/>
                <a:cs typeface="Pangolin"/>
                <a:sym typeface="Pangolin"/>
              </a:rPr>
              <a:t>.</a:t>
            </a:r>
            <a:br>
              <a:rPr lang="de-DE" sz="1000" dirty="0">
                <a:solidFill>
                  <a:schemeClr val="dk1"/>
                </a:solidFill>
                <a:latin typeface="Pangolin"/>
                <a:ea typeface="Pangolin"/>
                <a:cs typeface="Pangolin"/>
                <a:sym typeface="Pangolin"/>
              </a:rPr>
            </a:b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grpSp>
        <p:nvGrpSpPr>
          <p:cNvPr id="17" name="Group 16">
            <a:extLst>
              <a:ext uri="{FF2B5EF4-FFF2-40B4-BE49-F238E27FC236}">
                <a16:creationId xmlns:a16="http://schemas.microsoft.com/office/drawing/2014/main" id="{50615AD9-C806-F6CF-A982-4FF04AB890E3}"/>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7" name="Picture 26">
              <a:extLst>
                <a:ext uri="{FF2B5EF4-FFF2-40B4-BE49-F238E27FC236}">
                  <a16:creationId xmlns:a16="http://schemas.microsoft.com/office/drawing/2014/main" id="{3FB8AC51-5508-1473-5A2D-B15A71490ED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8" name="Group 27">
              <a:extLst>
                <a:ext uri="{FF2B5EF4-FFF2-40B4-BE49-F238E27FC236}">
                  <a16:creationId xmlns:a16="http://schemas.microsoft.com/office/drawing/2014/main" id="{7997AE56-582B-9402-B8C5-67A81D749188}"/>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51" name="Picture 50">
                <a:extLst>
                  <a:ext uri="{FF2B5EF4-FFF2-40B4-BE49-F238E27FC236}">
                    <a16:creationId xmlns:a16="http://schemas.microsoft.com/office/drawing/2014/main" id="{67573835-707E-8504-C877-FEB0477DD2D5}"/>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52" name="Picture 51">
                <a:extLst>
                  <a:ext uri="{FF2B5EF4-FFF2-40B4-BE49-F238E27FC236}">
                    <a16:creationId xmlns:a16="http://schemas.microsoft.com/office/drawing/2014/main" id="{4D369016-3E04-86E6-C04B-90FC9721817D}"/>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53" name="Picture 52">
                <a:extLst>
                  <a:ext uri="{FF2B5EF4-FFF2-40B4-BE49-F238E27FC236}">
                    <a16:creationId xmlns:a16="http://schemas.microsoft.com/office/drawing/2014/main" id="{49B1BD4D-25A0-FAFB-EF82-EAC4A80B91D4}"/>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8" name="Freeform: Shape 7">
            <a:extLst>
              <a:ext uri="{FF2B5EF4-FFF2-40B4-BE49-F238E27FC236}">
                <a16:creationId xmlns:a16="http://schemas.microsoft.com/office/drawing/2014/main" id="{2D11DBDE-D02C-E5F4-D9BF-AA096E5774BB}"/>
              </a:ext>
              <a:ext uri="{C183D7F6-B498-43B3-948B-1728B52AA6E4}">
                <adec:decorative xmlns:adec="http://schemas.microsoft.com/office/drawing/2017/decorative" val="1"/>
              </a:ext>
            </a:extLst>
          </p:cNvPr>
          <p:cNvSpPr/>
          <p:nvPr/>
        </p:nvSpPr>
        <p:spPr>
          <a:xfrm>
            <a:off x="3590417" y="1590040"/>
            <a:ext cx="708356" cy="518160"/>
          </a:xfrm>
          <a:custGeom>
            <a:avLst/>
            <a:gdLst>
              <a:gd name="connsiteX0" fmla="*/ 6223 w 708356"/>
              <a:gd name="connsiteY0" fmla="*/ 182880 h 518160"/>
              <a:gd name="connsiteX1" fmla="*/ 77343 w 708356"/>
              <a:gd name="connsiteY1" fmla="*/ 279400 h 518160"/>
              <a:gd name="connsiteX2" fmla="*/ 92583 w 708356"/>
              <a:gd name="connsiteY2" fmla="*/ 294640 h 518160"/>
              <a:gd name="connsiteX3" fmla="*/ 102743 w 708356"/>
              <a:gd name="connsiteY3" fmla="*/ 314960 h 518160"/>
              <a:gd name="connsiteX4" fmla="*/ 128143 w 708356"/>
              <a:gd name="connsiteY4" fmla="*/ 335280 h 518160"/>
              <a:gd name="connsiteX5" fmla="*/ 158623 w 708356"/>
              <a:gd name="connsiteY5" fmla="*/ 365760 h 518160"/>
              <a:gd name="connsiteX6" fmla="*/ 194183 w 708356"/>
              <a:gd name="connsiteY6" fmla="*/ 391160 h 518160"/>
              <a:gd name="connsiteX7" fmla="*/ 219583 w 708356"/>
              <a:gd name="connsiteY7" fmla="*/ 436880 h 518160"/>
              <a:gd name="connsiteX8" fmla="*/ 234823 w 708356"/>
              <a:gd name="connsiteY8" fmla="*/ 457200 h 518160"/>
              <a:gd name="connsiteX9" fmla="*/ 260223 w 708356"/>
              <a:gd name="connsiteY9" fmla="*/ 492760 h 518160"/>
              <a:gd name="connsiteX10" fmla="*/ 321183 w 708356"/>
              <a:gd name="connsiteY10" fmla="*/ 518160 h 518160"/>
              <a:gd name="connsiteX11" fmla="*/ 371983 w 708356"/>
              <a:gd name="connsiteY11" fmla="*/ 513080 h 518160"/>
              <a:gd name="connsiteX12" fmla="*/ 387223 w 708356"/>
              <a:gd name="connsiteY12" fmla="*/ 497840 h 518160"/>
              <a:gd name="connsiteX13" fmla="*/ 407543 w 708356"/>
              <a:gd name="connsiteY13" fmla="*/ 482600 h 518160"/>
              <a:gd name="connsiteX14" fmla="*/ 458343 w 708356"/>
              <a:gd name="connsiteY14" fmla="*/ 472440 h 518160"/>
              <a:gd name="connsiteX15" fmla="*/ 519303 w 708356"/>
              <a:gd name="connsiteY15" fmla="*/ 457200 h 518160"/>
              <a:gd name="connsiteX16" fmla="*/ 570103 w 708356"/>
              <a:gd name="connsiteY16" fmla="*/ 452120 h 518160"/>
              <a:gd name="connsiteX17" fmla="*/ 605663 w 708356"/>
              <a:gd name="connsiteY17" fmla="*/ 431800 h 518160"/>
              <a:gd name="connsiteX18" fmla="*/ 636143 w 708356"/>
              <a:gd name="connsiteY18" fmla="*/ 421640 h 518160"/>
              <a:gd name="connsiteX19" fmla="*/ 651383 w 708356"/>
              <a:gd name="connsiteY19" fmla="*/ 406400 h 518160"/>
              <a:gd name="connsiteX20" fmla="*/ 651383 w 708356"/>
              <a:gd name="connsiteY20" fmla="*/ 264160 h 518160"/>
              <a:gd name="connsiteX21" fmla="*/ 692023 w 708356"/>
              <a:gd name="connsiteY21" fmla="*/ 228600 h 518160"/>
              <a:gd name="connsiteX22" fmla="*/ 702183 w 708356"/>
              <a:gd name="connsiteY22" fmla="*/ 213360 h 518160"/>
              <a:gd name="connsiteX23" fmla="*/ 697103 w 708356"/>
              <a:gd name="connsiteY23" fmla="*/ 121920 h 518160"/>
              <a:gd name="connsiteX24" fmla="*/ 692023 w 708356"/>
              <a:gd name="connsiteY24" fmla="*/ 96520 h 518160"/>
              <a:gd name="connsiteX25" fmla="*/ 681863 w 708356"/>
              <a:gd name="connsiteY25" fmla="*/ 60960 h 518160"/>
              <a:gd name="connsiteX26" fmla="*/ 671703 w 708356"/>
              <a:gd name="connsiteY26" fmla="*/ 40640 h 518160"/>
              <a:gd name="connsiteX27" fmla="*/ 656463 w 708356"/>
              <a:gd name="connsiteY27" fmla="*/ 30480 h 518160"/>
              <a:gd name="connsiteX28" fmla="*/ 641223 w 708356"/>
              <a:gd name="connsiteY28" fmla="*/ 15240 h 518160"/>
              <a:gd name="connsiteX29" fmla="*/ 600583 w 708356"/>
              <a:gd name="connsiteY29" fmla="*/ 0 h 518160"/>
              <a:gd name="connsiteX30" fmla="*/ 565023 w 708356"/>
              <a:gd name="connsiteY30" fmla="*/ 5080 h 518160"/>
              <a:gd name="connsiteX31" fmla="*/ 493903 w 708356"/>
              <a:gd name="connsiteY31" fmla="*/ 25400 h 518160"/>
              <a:gd name="connsiteX32" fmla="*/ 397383 w 708356"/>
              <a:gd name="connsiteY32" fmla="*/ 30480 h 518160"/>
              <a:gd name="connsiteX33" fmla="*/ 92583 w 708356"/>
              <a:gd name="connsiteY33" fmla="*/ 40640 h 518160"/>
              <a:gd name="connsiteX34" fmla="*/ 67183 w 708356"/>
              <a:gd name="connsiteY34" fmla="*/ 71120 h 518160"/>
              <a:gd name="connsiteX35" fmla="*/ 31623 w 708356"/>
              <a:gd name="connsiteY35" fmla="*/ 91440 h 518160"/>
              <a:gd name="connsiteX36" fmla="*/ 21463 w 708356"/>
              <a:gd name="connsiteY36" fmla="*/ 106680 h 518160"/>
              <a:gd name="connsiteX37" fmla="*/ 6223 w 708356"/>
              <a:gd name="connsiteY37" fmla="*/ 116840 h 518160"/>
              <a:gd name="connsiteX38" fmla="*/ 6223 w 708356"/>
              <a:gd name="connsiteY38" fmla="*/ 182880 h 518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8356" h="518160">
                <a:moveTo>
                  <a:pt x="6223" y="182880"/>
                </a:moveTo>
                <a:cubicBezTo>
                  <a:pt x="18076" y="209973"/>
                  <a:pt x="40718" y="242775"/>
                  <a:pt x="77343" y="279400"/>
                </a:cubicBezTo>
                <a:cubicBezTo>
                  <a:pt x="82423" y="284480"/>
                  <a:pt x="88407" y="288794"/>
                  <a:pt x="92583" y="294640"/>
                </a:cubicBezTo>
                <a:cubicBezTo>
                  <a:pt x="96985" y="300802"/>
                  <a:pt x="97756" y="309261"/>
                  <a:pt x="102743" y="314960"/>
                </a:cubicBezTo>
                <a:cubicBezTo>
                  <a:pt x="109883" y="323120"/>
                  <a:pt x="120120" y="327986"/>
                  <a:pt x="128143" y="335280"/>
                </a:cubicBezTo>
                <a:cubicBezTo>
                  <a:pt x="138775" y="344945"/>
                  <a:pt x="147943" y="356148"/>
                  <a:pt x="158623" y="365760"/>
                </a:cubicBezTo>
                <a:cubicBezTo>
                  <a:pt x="167625" y="373861"/>
                  <a:pt x="183582" y="384093"/>
                  <a:pt x="194183" y="391160"/>
                </a:cubicBezTo>
                <a:cubicBezTo>
                  <a:pt x="229962" y="444828"/>
                  <a:pt x="165672" y="347028"/>
                  <a:pt x="219583" y="436880"/>
                </a:cubicBezTo>
                <a:cubicBezTo>
                  <a:pt x="223939" y="444140"/>
                  <a:pt x="230336" y="450020"/>
                  <a:pt x="234823" y="457200"/>
                </a:cubicBezTo>
                <a:cubicBezTo>
                  <a:pt x="248104" y="478450"/>
                  <a:pt x="239715" y="477379"/>
                  <a:pt x="260223" y="492760"/>
                </a:cubicBezTo>
                <a:cubicBezTo>
                  <a:pt x="284573" y="511022"/>
                  <a:pt x="290639" y="509433"/>
                  <a:pt x="321183" y="518160"/>
                </a:cubicBezTo>
                <a:cubicBezTo>
                  <a:pt x="338116" y="516467"/>
                  <a:pt x="355718" y="518085"/>
                  <a:pt x="371983" y="513080"/>
                </a:cubicBezTo>
                <a:cubicBezTo>
                  <a:pt x="378850" y="510967"/>
                  <a:pt x="381768" y="502515"/>
                  <a:pt x="387223" y="497840"/>
                </a:cubicBezTo>
                <a:cubicBezTo>
                  <a:pt x="393651" y="492330"/>
                  <a:pt x="399970" y="486386"/>
                  <a:pt x="407543" y="482600"/>
                </a:cubicBezTo>
                <a:cubicBezTo>
                  <a:pt x="415739" y="478502"/>
                  <a:pt x="453605" y="473533"/>
                  <a:pt x="458343" y="472440"/>
                </a:cubicBezTo>
                <a:cubicBezTo>
                  <a:pt x="490318" y="465061"/>
                  <a:pt x="490141" y="461088"/>
                  <a:pt x="519303" y="457200"/>
                </a:cubicBezTo>
                <a:cubicBezTo>
                  <a:pt x="536172" y="454951"/>
                  <a:pt x="553170" y="453813"/>
                  <a:pt x="570103" y="452120"/>
                </a:cubicBezTo>
                <a:cubicBezTo>
                  <a:pt x="625914" y="438167"/>
                  <a:pt x="556138" y="459314"/>
                  <a:pt x="605663" y="431800"/>
                </a:cubicBezTo>
                <a:cubicBezTo>
                  <a:pt x="615025" y="426599"/>
                  <a:pt x="625983" y="425027"/>
                  <a:pt x="636143" y="421640"/>
                </a:cubicBezTo>
                <a:cubicBezTo>
                  <a:pt x="641223" y="416560"/>
                  <a:pt x="650668" y="413549"/>
                  <a:pt x="651383" y="406400"/>
                </a:cubicBezTo>
                <a:cubicBezTo>
                  <a:pt x="654478" y="375451"/>
                  <a:pt x="637678" y="300708"/>
                  <a:pt x="651383" y="264160"/>
                </a:cubicBezTo>
                <a:cubicBezTo>
                  <a:pt x="656336" y="250952"/>
                  <a:pt x="679448" y="236984"/>
                  <a:pt x="692023" y="228600"/>
                </a:cubicBezTo>
                <a:cubicBezTo>
                  <a:pt x="695410" y="223520"/>
                  <a:pt x="699453" y="218821"/>
                  <a:pt x="702183" y="213360"/>
                </a:cubicBezTo>
                <a:cubicBezTo>
                  <a:pt x="716669" y="184388"/>
                  <a:pt x="701736" y="152809"/>
                  <a:pt x="697103" y="121920"/>
                </a:cubicBezTo>
                <a:cubicBezTo>
                  <a:pt x="695822" y="113381"/>
                  <a:pt x="693896" y="104949"/>
                  <a:pt x="692023" y="96520"/>
                </a:cubicBezTo>
                <a:cubicBezTo>
                  <a:pt x="690040" y="87597"/>
                  <a:pt x="685779" y="70098"/>
                  <a:pt x="681863" y="60960"/>
                </a:cubicBezTo>
                <a:cubicBezTo>
                  <a:pt x="678880" y="53999"/>
                  <a:pt x="676551" y="46458"/>
                  <a:pt x="671703" y="40640"/>
                </a:cubicBezTo>
                <a:cubicBezTo>
                  <a:pt x="667794" y="35950"/>
                  <a:pt x="661153" y="34389"/>
                  <a:pt x="656463" y="30480"/>
                </a:cubicBezTo>
                <a:cubicBezTo>
                  <a:pt x="650944" y="25881"/>
                  <a:pt x="647069" y="19416"/>
                  <a:pt x="641223" y="15240"/>
                </a:cubicBezTo>
                <a:cubicBezTo>
                  <a:pt x="626919" y="5023"/>
                  <a:pt x="616946" y="4091"/>
                  <a:pt x="600583" y="0"/>
                </a:cubicBezTo>
                <a:cubicBezTo>
                  <a:pt x="588730" y="1693"/>
                  <a:pt x="576536" y="1791"/>
                  <a:pt x="565023" y="5080"/>
                </a:cubicBezTo>
                <a:cubicBezTo>
                  <a:pt x="503033" y="22791"/>
                  <a:pt x="556550" y="20581"/>
                  <a:pt x="493903" y="25400"/>
                </a:cubicBezTo>
                <a:cubicBezTo>
                  <a:pt x="461780" y="27871"/>
                  <a:pt x="429578" y="29257"/>
                  <a:pt x="397383" y="30480"/>
                </a:cubicBezTo>
                <a:lnTo>
                  <a:pt x="92583" y="40640"/>
                </a:lnTo>
                <a:cubicBezTo>
                  <a:pt x="60369" y="51378"/>
                  <a:pt x="93505" y="36024"/>
                  <a:pt x="67183" y="71120"/>
                </a:cubicBezTo>
                <a:cubicBezTo>
                  <a:pt x="56931" y="84789"/>
                  <a:pt x="45818" y="86708"/>
                  <a:pt x="31623" y="91440"/>
                </a:cubicBezTo>
                <a:cubicBezTo>
                  <a:pt x="28236" y="96520"/>
                  <a:pt x="25780" y="102363"/>
                  <a:pt x="21463" y="106680"/>
                </a:cubicBezTo>
                <a:cubicBezTo>
                  <a:pt x="17146" y="110997"/>
                  <a:pt x="6776" y="110760"/>
                  <a:pt x="6223" y="116840"/>
                </a:cubicBezTo>
                <a:cubicBezTo>
                  <a:pt x="2403" y="158856"/>
                  <a:pt x="-5630" y="155787"/>
                  <a:pt x="6223" y="182880"/>
                </a:cubicBezTo>
                <a:close/>
              </a:path>
            </a:pathLst>
          </a:cu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TextBox 11">
            <a:extLst>
              <a:ext uri="{FF2B5EF4-FFF2-40B4-BE49-F238E27FC236}">
                <a16:creationId xmlns:a16="http://schemas.microsoft.com/office/drawing/2014/main" id="{453A2429-8E64-B399-3CFF-1A60508BAD9C}"/>
              </a:ext>
              <a:ext uri="{C183D7F6-B498-43B3-948B-1728B52AA6E4}">
                <adec:decorative xmlns:adec="http://schemas.microsoft.com/office/drawing/2017/decorative" val="1"/>
              </a:ext>
            </a:extLst>
          </p:cNvPr>
          <p:cNvSpPr txBox="1"/>
          <p:nvPr/>
        </p:nvSpPr>
        <p:spPr>
          <a:xfrm>
            <a:off x="3371522" y="1497648"/>
            <a:ext cx="1067062" cy="461665"/>
          </a:xfrm>
          <a:prstGeom prst="rect">
            <a:avLst/>
          </a:prstGeom>
          <a:noFill/>
        </p:spPr>
        <p:txBody>
          <a:bodyPr wrap="square" rtlCol="0">
            <a:spAutoFit/>
          </a:bodyPr>
          <a:lstStyle/>
          <a:p>
            <a:pPr algn="ctr"/>
            <a:r>
              <a:rPr lang="de-DE" sz="1200">
                <a:latin typeface="KG Always A Good Time" panose="02000505000000020003" pitchFamily="2" charset="0"/>
                <a:ea typeface="Always In My Heart" panose="02000603000000000000" pitchFamily="2" charset="0"/>
              </a:rPr>
              <a:t>Peso de las manzanas</a:t>
            </a:r>
            <a:endParaRPr lang="pt-BR" sz="1200" dirty="0">
              <a:latin typeface="KG Always A Good Time" panose="02000505000000020003" pitchFamily="2" charset="0"/>
              <a:ea typeface="Always In My Heart" panose="02000603000000000000" pitchFamily="2" charset="0"/>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653457"/>
            <a:ext cx="2051050" cy="1015663"/>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La mejor manera de describir una variable es informar los valores, y la frecuencias en que ellos aparecen. Esto se llama la  </a:t>
            </a:r>
            <a:r>
              <a:rPr lang="es-ES" sz="1000" dirty="0">
                <a:solidFill>
                  <a:schemeClr val="dk1"/>
                </a:solidFill>
                <a:highlight>
                  <a:srgbClr val="C0C0C0"/>
                </a:highlight>
                <a:latin typeface="Pangolin"/>
                <a:ea typeface="Pangolin"/>
                <a:cs typeface="Pangolin"/>
                <a:sym typeface="Pangolin"/>
              </a:rPr>
              <a:t>DISTRIBUCIÓN</a:t>
            </a:r>
            <a:r>
              <a:rPr lang="es-ES" sz="1000" dirty="0">
                <a:solidFill>
                  <a:schemeClr val="dk1"/>
                </a:solidFill>
                <a:latin typeface="Pangolin"/>
                <a:ea typeface="Pangolin"/>
                <a:cs typeface="Pangolin"/>
                <a:sym typeface="Pangolin"/>
              </a:rPr>
              <a:t> de la variable.</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394541" y="522836"/>
            <a:ext cx="1821859" cy="1015663"/>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visualizamos el peso de nuestras manzanas, la distribución sería así, ya que todas las manzanas de la cesta pesan aproximadamente  lo mismo.</a:t>
            </a: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15645"/>
            <a:ext cx="1197741" cy="400110"/>
          </a:xfrm>
          <a:prstGeom prst="rect">
            <a:avLst/>
          </a:prstGeom>
          <a:noFill/>
        </p:spPr>
        <p:txBody>
          <a:bodyPr wrap="square">
            <a:spAutoFit/>
          </a:bodyPr>
          <a:lstStyle/>
          <a:p>
            <a:pPr algn="ctr"/>
            <a:r>
              <a:rPr lang="pt-BR" sz="1000" dirty="0">
                <a:latin typeface="Pangolin" panose="00000500000000000000" pitchFamily="2" charset="0"/>
              </a:rPr>
              <a:t>Tiene la forma de una campana...</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44310" y="3793873"/>
            <a:ext cx="1587263" cy="861774"/>
          </a:xfrm>
          <a:prstGeom prst="rect">
            <a:avLst/>
          </a:prstGeom>
          <a:noFill/>
        </p:spPr>
        <p:txBody>
          <a:bodyPr wrap="square">
            <a:spAutoFit/>
          </a:bodyPr>
          <a:lstStyle/>
          <a:p>
            <a:pPr lvl="0" algn="ctr"/>
            <a:r>
              <a:rPr lang="es-ES" sz="1000" dirty="0">
                <a:solidFill>
                  <a:schemeClr val="dk1"/>
                </a:solidFill>
                <a:latin typeface="Pangolin"/>
                <a:ea typeface="Pangolin"/>
                <a:cs typeface="Pangolin"/>
                <a:sym typeface="Pangolin"/>
              </a:rPr>
              <a:t>¡Exacto! Si hubiese otras manzanas en la cesta, nuestra mejor estimación para su peso sería un valor cercano a aquel punto.</a:t>
            </a:r>
          </a:p>
        </p:txBody>
      </p:sp>
      <p:sp>
        <p:nvSpPr>
          <p:cNvPr id="22" name="Textfeld 21">
            <a:extLst>
              <a:ext uri="{FF2B5EF4-FFF2-40B4-BE49-F238E27FC236}">
                <a16:creationId xmlns:a16="http://schemas.microsoft.com/office/drawing/2014/main" id="{78772A87-45F8-4698-AF3D-5B671771C271}"/>
              </a:ext>
            </a:extLst>
          </p:cNvPr>
          <p:cNvSpPr txBox="1"/>
          <p:nvPr/>
        </p:nvSpPr>
        <p:spPr>
          <a:xfrm>
            <a:off x="2276475" y="5740345"/>
            <a:ext cx="2216421"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Ese punto medio de nuestra distribución representa bien nuestros datos – nosotros lo llamaremos </a:t>
            </a:r>
            <a:r>
              <a:rPr lang="es-ES" sz="1000" dirty="0">
                <a:solidFill>
                  <a:schemeClr val="dk1"/>
                </a:solidFill>
                <a:highlight>
                  <a:srgbClr val="C0C0C0"/>
                </a:highlight>
                <a:latin typeface="Pangolin"/>
                <a:ea typeface="Pangolin"/>
                <a:cs typeface="Pangolin"/>
                <a:sym typeface="Pangolin"/>
              </a:rPr>
              <a:t>TENDENCIA CENTRAL</a:t>
            </a:r>
            <a:r>
              <a:rPr lang="es-ES" sz="1000" dirty="0">
                <a:solidFill>
                  <a:schemeClr val="dk1"/>
                </a:solidFill>
                <a:latin typeface="Pangolin"/>
                <a:ea typeface="Pangolin"/>
                <a:cs typeface="Pangolin"/>
                <a:sym typeface="Pangolin"/>
              </a:rPr>
              <a:t>.</a:t>
            </a:r>
          </a:p>
        </p:txBody>
      </p:sp>
      <p:sp>
        <p:nvSpPr>
          <p:cNvPr id="23" name="Textfeld 22">
            <a:extLst>
              <a:ext uri="{FF2B5EF4-FFF2-40B4-BE49-F238E27FC236}">
                <a16:creationId xmlns:a16="http://schemas.microsoft.com/office/drawing/2014/main" id="{6190FC11-A2EC-4207-B1E2-295E72597F02}"/>
              </a:ext>
            </a:extLst>
          </p:cNvPr>
          <p:cNvSpPr txBox="1"/>
          <p:nvPr/>
        </p:nvSpPr>
        <p:spPr>
          <a:xfrm>
            <a:off x="4712276" y="4039949"/>
            <a:ext cx="1485089" cy="400110"/>
          </a:xfrm>
          <a:prstGeom prst="rect">
            <a:avLst/>
          </a:prstGeom>
          <a:noFill/>
        </p:spPr>
        <p:txBody>
          <a:bodyPr wrap="square">
            <a:spAutoFit/>
          </a:bodyPr>
          <a:lstStyle/>
          <a:p>
            <a:pPr algn="ctr"/>
            <a:r>
              <a:rPr lang="es-ES" sz="1000" dirty="0">
                <a:latin typeface="Pangolin" panose="00000500000000000000" pitchFamily="2" charset="0"/>
              </a:rPr>
              <a:t>Oh, vaya. Pero... ¿Cómo calcularía ese valor?</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99002"/>
            <a:ext cx="2044698"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Podemos resumir a la tendencia central de varias maneras. La </a:t>
            </a:r>
            <a:r>
              <a:rPr lang="es-ES" sz="1000" dirty="0">
                <a:solidFill>
                  <a:schemeClr val="dk1"/>
                </a:solidFill>
                <a:highlight>
                  <a:srgbClr val="C0C0C0"/>
                </a:highlight>
                <a:latin typeface="Pangolin"/>
                <a:ea typeface="Pangolin"/>
                <a:cs typeface="Pangolin"/>
                <a:sym typeface="Pangolin"/>
              </a:rPr>
              <a:t>MEDIA</a:t>
            </a:r>
            <a:r>
              <a:rPr lang="es-ES" sz="1000" dirty="0">
                <a:solidFill>
                  <a:schemeClr val="dk1"/>
                </a:solidFill>
                <a:latin typeface="Pangolin"/>
                <a:ea typeface="Pangolin"/>
                <a:cs typeface="Pangolin"/>
                <a:sym typeface="Pangolin"/>
              </a:rPr>
              <a:t> es la manera más común, y también la más fácil de calcular.</a:t>
            </a:r>
          </a:p>
        </p:txBody>
      </p:sp>
      <p:sp>
        <p:nvSpPr>
          <p:cNvPr id="25" name="Textfeld 24">
            <a:extLst>
              <a:ext uri="{FF2B5EF4-FFF2-40B4-BE49-F238E27FC236}">
                <a16:creationId xmlns:a16="http://schemas.microsoft.com/office/drawing/2014/main" id="{5386DD7A-1B0D-4506-B1D5-B2680BF8DE62}"/>
              </a:ext>
            </a:extLst>
          </p:cNvPr>
          <p:cNvSpPr txBox="1"/>
          <p:nvPr/>
        </p:nvSpPr>
        <p:spPr>
          <a:xfrm>
            <a:off x="2380967" y="6829102"/>
            <a:ext cx="2049023" cy="246221"/>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Estas son nuestras seis manzanas:</a:t>
            </a: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13325"/>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Para calcular la media, sumamos todos los valores de peso...</a:t>
            </a: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 y después dividimos por el número de manzanas que tenemos …</a:t>
            </a:r>
          </a:p>
        </p:txBody>
      </p:sp>
      <p:sp>
        <p:nvSpPr>
          <p:cNvPr id="29" name="Textfeld 28">
            <a:extLst>
              <a:ext uri="{FF2B5EF4-FFF2-40B4-BE49-F238E27FC236}">
                <a16:creationId xmlns:a16="http://schemas.microsoft.com/office/drawing/2014/main" id="{A301EB8C-E2AE-4E33-8028-83065537DBB6}"/>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715891" y="6797931"/>
            <a:ext cx="1782322" cy="400110"/>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Eso nos da un valor medio de</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812773"/>
            <a:ext cx="1290493" cy="861774"/>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Oh, eso es casi el valor de la parte superior de nuestro gráfico en forma de campana</a:t>
            </a:r>
          </a:p>
        </p:txBody>
      </p:sp>
      <p:grpSp>
        <p:nvGrpSpPr>
          <p:cNvPr id="40" name="Group 39">
            <a:extLst>
              <a:ext uri="{FF2B5EF4-FFF2-40B4-BE49-F238E27FC236}">
                <a16:creationId xmlns:a16="http://schemas.microsoft.com/office/drawing/2014/main" id="{8F386CDF-4F40-4D65-8933-A7934CA97F24}"/>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1" name="Picture 40">
              <a:extLst>
                <a:ext uri="{FF2B5EF4-FFF2-40B4-BE49-F238E27FC236}">
                  <a16:creationId xmlns:a16="http://schemas.microsoft.com/office/drawing/2014/main" id="{B75601B8-926E-8B61-5B9D-0479F0A7E7EF}"/>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2" name="Group 41">
              <a:extLst>
                <a:ext uri="{FF2B5EF4-FFF2-40B4-BE49-F238E27FC236}">
                  <a16:creationId xmlns:a16="http://schemas.microsoft.com/office/drawing/2014/main" id="{F50A2CA6-4475-FE9F-A187-C180888361D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3" name="Picture 42">
                <a:extLst>
                  <a:ext uri="{FF2B5EF4-FFF2-40B4-BE49-F238E27FC236}">
                    <a16:creationId xmlns:a16="http://schemas.microsoft.com/office/drawing/2014/main" id="{72DFA7DF-A0CE-11FD-498C-26D17507F1B0}"/>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44" name="Picture 43">
                <a:extLst>
                  <a:ext uri="{FF2B5EF4-FFF2-40B4-BE49-F238E27FC236}">
                    <a16:creationId xmlns:a16="http://schemas.microsoft.com/office/drawing/2014/main" id="{7E1C073B-44FC-7D4F-C5A2-346D734B7C7B}"/>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45" name="Picture 44">
                <a:extLst>
                  <a:ext uri="{FF2B5EF4-FFF2-40B4-BE49-F238E27FC236}">
                    <a16:creationId xmlns:a16="http://schemas.microsoft.com/office/drawing/2014/main" id="{A3D3003B-179C-2B92-4406-36EBEFB22AD0}"/>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7876" y="3111165"/>
            <a:ext cx="251226" cy="116907"/>
          </a:xfrm>
          <a:prstGeom prst="rect">
            <a:avLst/>
          </a:prstGeom>
        </p:spPr>
      </p:pic>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15" name="Freeform: Shape 14">
            <a:extLst>
              <a:ext uri="{FF2B5EF4-FFF2-40B4-BE49-F238E27FC236}">
                <a16:creationId xmlns:a16="http://schemas.microsoft.com/office/drawing/2014/main" id="{E9304EB5-F346-70F0-C040-1BC2A722EFAD}"/>
              </a:ext>
              <a:ext uri="{C183D7F6-B498-43B3-948B-1728B52AA6E4}">
                <adec:decorative xmlns:adec="http://schemas.microsoft.com/office/drawing/2017/decorative" val="1"/>
              </a:ext>
            </a:extLst>
          </p:cNvPr>
          <p:cNvSpPr/>
          <p:nvPr/>
        </p:nvSpPr>
        <p:spPr>
          <a:xfrm>
            <a:off x="4133370" y="4951686"/>
            <a:ext cx="698874" cy="255314"/>
          </a:xfrm>
          <a:custGeom>
            <a:avLst/>
            <a:gdLst>
              <a:gd name="connsiteX0" fmla="*/ 32230 w 698874"/>
              <a:gd name="connsiteY0" fmla="*/ 250234 h 255314"/>
              <a:gd name="connsiteX1" fmla="*/ 540230 w 698874"/>
              <a:gd name="connsiteY1" fmla="*/ 245154 h 255314"/>
              <a:gd name="connsiteX2" fmla="*/ 560550 w 698874"/>
              <a:gd name="connsiteY2" fmla="*/ 255314 h 255314"/>
              <a:gd name="connsiteX3" fmla="*/ 692630 w 698874"/>
              <a:gd name="connsiteY3" fmla="*/ 245154 h 255314"/>
              <a:gd name="connsiteX4" fmla="*/ 697710 w 698874"/>
              <a:gd name="connsiteY4" fmla="*/ 214674 h 255314"/>
              <a:gd name="connsiteX5" fmla="*/ 692630 w 698874"/>
              <a:gd name="connsiteY5" fmla="*/ 133394 h 255314"/>
              <a:gd name="connsiteX6" fmla="*/ 672310 w 698874"/>
              <a:gd name="connsiteY6" fmla="*/ 92754 h 255314"/>
              <a:gd name="connsiteX7" fmla="*/ 657070 w 698874"/>
              <a:gd name="connsiteY7" fmla="*/ 82594 h 255314"/>
              <a:gd name="connsiteX8" fmla="*/ 636750 w 698874"/>
              <a:gd name="connsiteY8" fmla="*/ 57194 h 255314"/>
              <a:gd name="connsiteX9" fmla="*/ 596110 w 698874"/>
              <a:gd name="connsiteY9" fmla="*/ 31794 h 255314"/>
              <a:gd name="connsiteX10" fmla="*/ 560550 w 698874"/>
              <a:gd name="connsiteY10" fmla="*/ 21634 h 255314"/>
              <a:gd name="connsiteX11" fmla="*/ 494510 w 698874"/>
              <a:gd name="connsiteY11" fmla="*/ 26714 h 255314"/>
              <a:gd name="connsiteX12" fmla="*/ 413230 w 698874"/>
              <a:gd name="connsiteY12" fmla="*/ 36874 h 255314"/>
              <a:gd name="connsiteX13" fmla="*/ 326870 w 698874"/>
              <a:gd name="connsiteY13" fmla="*/ 31794 h 255314"/>
              <a:gd name="connsiteX14" fmla="*/ 235430 w 698874"/>
              <a:gd name="connsiteY14" fmla="*/ 6394 h 255314"/>
              <a:gd name="connsiteX15" fmla="*/ 37310 w 698874"/>
              <a:gd name="connsiteY15" fmla="*/ 47034 h 255314"/>
              <a:gd name="connsiteX16" fmla="*/ 27150 w 698874"/>
              <a:gd name="connsiteY16" fmla="*/ 82594 h 255314"/>
              <a:gd name="connsiteX17" fmla="*/ 22070 w 698874"/>
              <a:gd name="connsiteY17" fmla="*/ 107994 h 255314"/>
              <a:gd name="connsiteX18" fmla="*/ 32230 w 698874"/>
              <a:gd name="connsiteY18" fmla="*/ 194354 h 255314"/>
              <a:gd name="connsiteX19" fmla="*/ 42390 w 698874"/>
              <a:gd name="connsiteY19" fmla="*/ 209594 h 255314"/>
              <a:gd name="connsiteX20" fmla="*/ 32230 w 698874"/>
              <a:gd name="connsiteY20" fmla="*/ 250234 h 255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98874" h="255314">
                <a:moveTo>
                  <a:pt x="32230" y="250234"/>
                </a:moveTo>
                <a:cubicBezTo>
                  <a:pt x="115203" y="256161"/>
                  <a:pt x="323461" y="233330"/>
                  <a:pt x="540230" y="245154"/>
                </a:cubicBezTo>
                <a:cubicBezTo>
                  <a:pt x="547792" y="245566"/>
                  <a:pt x="553777" y="251927"/>
                  <a:pt x="560550" y="255314"/>
                </a:cubicBezTo>
                <a:cubicBezTo>
                  <a:pt x="604577" y="251927"/>
                  <a:pt x="650293" y="257698"/>
                  <a:pt x="692630" y="245154"/>
                </a:cubicBezTo>
                <a:cubicBezTo>
                  <a:pt x="702506" y="242228"/>
                  <a:pt x="697710" y="224974"/>
                  <a:pt x="697710" y="214674"/>
                </a:cubicBezTo>
                <a:cubicBezTo>
                  <a:pt x="697710" y="187528"/>
                  <a:pt x="696469" y="160267"/>
                  <a:pt x="692630" y="133394"/>
                </a:cubicBezTo>
                <a:cubicBezTo>
                  <a:pt x="691417" y="124905"/>
                  <a:pt x="680020" y="100464"/>
                  <a:pt x="672310" y="92754"/>
                </a:cubicBezTo>
                <a:cubicBezTo>
                  <a:pt x="667993" y="88437"/>
                  <a:pt x="661387" y="86911"/>
                  <a:pt x="657070" y="82594"/>
                </a:cubicBezTo>
                <a:cubicBezTo>
                  <a:pt x="649403" y="74927"/>
                  <a:pt x="644417" y="64861"/>
                  <a:pt x="636750" y="57194"/>
                </a:cubicBezTo>
                <a:cubicBezTo>
                  <a:pt x="627417" y="47861"/>
                  <a:pt x="608757" y="36393"/>
                  <a:pt x="596110" y="31794"/>
                </a:cubicBezTo>
                <a:cubicBezTo>
                  <a:pt x="584525" y="27581"/>
                  <a:pt x="572403" y="25021"/>
                  <a:pt x="560550" y="21634"/>
                </a:cubicBezTo>
                <a:cubicBezTo>
                  <a:pt x="538537" y="23327"/>
                  <a:pt x="516471" y="24442"/>
                  <a:pt x="494510" y="26714"/>
                </a:cubicBezTo>
                <a:cubicBezTo>
                  <a:pt x="467351" y="29524"/>
                  <a:pt x="413230" y="36874"/>
                  <a:pt x="413230" y="36874"/>
                </a:cubicBezTo>
                <a:cubicBezTo>
                  <a:pt x="384443" y="35181"/>
                  <a:pt x="355292" y="36666"/>
                  <a:pt x="326870" y="31794"/>
                </a:cubicBezTo>
                <a:cubicBezTo>
                  <a:pt x="295691" y="26449"/>
                  <a:pt x="235430" y="6394"/>
                  <a:pt x="235430" y="6394"/>
                </a:cubicBezTo>
                <a:cubicBezTo>
                  <a:pt x="77944" y="19163"/>
                  <a:pt x="65076" y="-36264"/>
                  <a:pt x="37310" y="47034"/>
                </a:cubicBezTo>
                <a:cubicBezTo>
                  <a:pt x="33412" y="58729"/>
                  <a:pt x="30140" y="70634"/>
                  <a:pt x="27150" y="82594"/>
                </a:cubicBezTo>
                <a:cubicBezTo>
                  <a:pt x="25056" y="90971"/>
                  <a:pt x="23763" y="99527"/>
                  <a:pt x="22070" y="107994"/>
                </a:cubicBezTo>
                <a:cubicBezTo>
                  <a:pt x="22507" y="113238"/>
                  <a:pt x="25421" y="176196"/>
                  <a:pt x="32230" y="194354"/>
                </a:cubicBezTo>
                <a:cubicBezTo>
                  <a:pt x="34374" y="200071"/>
                  <a:pt x="39361" y="204293"/>
                  <a:pt x="42390" y="209594"/>
                </a:cubicBezTo>
                <a:cubicBezTo>
                  <a:pt x="54065" y="230024"/>
                  <a:pt x="-50743" y="244307"/>
                  <a:pt x="32230" y="250234"/>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674346F5-0331-5EDE-1380-C0CB0EF4728B}"/>
              </a:ext>
              <a:ext uri="{C183D7F6-B498-43B3-948B-1728B52AA6E4}">
                <adec:decorative xmlns:adec="http://schemas.microsoft.com/office/drawing/2017/decorative" val="1"/>
              </a:ext>
            </a:extLst>
          </p:cNvPr>
          <p:cNvSpPr/>
          <p:nvPr/>
        </p:nvSpPr>
        <p:spPr>
          <a:xfrm>
            <a:off x="3093720" y="5501640"/>
            <a:ext cx="472440" cy="208496"/>
          </a:xfrm>
          <a:custGeom>
            <a:avLst/>
            <a:gdLst>
              <a:gd name="connsiteX0" fmla="*/ 50800 w 472440"/>
              <a:gd name="connsiteY0" fmla="*/ 193040 h 208496"/>
              <a:gd name="connsiteX1" fmla="*/ 76200 w 472440"/>
              <a:gd name="connsiteY1" fmla="*/ 198120 h 208496"/>
              <a:gd name="connsiteX2" fmla="*/ 116840 w 472440"/>
              <a:gd name="connsiteY2" fmla="*/ 208280 h 208496"/>
              <a:gd name="connsiteX3" fmla="*/ 238760 w 472440"/>
              <a:gd name="connsiteY3" fmla="*/ 203200 h 208496"/>
              <a:gd name="connsiteX4" fmla="*/ 264160 w 472440"/>
              <a:gd name="connsiteY4" fmla="*/ 198120 h 208496"/>
              <a:gd name="connsiteX5" fmla="*/ 462280 w 472440"/>
              <a:gd name="connsiteY5" fmla="*/ 187960 h 208496"/>
              <a:gd name="connsiteX6" fmla="*/ 472440 w 472440"/>
              <a:gd name="connsiteY6" fmla="*/ 162560 h 208496"/>
              <a:gd name="connsiteX7" fmla="*/ 467360 w 472440"/>
              <a:gd name="connsiteY7" fmla="*/ 91440 h 208496"/>
              <a:gd name="connsiteX8" fmla="*/ 462280 w 472440"/>
              <a:gd name="connsiteY8" fmla="*/ 76200 h 208496"/>
              <a:gd name="connsiteX9" fmla="*/ 436880 w 472440"/>
              <a:gd name="connsiteY9" fmla="*/ 45720 h 208496"/>
              <a:gd name="connsiteX10" fmla="*/ 375920 w 472440"/>
              <a:gd name="connsiteY10" fmla="*/ 30480 h 208496"/>
              <a:gd name="connsiteX11" fmla="*/ 325120 w 472440"/>
              <a:gd name="connsiteY11" fmla="*/ 20320 h 208496"/>
              <a:gd name="connsiteX12" fmla="*/ 284480 w 472440"/>
              <a:gd name="connsiteY12" fmla="*/ 10160 h 208496"/>
              <a:gd name="connsiteX13" fmla="*/ 187960 w 472440"/>
              <a:gd name="connsiteY13" fmla="*/ 0 h 208496"/>
              <a:gd name="connsiteX14" fmla="*/ 20320 w 472440"/>
              <a:gd name="connsiteY14" fmla="*/ 10160 h 208496"/>
              <a:gd name="connsiteX15" fmla="*/ 0 w 472440"/>
              <a:gd name="connsiteY15" fmla="*/ 60960 h 208496"/>
              <a:gd name="connsiteX16" fmla="*/ 10160 w 472440"/>
              <a:gd name="connsiteY16" fmla="*/ 142240 h 208496"/>
              <a:gd name="connsiteX17" fmla="*/ 15240 w 472440"/>
              <a:gd name="connsiteY17" fmla="*/ 157480 h 208496"/>
              <a:gd name="connsiteX18" fmla="*/ 30480 w 472440"/>
              <a:gd name="connsiteY18" fmla="*/ 167640 h 208496"/>
              <a:gd name="connsiteX19" fmla="*/ 60960 w 472440"/>
              <a:gd name="connsiteY19" fmla="*/ 177800 h 208496"/>
              <a:gd name="connsiteX20" fmla="*/ 50800 w 472440"/>
              <a:gd name="connsiteY20" fmla="*/ 193040 h 20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2440" h="208496">
                <a:moveTo>
                  <a:pt x="50800" y="193040"/>
                </a:moveTo>
                <a:cubicBezTo>
                  <a:pt x="53340" y="196427"/>
                  <a:pt x="67787" y="196178"/>
                  <a:pt x="76200" y="198120"/>
                </a:cubicBezTo>
                <a:cubicBezTo>
                  <a:pt x="89806" y="201260"/>
                  <a:pt x="102883" y="207844"/>
                  <a:pt x="116840" y="208280"/>
                </a:cubicBezTo>
                <a:cubicBezTo>
                  <a:pt x="157495" y="209550"/>
                  <a:pt x="198120" y="204893"/>
                  <a:pt x="238760" y="203200"/>
                </a:cubicBezTo>
                <a:cubicBezTo>
                  <a:pt x="247227" y="201507"/>
                  <a:pt x="255546" y="198707"/>
                  <a:pt x="264160" y="198120"/>
                </a:cubicBezTo>
                <a:cubicBezTo>
                  <a:pt x="330134" y="193622"/>
                  <a:pt x="397096" y="199089"/>
                  <a:pt x="462280" y="187960"/>
                </a:cubicBezTo>
                <a:cubicBezTo>
                  <a:pt x="471269" y="186425"/>
                  <a:pt x="469053" y="171027"/>
                  <a:pt x="472440" y="162560"/>
                </a:cubicBezTo>
                <a:cubicBezTo>
                  <a:pt x="470747" y="138853"/>
                  <a:pt x="470137" y="115044"/>
                  <a:pt x="467360" y="91440"/>
                </a:cubicBezTo>
                <a:cubicBezTo>
                  <a:pt x="466734" y="86122"/>
                  <a:pt x="465250" y="80655"/>
                  <a:pt x="462280" y="76200"/>
                </a:cubicBezTo>
                <a:cubicBezTo>
                  <a:pt x="454944" y="65196"/>
                  <a:pt x="447207" y="53982"/>
                  <a:pt x="436880" y="45720"/>
                </a:cubicBezTo>
                <a:cubicBezTo>
                  <a:pt x="421958" y="33783"/>
                  <a:pt x="392151" y="33344"/>
                  <a:pt x="375920" y="30480"/>
                </a:cubicBezTo>
                <a:cubicBezTo>
                  <a:pt x="358914" y="27479"/>
                  <a:pt x="341977" y="24066"/>
                  <a:pt x="325120" y="20320"/>
                </a:cubicBezTo>
                <a:cubicBezTo>
                  <a:pt x="311489" y="17291"/>
                  <a:pt x="298293" y="12206"/>
                  <a:pt x="284480" y="10160"/>
                </a:cubicBezTo>
                <a:cubicBezTo>
                  <a:pt x="252478" y="5419"/>
                  <a:pt x="187960" y="0"/>
                  <a:pt x="187960" y="0"/>
                </a:cubicBezTo>
                <a:lnTo>
                  <a:pt x="20320" y="10160"/>
                </a:lnTo>
                <a:cubicBezTo>
                  <a:pt x="2972" y="15786"/>
                  <a:pt x="0" y="60960"/>
                  <a:pt x="0" y="60960"/>
                </a:cubicBezTo>
                <a:cubicBezTo>
                  <a:pt x="3387" y="88053"/>
                  <a:pt x="5902" y="115270"/>
                  <a:pt x="10160" y="142240"/>
                </a:cubicBezTo>
                <a:cubicBezTo>
                  <a:pt x="10995" y="147529"/>
                  <a:pt x="11895" y="153299"/>
                  <a:pt x="15240" y="157480"/>
                </a:cubicBezTo>
                <a:cubicBezTo>
                  <a:pt x="19054" y="162248"/>
                  <a:pt x="24901" y="165160"/>
                  <a:pt x="30480" y="167640"/>
                </a:cubicBezTo>
                <a:cubicBezTo>
                  <a:pt x="40267" y="171990"/>
                  <a:pt x="50505" y="175477"/>
                  <a:pt x="60960" y="177800"/>
                </a:cubicBezTo>
                <a:cubicBezTo>
                  <a:pt x="65919" y="178902"/>
                  <a:pt x="48260" y="189653"/>
                  <a:pt x="50800" y="19304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TextBox 13">
            <a:extLst>
              <a:ext uri="{FF2B5EF4-FFF2-40B4-BE49-F238E27FC236}">
                <a16:creationId xmlns:a16="http://schemas.microsoft.com/office/drawing/2014/main" id="{BE2D9147-CF21-AFB3-695F-1AC9BFC8E8DC}"/>
              </a:ext>
              <a:ext uri="{C183D7F6-B498-43B3-948B-1728B52AA6E4}">
                <adec:decorative xmlns:adec="http://schemas.microsoft.com/office/drawing/2017/decorative" val="1"/>
              </a:ext>
            </a:extLst>
          </p:cNvPr>
          <p:cNvSpPr txBox="1"/>
          <p:nvPr/>
        </p:nvSpPr>
        <p:spPr>
          <a:xfrm>
            <a:off x="4079491" y="4999012"/>
            <a:ext cx="806631" cy="276999"/>
          </a:xfrm>
          <a:prstGeom prst="rect">
            <a:avLst/>
          </a:prstGeom>
          <a:noFill/>
        </p:spPr>
        <p:txBody>
          <a:bodyPr wrap="none" rtlCol="0">
            <a:spAutoFit/>
          </a:bodyPr>
          <a:lstStyle/>
          <a:p>
            <a:r>
              <a:rPr lang="de-DE" sz="1200" b="1" dirty="0">
                <a:latin typeface="Momopresentation Updated 2" panose="02000503000000000000" pitchFamily="2" charset="0"/>
              </a:rPr>
              <a:t>MEDIANA</a:t>
            </a:r>
            <a:endParaRPr lang="pt-BR" sz="1200" b="1" dirty="0">
              <a:latin typeface="Momopresentation Updated 2" panose="02000503000000000000" pitchFamily="2" charset="0"/>
            </a:endParaRPr>
          </a:p>
        </p:txBody>
      </p:sp>
      <p:sp>
        <p:nvSpPr>
          <p:cNvPr id="13" name="TextBox 12">
            <a:extLst>
              <a:ext uri="{FF2B5EF4-FFF2-40B4-BE49-F238E27FC236}">
                <a16:creationId xmlns:a16="http://schemas.microsoft.com/office/drawing/2014/main" id="{6DE93D52-5765-CCD0-C7B4-96494D9C7562}"/>
              </a:ext>
              <a:ext uri="{C183D7F6-B498-43B3-948B-1728B52AA6E4}">
                <adec:decorative xmlns:adec="http://schemas.microsoft.com/office/drawing/2017/decorative" val="1"/>
              </a:ext>
            </a:extLst>
          </p:cNvPr>
          <p:cNvSpPr txBox="1"/>
          <p:nvPr/>
        </p:nvSpPr>
        <p:spPr>
          <a:xfrm>
            <a:off x="3134634" y="5498616"/>
            <a:ext cx="615874" cy="276999"/>
          </a:xfrm>
          <a:prstGeom prst="rect">
            <a:avLst/>
          </a:prstGeom>
          <a:noFill/>
        </p:spPr>
        <p:txBody>
          <a:bodyPr wrap="none" rtlCol="0">
            <a:spAutoFit/>
          </a:bodyPr>
          <a:lstStyle/>
          <a:p>
            <a:r>
              <a:rPr lang="de-DE" sz="1200" b="1" dirty="0">
                <a:latin typeface="Momopresentation Updated 2" panose="02000503000000000000" pitchFamily="2" charset="0"/>
              </a:rPr>
              <a:t>MEDIA</a:t>
            </a:r>
            <a:endParaRPr lang="pt-BR" sz="1200" b="1" dirty="0">
              <a:latin typeface="Momopresentation Updated 2" panose="02000503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2B05A921-7439-58B4-6212-FA5259E6331B}"/>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60708"/>
            <a:ext cx="1751922"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Exacto. Pero no siempre la media es la mejor manera de </a:t>
            </a:r>
            <a:r>
              <a:rPr lang="es-ES" sz="1000" dirty="0" err="1">
                <a:solidFill>
                  <a:schemeClr val="dk1"/>
                </a:solidFill>
                <a:latin typeface="Pangolin"/>
                <a:ea typeface="Pangolin"/>
                <a:cs typeface="Pangolin"/>
                <a:sym typeface="Pangolin"/>
              </a:rPr>
              <a:t>de</a:t>
            </a:r>
            <a:r>
              <a:rPr lang="es-ES" sz="1000" dirty="0">
                <a:solidFill>
                  <a:schemeClr val="dk1"/>
                </a:solidFill>
                <a:latin typeface="Pangolin"/>
                <a:ea typeface="Pangolin"/>
                <a:cs typeface="Pangolin"/>
                <a:sym typeface="Pangolin"/>
              </a:rPr>
              <a:t> describir los datos.</a:t>
            </a:r>
          </a:p>
        </p:txBody>
      </p:sp>
      <p:sp>
        <p:nvSpPr>
          <p:cNvPr id="24" name="Textfeld 23">
            <a:extLst>
              <a:ext uri="{FF2B5EF4-FFF2-40B4-BE49-F238E27FC236}">
                <a16:creationId xmlns:a16="http://schemas.microsoft.com/office/drawing/2014/main" id="{8A4ED3B3-92DE-492B-ACB7-6AA70F3DA705}"/>
              </a:ext>
            </a:extLst>
          </p:cNvPr>
          <p:cNvSpPr txBox="1"/>
          <p:nvPr/>
        </p:nvSpPr>
        <p:spPr>
          <a:xfrm>
            <a:off x="1457959" y="1274165"/>
            <a:ext cx="748399" cy="861774"/>
          </a:xfrm>
          <a:prstGeom prst="rect">
            <a:avLst/>
          </a:prstGeom>
          <a:noFill/>
        </p:spPr>
        <p:txBody>
          <a:bodyPr wrap="square" anchor="ctr">
            <a:spAutoFit/>
          </a:bodyPr>
          <a:lstStyle/>
          <a:p>
            <a:pPr algn="ctr"/>
            <a:r>
              <a:rPr lang="es-ES" sz="1000" dirty="0">
                <a:latin typeface="Pangolin" panose="00000500000000000000" pitchFamily="2" charset="0"/>
              </a:rPr>
              <a:t>¡</a:t>
            </a:r>
            <a:r>
              <a:rPr lang="de-DE" sz="1000" dirty="0">
                <a:solidFill>
                  <a:schemeClr val="dk1"/>
                </a:solidFill>
                <a:latin typeface="Pangolin"/>
                <a:ea typeface="Pangolin"/>
                <a:cs typeface="Pangolin"/>
                <a:sym typeface="Pangolin"/>
              </a:rPr>
              <a:t>Chicos, </a:t>
            </a:r>
            <a:r>
              <a:rPr lang="de-DE" sz="1000" dirty="0" err="1">
                <a:solidFill>
                  <a:schemeClr val="dk1"/>
                </a:solidFill>
                <a:latin typeface="Pangolin"/>
                <a:ea typeface="Pangolin"/>
                <a:cs typeface="Pangolin"/>
                <a:sym typeface="Pangolin"/>
              </a:rPr>
              <a:t>vean</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esta</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manzana.Es</a:t>
            </a:r>
            <a:r>
              <a:rPr lang="de-DE" sz="1000" dirty="0">
                <a:solidFill>
                  <a:schemeClr val="dk1"/>
                </a:solidFill>
                <a:latin typeface="Pangolin"/>
                <a:ea typeface="Pangolin"/>
                <a:cs typeface="Pangolin"/>
                <a:sym typeface="Pangolin"/>
              </a:rPr>
              <a:t> tan </a:t>
            </a:r>
            <a:r>
              <a:rPr lang="de-DE" sz="1000" dirty="0" err="1">
                <a:solidFill>
                  <a:schemeClr val="dk1"/>
                </a:solidFill>
                <a:latin typeface="Pangolin"/>
                <a:ea typeface="Pangolin"/>
                <a:cs typeface="Pangolin"/>
                <a:sym typeface="Pangolin"/>
              </a:rPr>
              <a:t>pequeña</a:t>
            </a:r>
            <a:r>
              <a:rPr lang="es-E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Pesa, como unos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70 gramos!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079296"/>
            <a:ext cx="1151351" cy="553998"/>
          </a:xfrm>
          <a:prstGeom prst="rect">
            <a:avLst/>
          </a:prstGeom>
          <a:noFill/>
        </p:spPr>
        <p:txBody>
          <a:bodyPr wrap="square">
            <a:spAutoFit/>
          </a:bodyPr>
          <a:lstStyle/>
          <a:p>
            <a:pPr algn="ctr"/>
            <a:r>
              <a:rPr lang="de-DE" sz="1000" dirty="0">
                <a:solidFill>
                  <a:schemeClr val="dk1"/>
                </a:solidFill>
                <a:latin typeface="Pangolin"/>
                <a:ea typeface="Pangolin"/>
                <a:cs typeface="Pangolin"/>
                <a:sym typeface="Pangolin"/>
              </a:rPr>
              <a:t>Una </a:t>
            </a:r>
            <a:r>
              <a:rPr lang="de-DE" sz="1000" dirty="0" err="1">
                <a:solidFill>
                  <a:schemeClr val="dk1"/>
                </a:solidFill>
                <a:latin typeface="Pangolin"/>
                <a:ea typeface="Pangolin"/>
                <a:cs typeface="Pangolin"/>
                <a:sym typeface="Pangolin"/>
              </a:rPr>
              <a:t>vez</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más</a:t>
            </a:r>
            <a:r>
              <a:rPr lang="pt-BR" sz="1000" dirty="0">
                <a:latin typeface="Pangolin" panose="00000500000000000000" pitchFamily="2" charset="0"/>
              </a:rPr>
              <a:t>, ¡ejemplo perfecto!</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62040"/>
            <a:ext cx="2037188"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adicionamos la manzana pequeña a nuestro conjunto de datos y calculamos la media.</a:t>
            </a:r>
          </a:p>
        </p:txBody>
      </p:sp>
      <p:sp>
        <p:nvSpPr>
          <p:cNvPr id="28" name="Textfeld 27">
            <a:extLst>
              <a:ext uri="{FF2B5EF4-FFF2-40B4-BE49-F238E27FC236}">
                <a16:creationId xmlns:a16="http://schemas.microsoft.com/office/drawing/2014/main" id="{E7236B77-27FD-406E-89D4-7815B397B10B}"/>
              </a:ext>
            </a:extLst>
          </p:cNvPr>
          <p:cNvSpPr txBox="1"/>
          <p:nvPr/>
        </p:nvSpPr>
        <p:spPr>
          <a:xfrm>
            <a:off x="4695869" y="2896380"/>
            <a:ext cx="2025069" cy="553998"/>
          </a:xfrm>
          <a:prstGeom prst="rect">
            <a:avLst/>
          </a:prstGeom>
          <a:noFill/>
        </p:spPr>
        <p:txBody>
          <a:bodyPr wrap="square">
            <a:spAutoFit/>
          </a:bodyPr>
          <a:lstStyle/>
          <a:p>
            <a:pPr marL="0" marR="0" lvl="0" indent="0" algn="l" rtl="0">
              <a:spcBef>
                <a:spcPts val="0"/>
              </a:spcBef>
              <a:spcAft>
                <a:spcPts val="0"/>
              </a:spcAft>
              <a:buNone/>
            </a:pPr>
            <a:r>
              <a:rPr lang="es-ES" sz="1000" dirty="0">
                <a:solidFill>
                  <a:schemeClr val="dk1"/>
                </a:solidFill>
                <a:latin typeface="Pangolin"/>
                <a:ea typeface="Pangolin"/>
                <a:cs typeface="Pangolin"/>
                <a:sym typeface="Pangolin"/>
              </a:rPr>
              <a:t>…El gráfico ahora se parece más al de un ratón            , y la media está lejos de la cima, y cerca a la cola.</a:t>
            </a:r>
          </a:p>
        </p:txBody>
      </p:sp>
      <p:sp>
        <p:nvSpPr>
          <p:cNvPr id="31" name="Textfeld 30">
            <a:extLst>
              <a:ext uri="{FF2B5EF4-FFF2-40B4-BE49-F238E27FC236}">
                <a16:creationId xmlns:a16="http://schemas.microsoft.com/office/drawing/2014/main" id="{40A0344E-0BAA-4355-B00C-68543A8933F2}"/>
              </a:ext>
            </a:extLst>
          </p:cNvPr>
          <p:cNvSpPr txBox="1"/>
          <p:nvPr/>
        </p:nvSpPr>
        <p:spPr>
          <a:xfrm>
            <a:off x="257575" y="3624376"/>
            <a:ext cx="1354432" cy="646331"/>
          </a:xfrm>
          <a:prstGeom prst="rect">
            <a:avLst/>
          </a:prstGeom>
          <a:noFill/>
        </p:spPr>
        <p:txBody>
          <a:bodyPr wrap="square">
            <a:spAutoFit/>
          </a:bodyPr>
          <a:lstStyle/>
          <a:p>
            <a:pPr marL="0" marR="0" lvl="0" indent="0" algn="ctr" rtl="0">
              <a:spcBef>
                <a:spcPts val="0"/>
              </a:spcBef>
              <a:spcAft>
                <a:spcPts val="0"/>
              </a:spcAft>
              <a:buNone/>
            </a:pPr>
            <a:r>
              <a:rPr lang="es-ES" sz="900" dirty="0">
                <a:solidFill>
                  <a:schemeClr val="dk1"/>
                </a:solidFill>
                <a:latin typeface="Pangolin"/>
                <a:ea typeface="Pangolin"/>
                <a:cs typeface="Pangolin"/>
                <a:sym typeface="Pangolin"/>
              </a:rPr>
              <a:t>Verdad. </a:t>
            </a:r>
            <a:br>
              <a:rPr lang="es-ES" sz="900" dirty="0">
                <a:solidFill>
                  <a:schemeClr val="dk1"/>
                </a:solidFill>
                <a:latin typeface="Pangolin"/>
                <a:ea typeface="Pangolin"/>
                <a:cs typeface="Pangolin"/>
                <a:sym typeface="Pangolin"/>
              </a:rPr>
            </a:br>
            <a:r>
              <a:rPr lang="es-ES" sz="900" dirty="0">
                <a:solidFill>
                  <a:schemeClr val="dk1"/>
                </a:solidFill>
                <a:latin typeface="Pangolin"/>
                <a:ea typeface="Pangolin"/>
                <a:cs typeface="Pangolin"/>
                <a:sym typeface="Pangolin"/>
              </a:rPr>
              <a:t>Ahora la media no es muy representativa …</a:t>
            </a:r>
            <a:br>
              <a:rPr lang="es-ES" sz="900" dirty="0">
                <a:solidFill>
                  <a:schemeClr val="dk1"/>
                </a:solidFill>
                <a:latin typeface="Pangolin"/>
                <a:ea typeface="Pangolin"/>
                <a:cs typeface="Pangolin"/>
                <a:sym typeface="Pangolin"/>
              </a:rPr>
            </a:br>
            <a:endParaRPr lang="es-ES" sz="900" dirty="0">
              <a:solidFill>
                <a:schemeClr val="dk1"/>
              </a:solidFill>
              <a:latin typeface="Pangolin"/>
              <a:ea typeface="Pangolin"/>
              <a:cs typeface="Pangolin"/>
              <a:sym typeface="Pangolin"/>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87643"/>
            <a:ext cx="1354431" cy="861774"/>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Pero todavía puedes describir la tendencia central a través</a:t>
            </a:r>
          </a:p>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 de la  </a:t>
            </a:r>
            <a:r>
              <a:rPr lang="es-ES" sz="1000" dirty="0">
                <a:solidFill>
                  <a:schemeClr val="dk1"/>
                </a:solidFill>
                <a:highlight>
                  <a:srgbClr val="C0C0C0"/>
                </a:highlight>
                <a:latin typeface="Pangolin"/>
                <a:ea typeface="Pangolin"/>
                <a:cs typeface="Pangolin"/>
                <a:sym typeface="Pangolin"/>
              </a:rPr>
              <a:t>MEDIANA</a:t>
            </a:r>
            <a:r>
              <a:rPr lang="es-ES" sz="1000" dirty="0">
                <a:solidFill>
                  <a:schemeClr val="dk1"/>
                </a:solidFill>
                <a:latin typeface="Pangolin"/>
                <a:ea typeface="Pangolin"/>
                <a:cs typeface="Pangolin"/>
                <a:sym typeface="Pangolin"/>
              </a:rPr>
              <a:t>.</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24226" y="3721601"/>
            <a:ext cx="2336798"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ordenamos todas las manzanas por peso en orden creciente, la mediana </a:t>
            </a:r>
          </a:p>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es el valor del medio.</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76555" y="5371268"/>
            <a:ext cx="1381656"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La mediana es 190g,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y describe mejor la distribución asimétrica.</a:t>
            </a: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731706"/>
            <a:ext cx="3018864" cy="553998"/>
          </a:xfrm>
          <a:prstGeom prst="rect">
            <a:avLst/>
          </a:prstGeom>
          <a:noFill/>
        </p:spPr>
        <p:txBody>
          <a:bodyPr wrap="square">
            <a:spAutoFit/>
          </a:bodyPr>
          <a:lstStyle/>
          <a:p>
            <a:pPr lvl="0" algn="ctr"/>
            <a:r>
              <a:rPr lang="de-DE" sz="1000" dirty="0" err="1">
                <a:solidFill>
                  <a:schemeClr val="dk1"/>
                </a:solidFill>
                <a:latin typeface="Pangolin"/>
                <a:ea typeface="Pangolin"/>
                <a:cs typeface="Pangolin"/>
                <a:sym typeface="Pangolin"/>
              </a:rPr>
              <a:t>Veo</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que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usted</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encontró</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una</a:t>
            </a:r>
            <a:r>
              <a:rPr lang="de-DE" sz="1000" dirty="0">
                <a:solidFill>
                  <a:schemeClr val="dk1"/>
                </a:solidFill>
                <a:latin typeface="Pangolin"/>
                <a:ea typeface="Pangolin"/>
                <a:cs typeface="Pangolin"/>
                <a:sym typeface="Pangolin"/>
              </a:rPr>
              <a:t> de </a:t>
            </a:r>
            <a:r>
              <a:rPr lang="de-DE" sz="1000" dirty="0" err="1">
                <a:solidFill>
                  <a:schemeClr val="dk1"/>
                </a:solidFill>
                <a:latin typeface="Pangolin"/>
                <a:ea typeface="Pangolin"/>
                <a:cs typeface="Pangolin"/>
                <a:sym typeface="Pangolin"/>
              </a:rPr>
              <a:t>mis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manzanas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pequeñas</a:t>
            </a:r>
            <a:r>
              <a:rPr lang="de-DE" sz="1000" dirty="0">
                <a:solidFill>
                  <a:schemeClr val="dk1"/>
                </a:solidFill>
                <a:latin typeface="Pangolin"/>
                <a:ea typeface="Pangolin"/>
                <a:cs typeface="Pangolin"/>
                <a:sym typeface="Pangolin"/>
              </a:rPr>
              <a:t>. </a:t>
            </a:r>
            <a:r>
              <a:rPr lang="es-419" sz="1000" dirty="0">
                <a:solidFill>
                  <a:schemeClr val="dk1"/>
                </a:solidFill>
                <a:latin typeface="Pangolin"/>
                <a:ea typeface="Pangolin"/>
                <a:cs typeface="Pangolin"/>
                <a:sym typeface="Pangolin"/>
              </a:rPr>
              <a:t>Siéntete libre de recoger más.</a:t>
            </a:r>
            <a:br>
              <a:rPr lang="de-DE" sz="1000" dirty="0">
                <a:solidFill>
                  <a:schemeClr val="dk1"/>
                </a:solidFill>
                <a:latin typeface="Pangolin"/>
                <a:ea typeface="Pangolin"/>
                <a:cs typeface="Pangolin"/>
                <a:sym typeface="Pangolin"/>
              </a:rPr>
            </a:br>
            <a:r>
              <a:rPr lang="es-ES" sz="1000" dirty="0">
                <a:latin typeface="Pangolin" panose="00000500000000000000" pitchFamily="2" charset="0"/>
              </a:rPr>
              <a:t>¡</a:t>
            </a:r>
            <a:r>
              <a:rPr lang="de-DE" sz="1000" dirty="0">
                <a:solidFill>
                  <a:schemeClr val="dk1"/>
                </a:solidFill>
                <a:latin typeface="Pangolin"/>
                <a:ea typeface="Pangolin"/>
                <a:cs typeface="Pangolin"/>
                <a:sym typeface="Pangolin"/>
              </a:rPr>
              <a:t>Me </a:t>
            </a:r>
            <a:r>
              <a:rPr lang="de-DE" sz="1000" dirty="0" err="1">
                <a:solidFill>
                  <a:schemeClr val="dk1"/>
                </a:solidFill>
                <a:latin typeface="Pangolin"/>
                <a:ea typeface="Pangolin"/>
                <a:cs typeface="Pangolin"/>
                <a:sym typeface="Pangolin"/>
              </a:rPr>
              <a:t>alegro</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que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les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guste</a:t>
            </a:r>
            <a:r>
              <a:rPr lang="de-DE" sz="1000" dirty="0">
                <a:solidFill>
                  <a:schemeClr val="dk1"/>
                </a:solidFill>
                <a:latin typeface="Pangolin"/>
                <a:ea typeface="Pangolin"/>
                <a:cs typeface="Pangolin"/>
                <a:sym typeface="Pangolin"/>
              </a:rPr>
              <a:t> a la </a:t>
            </a:r>
            <a:r>
              <a:rPr lang="de-DE" sz="1000" dirty="0" err="1">
                <a:solidFill>
                  <a:schemeClr val="dk1"/>
                </a:solidFill>
                <a:latin typeface="Pangolin"/>
                <a:ea typeface="Pangolin"/>
                <a:cs typeface="Pangolin"/>
                <a:sym typeface="Pangolin"/>
              </a:rPr>
              <a:t>gente</a:t>
            </a:r>
            <a:r>
              <a:rPr lang="de-DE" sz="1000" dirty="0">
                <a:solidFill>
                  <a:schemeClr val="dk1"/>
                </a:solidFill>
                <a:latin typeface="Pangolin"/>
                <a:ea typeface="Pangolin"/>
                <a:cs typeface="Pangolin"/>
                <a:sym typeface="Pangolin"/>
              </a:rPr>
              <a:t>!</a:t>
            </a: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04414"/>
            <a:ext cx="1653420" cy="553998"/>
          </a:xfrm>
          <a:prstGeom prst="rect">
            <a:avLst/>
          </a:prstGeom>
          <a:noFill/>
        </p:spPr>
        <p:txBody>
          <a:bodyPr wrap="square">
            <a:spAutoFit/>
          </a:bodyPr>
          <a:lstStyle/>
          <a:p>
            <a:pPr algn="ctr"/>
            <a:r>
              <a:rPr lang="es-ES" sz="1000" dirty="0">
                <a:latin typeface="Pangolin" panose="00000500000000000000" pitchFamily="2" charset="0"/>
              </a:rPr>
              <a:t>De hecho, ¿</a:t>
            </a:r>
            <a:r>
              <a:rPr lang="es-ES" sz="1000" dirty="0">
                <a:solidFill>
                  <a:schemeClr val="dk1"/>
                </a:solidFill>
                <a:latin typeface="Pangolin"/>
                <a:ea typeface="Pangolin"/>
                <a:cs typeface="Pangolin"/>
                <a:sym typeface="Pangolin"/>
              </a:rPr>
              <a:t>nos podría prestar la cesta por un momento?</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92837" y="6757523"/>
            <a:ext cx="2039738"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adicionamos toda esta cesta de manzanas pequeñas a nuestro conjunto, la primera manzana pequeña no es más un </a:t>
            </a:r>
            <a:r>
              <a:rPr lang="es-ES" sz="1000" dirty="0" err="1">
                <a:solidFill>
                  <a:schemeClr val="dk1"/>
                </a:solidFill>
                <a:latin typeface="Pangolin"/>
                <a:ea typeface="Pangolin"/>
                <a:cs typeface="Pangolin"/>
                <a:sym typeface="Pangolin"/>
              </a:rPr>
              <a:t>outlier</a:t>
            </a:r>
            <a:r>
              <a:rPr lang="es-ES" sz="1000" dirty="0">
                <a:solidFill>
                  <a:schemeClr val="dk1"/>
                </a:solidFill>
                <a:latin typeface="Pangolin"/>
                <a:ea typeface="Pangolin"/>
                <a:cs typeface="Pangolin"/>
                <a:sym typeface="Pangolin"/>
              </a:rPr>
              <a:t>*</a:t>
            </a:r>
          </a:p>
        </p:txBody>
      </p:sp>
      <p:sp>
        <p:nvSpPr>
          <p:cNvPr id="38" name="Textfeld 37">
            <a:extLst>
              <a:ext uri="{FF2B5EF4-FFF2-40B4-BE49-F238E27FC236}">
                <a16:creationId xmlns:a16="http://schemas.microsoft.com/office/drawing/2014/main" id="{2DEDF9D6-DD73-4668-B674-9E76053A6CBC}"/>
              </a:ext>
            </a:extLst>
          </p:cNvPr>
          <p:cNvSpPr txBox="1"/>
          <p:nvPr/>
        </p:nvSpPr>
        <p:spPr>
          <a:xfrm>
            <a:off x="4590287" y="9079692"/>
            <a:ext cx="2039738" cy="553998"/>
          </a:xfrm>
          <a:prstGeom prst="rect">
            <a:avLst/>
          </a:prstGeom>
          <a:noFill/>
        </p:spPr>
        <p:txBody>
          <a:bodyPr wrap="square">
            <a:spAutoFit/>
          </a:bodyPr>
          <a:lstStyle/>
          <a:p>
            <a:pPr marL="0" marR="0" lvl="0" indent="0" algn="just" rtl="0">
              <a:spcBef>
                <a:spcPts val="0"/>
              </a:spcBef>
              <a:spcAft>
                <a:spcPts val="0"/>
              </a:spcAft>
              <a:buNone/>
            </a:pPr>
            <a:r>
              <a:rPr lang="es-ES" sz="1000" dirty="0">
                <a:solidFill>
                  <a:schemeClr val="dk1"/>
                </a:solidFill>
                <a:latin typeface="Pangolin"/>
                <a:ea typeface="Pangolin"/>
                <a:cs typeface="Pangolin"/>
                <a:sym typeface="Pangolin"/>
              </a:rPr>
              <a:t>*</a:t>
            </a:r>
            <a:r>
              <a:rPr lang="es-ES" sz="1000" dirty="0" err="1">
                <a:solidFill>
                  <a:schemeClr val="dk1"/>
                </a:solidFill>
                <a:latin typeface="Pangolin"/>
                <a:ea typeface="Pangolin"/>
                <a:cs typeface="Pangolin"/>
                <a:sym typeface="Pangolin"/>
              </a:rPr>
              <a:t>Outliers</a:t>
            </a:r>
            <a:r>
              <a:rPr lang="es-ES" sz="1000" dirty="0">
                <a:solidFill>
                  <a:schemeClr val="dk1"/>
                </a:solidFill>
                <a:latin typeface="Pangolin"/>
                <a:ea typeface="Pangolin"/>
                <a:cs typeface="Pangolin"/>
                <a:sym typeface="Pangolin"/>
              </a:rPr>
              <a:t> son valores fuera de la curva que pueden ser errores de medición o eventos raros.</a:t>
            </a:r>
          </a:p>
        </p:txBody>
      </p:sp>
      <p:sp>
        <p:nvSpPr>
          <p:cNvPr id="19" name="Freeform: Shape 18">
            <a:extLst>
              <a:ext uri="{FF2B5EF4-FFF2-40B4-BE49-F238E27FC236}">
                <a16:creationId xmlns:a16="http://schemas.microsoft.com/office/drawing/2014/main" id="{53F5E94F-800C-C636-5973-8855C9120F87}"/>
              </a:ext>
            </a:extLst>
          </p:cNvPr>
          <p:cNvSpPr/>
          <p:nvPr/>
        </p:nvSpPr>
        <p:spPr>
          <a:xfrm>
            <a:off x="5474914" y="1348740"/>
            <a:ext cx="450245" cy="203835"/>
          </a:xfrm>
          <a:custGeom>
            <a:avLst/>
            <a:gdLst>
              <a:gd name="connsiteX0" fmla="*/ 28631 w 450245"/>
              <a:gd name="connsiteY0" fmla="*/ 152400 h 203835"/>
              <a:gd name="connsiteX1" fmla="*/ 38156 w 450245"/>
              <a:gd name="connsiteY1" fmla="*/ 158115 h 203835"/>
              <a:gd name="connsiteX2" fmla="*/ 49586 w 450245"/>
              <a:gd name="connsiteY2" fmla="*/ 163830 h 203835"/>
              <a:gd name="connsiteX3" fmla="*/ 59111 w 450245"/>
              <a:gd name="connsiteY3" fmla="*/ 173355 h 203835"/>
              <a:gd name="connsiteX4" fmla="*/ 81971 w 450245"/>
              <a:gd name="connsiteY4" fmla="*/ 186690 h 203835"/>
              <a:gd name="connsiteX5" fmla="*/ 87686 w 450245"/>
              <a:gd name="connsiteY5" fmla="*/ 192405 h 203835"/>
              <a:gd name="connsiteX6" fmla="*/ 104831 w 450245"/>
              <a:gd name="connsiteY6" fmla="*/ 201930 h 203835"/>
              <a:gd name="connsiteX7" fmla="*/ 125786 w 450245"/>
              <a:gd name="connsiteY7" fmla="*/ 203835 h 203835"/>
              <a:gd name="connsiteX8" fmla="*/ 152456 w 450245"/>
              <a:gd name="connsiteY8" fmla="*/ 201930 h 203835"/>
              <a:gd name="connsiteX9" fmla="*/ 161981 w 450245"/>
              <a:gd name="connsiteY9" fmla="*/ 196215 h 203835"/>
              <a:gd name="connsiteX10" fmla="*/ 175316 w 450245"/>
              <a:gd name="connsiteY10" fmla="*/ 194310 h 203835"/>
              <a:gd name="connsiteX11" fmla="*/ 209606 w 450245"/>
              <a:gd name="connsiteY11" fmla="*/ 188595 h 203835"/>
              <a:gd name="connsiteX12" fmla="*/ 221036 w 450245"/>
              <a:gd name="connsiteY12" fmla="*/ 182880 h 203835"/>
              <a:gd name="connsiteX13" fmla="*/ 232466 w 450245"/>
              <a:gd name="connsiteY13" fmla="*/ 175260 h 203835"/>
              <a:gd name="connsiteX14" fmla="*/ 240086 w 450245"/>
              <a:gd name="connsiteY14" fmla="*/ 171450 h 203835"/>
              <a:gd name="connsiteX15" fmla="*/ 253421 w 450245"/>
              <a:gd name="connsiteY15" fmla="*/ 161925 h 203835"/>
              <a:gd name="connsiteX16" fmla="*/ 280091 w 450245"/>
              <a:gd name="connsiteY16" fmla="*/ 158115 h 203835"/>
              <a:gd name="connsiteX17" fmla="*/ 348671 w 450245"/>
              <a:gd name="connsiteY17" fmla="*/ 160020 h 203835"/>
              <a:gd name="connsiteX18" fmla="*/ 367721 w 450245"/>
              <a:gd name="connsiteY18" fmla="*/ 163830 h 203835"/>
              <a:gd name="connsiteX19" fmla="*/ 409631 w 450245"/>
              <a:gd name="connsiteY19" fmla="*/ 165735 h 203835"/>
              <a:gd name="connsiteX20" fmla="*/ 432491 w 450245"/>
              <a:gd name="connsiteY20" fmla="*/ 156210 h 203835"/>
              <a:gd name="connsiteX21" fmla="*/ 438206 w 450245"/>
              <a:gd name="connsiteY21" fmla="*/ 112395 h 203835"/>
              <a:gd name="connsiteX22" fmla="*/ 443921 w 450245"/>
              <a:gd name="connsiteY22" fmla="*/ 100965 h 203835"/>
              <a:gd name="connsiteX23" fmla="*/ 447731 w 450245"/>
              <a:gd name="connsiteY23" fmla="*/ 49530 h 203835"/>
              <a:gd name="connsiteX24" fmla="*/ 432491 w 450245"/>
              <a:gd name="connsiteY24" fmla="*/ 26670 h 203835"/>
              <a:gd name="connsiteX25" fmla="*/ 413441 w 450245"/>
              <a:gd name="connsiteY25" fmla="*/ 20955 h 203835"/>
              <a:gd name="connsiteX26" fmla="*/ 398201 w 450245"/>
              <a:gd name="connsiteY26" fmla="*/ 15240 h 203835"/>
              <a:gd name="connsiteX27" fmla="*/ 352481 w 450245"/>
              <a:gd name="connsiteY27" fmla="*/ 9525 h 203835"/>
              <a:gd name="connsiteX28" fmla="*/ 301046 w 450245"/>
              <a:gd name="connsiteY28" fmla="*/ 0 h 203835"/>
              <a:gd name="connsiteX29" fmla="*/ 255326 w 450245"/>
              <a:gd name="connsiteY29" fmla="*/ 3810 h 203835"/>
              <a:gd name="connsiteX30" fmla="*/ 249611 w 450245"/>
              <a:gd name="connsiteY30" fmla="*/ 5715 h 203835"/>
              <a:gd name="connsiteX31" fmla="*/ 241991 w 450245"/>
              <a:gd name="connsiteY31" fmla="*/ 7620 h 203835"/>
              <a:gd name="connsiteX32" fmla="*/ 215321 w 450245"/>
              <a:gd name="connsiteY32" fmla="*/ 11430 h 203835"/>
              <a:gd name="connsiteX33" fmla="*/ 207701 w 450245"/>
              <a:gd name="connsiteY33" fmla="*/ 13335 h 203835"/>
              <a:gd name="connsiteX34" fmla="*/ 186746 w 450245"/>
              <a:gd name="connsiteY34" fmla="*/ 17145 h 203835"/>
              <a:gd name="connsiteX35" fmla="*/ 167696 w 450245"/>
              <a:gd name="connsiteY35" fmla="*/ 19050 h 203835"/>
              <a:gd name="connsiteX36" fmla="*/ 144836 w 450245"/>
              <a:gd name="connsiteY36" fmla="*/ 22860 h 203835"/>
              <a:gd name="connsiteX37" fmla="*/ 104831 w 450245"/>
              <a:gd name="connsiteY37" fmla="*/ 26670 h 203835"/>
              <a:gd name="connsiteX38" fmla="*/ 91496 w 450245"/>
              <a:gd name="connsiteY38" fmla="*/ 30480 h 203835"/>
              <a:gd name="connsiteX39" fmla="*/ 22916 w 450245"/>
              <a:gd name="connsiteY39" fmla="*/ 36195 h 203835"/>
              <a:gd name="connsiteX40" fmla="*/ 15296 w 450245"/>
              <a:gd name="connsiteY40" fmla="*/ 38100 h 203835"/>
              <a:gd name="connsiteX41" fmla="*/ 3866 w 450245"/>
              <a:gd name="connsiteY41" fmla="*/ 43815 h 203835"/>
              <a:gd name="connsiteX42" fmla="*/ 1961 w 450245"/>
              <a:gd name="connsiteY42" fmla="*/ 53340 h 203835"/>
              <a:gd name="connsiteX43" fmla="*/ 56 w 450245"/>
              <a:gd name="connsiteY43" fmla="*/ 59055 h 203835"/>
              <a:gd name="connsiteX44" fmla="*/ 5771 w 450245"/>
              <a:gd name="connsiteY44" fmla="*/ 112395 h 203835"/>
              <a:gd name="connsiteX45" fmla="*/ 11486 w 450245"/>
              <a:gd name="connsiteY45" fmla="*/ 121920 h 203835"/>
              <a:gd name="connsiteX46" fmla="*/ 28631 w 450245"/>
              <a:gd name="connsiteY46" fmla="*/ 152400 h 203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450245" h="203835">
                <a:moveTo>
                  <a:pt x="28631" y="152400"/>
                </a:moveTo>
                <a:cubicBezTo>
                  <a:pt x="33076" y="158433"/>
                  <a:pt x="34905" y="156342"/>
                  <a:pt x="38156" y="158115"/>
                </a:cubicBezTo>
                <a:cubicBezTo>
                  <a:pt x="41896" y="160155"/>
                  <a:pt x="46141" y="161325"/>
                  <a:pt x="49586" y="163830"/>
                </a:cubicBezTo>
                <a:cubicBezTo>
                  <a:pt x="53217" y="166471"/>
                  <a:pt x="55443" y="170766"/>
                  <a:pt x="59111" y="173355"/>
                </a:cubicBezTo>
                <a:cubicBezTo>
                  <a:pt x="66318" y="178442"/>
                  <a:pt x="74631" y="181797"/>
                  <a:pt x="81971" y="186690"/>
                </a:cubicBezTo>
                <a:cubicBezTo>
                  <a:pt x="84213" y="188184"/>
                  <a:pt x="85616" y="190680"/>
                  <a:pt x="87686" y="192405"/>
                </a:cubicBezTo>
                <a:cubicBezTo>
                  <a:pt x="91158" y="195299"/>
                  <a:pt x="102120" y="201292"/>
                  <a:pt x="104831" y="201930"/>
                </a:cubicBezTo>
                <a:cubicBezTo>
                  <a:pt x="111658" y="203536"/>
                  <a:pt x="118801" y="203200"/>
                  <a:pt x="125786" y="203835"/>
                </a:cubicBezTo>
                <a:cubicBezTo>
                  <a:pt x="134676" y="203200"/>
                  <a:pt x="143735" y="203766"/>
                  <a:pt x="152456" y="201930"/>
                </a:cubicBezTo>
                <a:cubicBezTo>
                  <a:pt x="156079" y="201167"/>
                  <a:pt x="158468" y="197386"/>
                  <a:pt x="161981" y="196215"/>
                </a:cubicBezTo>
                <a:cubicBezTo>
                  <a:pt x="166241" y="194795"/>
                  <a:pt x="170882" y="195019"/>
                  <a:pt x="175316" y="194310"/>
                </a:cubicBezTo>
                <a:lnTo>
                  <a:pt x="209606" y="188595"/>
                </a:lnTo>
                <a:cubicBezTo>
                  <a:pt x="234977" y="171681"/>
                  <a:pt x="197375" y="196025"/>
                  <a:pt x="221036" y="182880"/>
                </a:cubicBezTo>
                <a:cubicBezTo>
                  <a:pt x="225039" y="180656"/>
                  <a:pt x="228539" y="177616"/>
                  <a:pt x="232466" y="175260"/>
                </a:cubicBezTo>
                <a:cubicBezTo>
                  <a:pt x="234901" y="173799"/>
                  <a:pt x="237678" y="172955"/>
                  <a:pt x="240086" y="171450"/>
                </a:cubicBezTo>
                <a:cubicBezTo>
                  <a:pt x="241505" y="170563"/>
                  <a:pt x="250856" y="163024"/>
                  <a:pt x="253421" y="161925"/>
                </a:cubicBezTo>
                <a:cubicBezTo>
                  <a:pt x="259726" y="159223"/>
                  <a:pt x="276731" y="158451"/>
                  <a:pt x="280091" y="158115"/>
                </a:cubicBezTo>
                <a:cubicBezTo>
                  <a:pt x="302951" y="158750"/>
                  <a:pt x="325851" y="158532"/>
                  <a:pt x="348671" y="160020"/>
                </a:cubicBezTo>
                <a:cubicBezTo>
                  <a:pt x="355133" y="160441"/>
                  <a:pt x="361274" y="163226"/>
                  <a:pt x="367721" y="163830"/>
                </a:cubicBezTo>
                <a:cubicBezTo>
                  <a:pt x="381644" y="165135"/>
                  <a:pt x="395661" y="165100"/>
                  <a:pt x="409631" y="165735"/>
                </a:cubicBezTo>
                <a:cubicBezTo>
                  <a:pt x="417251" y="162560"/>
                  <a:pt x="428593" y="163487"/>
                  <a:pt x="432491" y="156210"/>
                </a:cubicBezTo>
                <a:cubicBezTo>
                  <a:pt x="439446" y="143227"/>
                  <a:pt x="435222" y="126818"/>
                  <a:pt x="438206" y="112395"/>
                </a:cubicBezTo>
                <a:cubicBezTo>
                  <a:pt x="439069" y="108224"/>
                  <a:pt x="442016" y="104775"/>
                  <a:pt x="443921" y="100965"/>
                </a:cubicBezTo>
                <a:cubicBezTo>
                  <a:pt x="448902" y="79383"/>
                  <a:pt x="453121" y="72166"/>
                  <a:pt x="447731" y="49530"/>
                </a:cubicBezTo>
                <a:cubicBezTo>
                  <a:pt x="446873" y="45925"/>
                  <a:pt x="436337" y="29661"/>
                  <a:pt x="432491" y="26670"/>
                </a:cubicBezTo>
                <a:cubicBezTo>
                  <a:pt x="426914" y="22333"/>
                  <a:pt x="419734" y="22891"/>
                  <a:pt x="413441" y="20955"/>
                </a:cubicBezTo>
                <a:cubicBezTo>
                  <a:pt x="408255" y="19359"/>
                  <a:pt x="403521" y="16304"/>
                  <a:pt x="398201" y="15240"/>
                </a:cubicBezTo>
                <a:cubicBezTo>
                  <a:pt x="325144" y="629"/>
                  <a:pt x="425820" y="26781"/>
                  <a:pt x="352481" y="9525"/>
                </a:cubicBezTo>
                <a:cubicBezTo>
                  <a:pt x="313884" y="443"/>
                  <a:pt x="331131" y="3008"/>
                  <a:pt x="301046" y="0"/>
                </a:cubicBezTo>
                <a:cubicBezTo>
                  <a:pt x="287613" y="790"/>
                  <a:pt x="269636" y="948"/>
                  <a:pt x="255326" y="3810"/>
                </a:cubicBezTo>
                <a:cubicBezTo>
                  <a:pt x="253357" y="4204"/>
                  <a:pt x="251542" y="5163"/>
                  <a:pt x="249611" y="5715"/>
                </a:cubicBezTo>
                <a:cubicBezTo>
                  <a:pt x="247094" y="6434"/>
                  <a:pt x="244558" y="7107"/>
                  <a:pt x="241991" y="7620"/>
                </a:cubicBezTo>
                <a:cubicBezTo>
                  <a:pt x="224004" y="11217"/>
                  <a:pt x="236392" y="7918"/>
                  <a:pt x="215321" y="11430"/>
                </a:cubicBezTo>
                <a:cubicBezTo>
                  <a:pt x="212738" y="11860"/>
                  <a:pt x="210257" y="12767"/>
                  <a:pt x="207701" y="13335"/>
                </a:cubicBezTo>
                <a:cubicBezTo>
                  <a:pt x="202685" y="14450"/>
                  <a:pt x="191473" y="16554"/>
                  <a:pt x="186746" y="17145"/>
                </a:cubicBezTo>
                <a:cubicBezTo>
                  <a:pt x="180414" y="17937"/>
                  <a:pt x="174019" y="18188"/>
                  <a:pt x="167696" y="19050"/>
                </a:cubicBezTo>
                <a:cubicBezTo>
                  <a:pt x="160042" y="20094"/>
                  <a:pt x="152505" y="21930"/>
                  <a:pt x="144836" y="22860"/>
                </a:cubicBezTo>
                <a:cubicBezTo>
                  <a:pt x="131538" y="24472"/>
                  <a:pt x="118166" y="25400"/>
                  <a:pt x="104831" y="26670"/>
                </a:cubicBezTo>
                <a:cubicBezTo>
                  <a:pt x="100386" y="27940"/>
                  <a:pt x="96096" y="30020"/>
                  <a:pt x="91496" y="30480"/>
                </a:cubicBezTo>
                <a:cubicBezTo>
                  <a:pt x="21091" y="37521"/>
                  <a:pt x="72554" y="27435"/>
                  <a:pt x="22916" y="36195"/>
                </a:cubicBezTo>
                <a:cubicBezTo>
                  <a:pt x="20338" y="36650"/>
                  <a:pt x="17727" y="37128"/>
                  <a:pt x="15296" y="38100"/>
                </a:cubicBezTo>
                <a:cubicBezTo>
                  <a:pt x="11341" y="39682"/>
                  <a:pt x="7676" y="41910"/>
                  <a:pt x="3866" y="43815"/>
                </a:cubicBezTo>
                <a:cubicBezTo>
                  <a:pt x="3231" y="46990"/>
                  <a:pt x="2746" y="50199"/>
                  <a:pt x="1961" y="53340"/>
                </a:cubicBezTo>
                <a:cubicBezTo>
                  <a:pt x="1474" y="55288"/>
                  <a:pt x="56" y="57047"/>
                  <a:pt x="56" y="59055"/>
                </a:cubicBezTo>
                <a:cubicBezTo>
                  <a:pt x="56" y="74825"/>
                  <a:pt x="-971" y="96215"/>
                  <a:pt x="5771" y="112395"/>
                </a:cubicBezTo>
                <a:cubicBezTo>
                  <a:pt x="7195" y="115813"/>
                  <a:pt x="9498" y="118796"/>
                  <a:pt x="11486" y="121920"/>
                </a:cubicBezTo>
                <a:cubicBezTo>
                  <a:pt x="19458" y="134448"/>
                  <a:pt x="24186" y="146367"/>
                  <a:pt x="28631" y="15240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8" name="TextBox 17">
            <a:extLst>
              <a:ext uri="{FF2B5EF4-FFF2-40B4-BE49-F238E27FC236}">
                <a16:creationId xmlns:a16="http://schemas.microsoft.com/office/drawing/2014/main" id="{EA101C56-E594-EAB9-16EB-DFC8BD857F35}"/>
              </a:ext>
            </a:extLst>
          </p:cNvPr>
          <p:cNvSpPr txBox="1"/>
          <p:nvPr/>
        </p:nvSpPr>
        <p:spPr>
          <a:xfrm>
            <a:off x="5381600" y="1325567"/>
            <a:ext cx="785793" cy="246221"/>
          </a:xfrm>
          <a:prstGeom prst="rect">
            <a:avLst/>
          </a:prstGeom>
          <a:noFill/>
        </p:spPr>
        <p:txBody>
          <a:bodyPr wrap="none" rtlCol="0">
            <a:spAutoFit/>
          </a:bodyPr>
          <a:lstStyle/>
          <a:p>
            <a:r>
              <a:rPr lang="de-DE" sz="1000" b="1" dirty="0" err="1">
                <a:latin typeface="Momopresentation Updated 2" panose="02000503000000000000" pitchFamily="2" charset="0"/>
              </a:rPr>
              <a:t>manzanas</a:t>
            </a:r>
            <a:endParaRPr lang="es-419" sz="1000" b="1" dirty="0">
              <a:latin typeface="Momopresentation Updated 2" panose="02000503000000000000" pitchFamily="2" charset="0"/>
            </a:endParaRPr>
          </a:p>
        </p:txBody>
      </p:sp>
      <p:grpSp>
        <p:nvGrpSpPr>
          <p:cNvPr id="45" name="Group 44">
            <a:extLst>
              <a:ext uri="{FF2B5EF4-FFF2-40B4-BE49-F238E27FC236}">
                <a16:creationId xmlns:a16="http://schemas.microsoft.com/office/drawing/2014/main" id="{A84178F2-616C-3B06-C53A-F92AF88715B7}"/>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6" name="Picture 45">
              <a:extLst>
                <a:ext uri="{FF2B5EF4-FFF2-40B4-BE49-F238E27FC236}">
                  <a16:creationId xmlns:a16="http://schemas.microsoft.com/office/drawing/2014/main" id="{FEF2F18C-3BDA-A47C-672E-DE7078A7B50A}"/>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7" name="Group 46">
              <a:extLst>
                <a:ext uri="{FF2B5EF4-FFF2-40B4-BE49-F238E27FC236}">
                  <a16:creationId xmlns:a16="http://schemas.microsoft.com/office/drawing/2014/main" id="{0E9D01A8-61A5-49AC-0497-9E0B6310D05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8" name="Picture 47">
                <a:extLst>
                  <a:ext uri="{FF2B5EF4-FFF2-40B4-BE49-F238E27FC236}">
                    <a16:creationId xmlns:a16="http://schemas.microsoft.com/office/drawing/2014/main" id="{12ACD4AE-3835-1F47-B7D7-66DA5A157D5C}"/>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49" name="Picture 48">
                <a:extLst>
                  <a:ext uri="{FF2B5EF4-FFF2-40B4-BE49-F238E27FC236}">
                    <a16:creationId xmlns:a16="http://schemas.microsoft.com/office/drawing/2014/main" id="{6CD173BF-D1F5-32DD-1F28-2B1DF045D14A}"/>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50" name="Picture 49">
                <a:extLst>
                  <a:ext uri="{FF2B5EF4-FFF2-40B4-BE49-F238E27FC236}">
                    <a16:creationId xmlns:a16="http://schemas.microsoft.com/office/drawing/2014/main" id="{FF0C4A1F-B552-90DE-3DE1-081E5A3EDCC5}"/>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err="1">
                <a:solidFill>
                  <a:srgbClr val="00B050"/>
                </a:solidFill>
                <a:latin typeface="Pangolin" panose="00000500000000000000" pitchFamily="2" charset="0"/>
              </a:rPr>
              <a:t>Moda</a:t>
            </a:r>
            <a:r>
              <a:rPr lang="de-DE" sz="1000" dirty="0">
                <a:solidFill>
                  <a:srgbClr val="00B050"/>
                </a:solidFill>
                <a:latin typeface="Pangolin" panose="00000500000000000000" pitchFamily="2" charset="0"/>
              </a:rPr>
              <a:t>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err="1">
                <a:solidFill>
                  <a:srgbClr val="00B050"/>
                </a:solidFill>
                <a:latin typeface="Pangolin" panose="00000500000000000000" pitchFamily="2" charset="0"/>
              </a:rPr>
              <a:t>Moda</a:t>
            </a:r>
            <a:r>
              <a:rPr lang="de-DE" sz="1000" dirty="0">
                <a:solidFill>
                  <a:srgbClr val="00B050"/>
                </a:solidFill>
                <a:latin typeface="Pangolin" panose="00000500000000000000" pitchFamily="2" charset="0"/>
              </a:rPr>
              <a:t>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err="1">
                <a:solidFill>
                  <a:srgbClr val="00B050"/>
                </a:solidFill>
                <a:latin typeface="Pangolin" panose="00000500000000000000" pitchFamily="2" charset="0"/>
              </a:rPr>
              <a:t>Moda</a:t>
            </a:r>
            <a:r>
              <a:rPr lang="de-DE" sz="1000" dirty="0">
                <a:solidFill>
                  <a:srgbClr val="00B050"/>
                </a:solidFill>
                <a:latin typeface="Pangolin" panose="00000500000000000000" pitchFamily="2" charset="0"/>
              </a:rPr>
              <a:t>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marL="0" marR="0" lvl="0" indent="0" algn="ctr" rtl="0">
              <a:spcBef>
                <a:spcPts val="0"/>
              </a:spcBef>
              <a:spcAft>
                <a:spcPts val="0"/>
              </a:spcAft>
              <a:buNone/>
            </a:pPr>
            <a:r>
              <a:rPr lang="de-DE" sz="1000" dirty="0">
                <a:solidFill>
                  <a:srgbClr val="00B050"/>
                </a:solidFill>
                <a:latin typeface="Pangolin"/>
                <a:ea typeface="Pangolin"/>
                <a:cs typeface="Pangolin"/>
                <a:sym typeface="Pangolin"/>
              </a:rPr>
              <a:t>Buenos </a:t>
            </a:r>
            <a:r>
              <a:rPr lang="de-DE" sz="1000" dirty="0" err="1">
                <a:solidFill>
                  <a:srgbClr val="00B050"/>
                </a:solidFill>
                <a:latin typeface="Pangolin"/>
                <a:ea typeface="Pangolin"/>
                <a:cs typeface="Pangolin"/>
                <a:sym typeface="Pangolin"/>
              </a:rPr>
              <a:t>parámetros</a:t>
            </a:r>
            <a:endParaRPr lang="de-DE" sz="1000" dirty="0">
              <a:solidFill>
                <a:srgbClr val="00B050"/>
              </a:solidFill>
              <a:latin typeface="Pangolin"/>
              <a:ea typeface="Pangolin"/>
              <a:cs typeface="Pangolin"/>
              <a:sym typeface="Pangolin"/>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marL="0" marR="0" lvl="0" indent="0" algn="ctr" rtl="0">
              <a:spcBef>
                <a:spcPts val="0"/>
              </a:spcBef>
              <a:spcAft>
                <a:spcPts val="0"/>
              </a:spcAft>
              <a:buNone/>
            </a:pPr>
            <a:r>
              <a:rPr lang="de-DE" sz="1000" dirty="0">
                <a:solidFill>
                  <a:srgbClr val="00B050"/>
                </a:solidFill>
                <a:latin typeface="Pangolin"/>
                <a:ea typeface="Pangolin"/>
                <a:cs typeface="Pangolin"/>
                <a:sym typeface="Pangolin"/>
              </a:rPr>
              <a:t>Buenos </a:t>
            </a:r>
            <a:r>
              <a:rPr lang="de-DE" sz="1000" dirty="0" err="1">
                <a:solidFill>
                  <a:srgbClr val="00B050"/>
                </a:solidFill>
                <a:latin typeface="Pangolin"/>
                <a:ea typeface="Pangolin"/>
                <a:cs typeface="Pangolin"/>
                <a:sym typeface="Pangolin"/>
              </a:rPr>
              <a:t>parámetros</a:t>
            </a:r>
            <a:endParaRPr lang="de-DE" sz="1000" dirty="0">
              <a:solidFill>
                <a:srgbClr val="00B050"/>
              </a:solidFill>
              <a:latin typeface="Pangolin"/>
              <a:ea typeface="Pangolin"/>
              <a:cs typeface="Pangolin"/>
              <a:sym typeface="Pangolin"/>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marL="0" marR="0" lvl="0" indent="0" algn="ctr" rtl="0">
              <a:spcBef>
                <a:spcPts val="0"/>
              </a:spcBef>
              <a:spcAft>
                <a:spcPts val="0"/>
              </a:spcAft>
              <a:buNone/>
            </a:pPr>
            <a:r>
              <a:rPr lang="de-DE" sz="1000" dirty="0">
                <a:solidFill>
                  <a:srgbClr val="00B050"/>
                </a:solidFill>
                <a:latin typeface="Pangolin"/>
                <a:ea typeface="Pangolin"/>
                <a:cs typeface="Pangolin"/>
                <a:sym typeface="Pangolin"/>
              </a:rPr>
              <a:t>Buen </a:t>
            </a:r>
            <a:r>
              <a:rPr lang="de-DE" sz="1000" dirty="0" err="1">
                <a:solidFill>
                  <a:srgbClr val="00B050"/>
                </a:solidFill>
                <a:latin typeface="Pangolin"/>
                <a:ea typeface="Pangolin"/>
                <a:cs typeface="Pangolin"/>
                <a:sym typeface="Pangolin"/>
              </a:rPr>
              <a:t>parámetro</a:t>
            </a:r>
            <a:endParaRPr lang="de-DE" sz="1000" dirty="0">
              <a:solidFill>
                <a:srgbClr val="00B050"/>
              </a:solidFill>
              <a:latin typeface="Pangolin"/>
              <a:ea typeface="Pangolin"/>
              <a:cs typeface="Pangolin"/>
              <a:sym typeface="Pangolin"/>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13" name="Rectangle 12">
            <a:extLst>
              <a:ext uri="{FF2B5EF4-FFF2-40B4-BE49-F238E27FC236}">
                <a16:creationId xmlns:a16="http://schemas.microsoft.com/office/drawing/2014/main" id="{732F27AA-4BFE-1B98-3F6A-FCD5802526E8}"/>
              </a:ext>
              <a:ext uri="{C183D7F6-B498-43B3-948B-1728B52AA6E4}">
                <adec:decorative xmlns:adec="http://schemas.microsoft.com/office/drawing/2017/decorative" val="1"/>
              </a:ext>
            </a:extLst>
          </p:cNvPr>
          <p:cNvSpPr/>
          <p:nvPr/>
        </p:nvSpPr>
        <p:spPr>
          <a:xfrm>
            <a:off x="2606040" y="1999456"/>
            <a:ext cx="1750060" cy="26556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692649" y="608128"/>
            <a:ext cx="3300254" cy="246221"/>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En este caso, nuestro gráfico de repente tiene dos picos.</a:t>
            </a:r>
          </a:p>
        </p:txBody>
      </p:sp>
      <p:sp>
        <p:nvSpPr>
          <p:cNvPr id="22" name="Textfeld 21">
            <a:extLst>
              <a:ext uri="{FF2B5EF4-FFF2-40B4-BE49-F238E27FC236}">
                <a16:creationId xmlns:a16="http://schemas.microsoft.com/office/drawing/2014/main" id="{E5FAF93F-B6E6-484F-B311-4188A2A5CAF2}"/>
              </a:ext>
            </a:extLst>
          </p:cNvPr>
          <p:cNvSpPr txBox="1"/>
          <p:nvPr/>
        </p:nvSpPr>
        <p:spPr>
          <a:xfrm>
            <a:off x="313037" y="1723903"/>
            <a:ext cx="1098734" cy="553998"/>
          </a:xfrm>
          <a:prstGeom prst="rect">
            <a:avLst/>
          </a:prstGeom>
          <a:noFill/>
        </p:spPr>
        <p:txBody>
          <a:bodyPr wrap="square">
            <a:spAutoFit/>
          </a:bodyPr>
          <a:lstStyle/>
          <a:p>
            <a:pPr marL="0" marR="0" lvl="0" indent="0" algn="ctr" rtl="0">
              <a:spcBef>
                <a:spcPts val="0"/>
              </a:spcBef>
              <a:spcAft>
                <a:spcPts val="0"/>
              </a:spcAft>
              <a:buNone/>
            </a:pPr>
            <a:r>
              <a:rPr lang="de-DE" sz="1000" dirty="0">
                <a:solidFill>
                  <a:schemeClr val="dk1"/>
                </a:solidFill>
                <a:latin typeface="Pangolin"/>
                <a:ea typeface="Pangolin"/>
                <a:cs typeface="Pangolin"/>
                <a:sym typeface="Pangolin"/>
              </a:rPr>
              <a:t>Como </a:t>
            </a:r>
            <a:r>
              <a:rPr lang="de-DE" sz="1000" dirty="0" err="1">
                <a:solidFill>
                  <a:schemeClr val="dk1"/>
                </a:solidFill>
                <a:latin typeface="Pangolin"/>
                <a:ea typeface="Pangolin"/>
                <a:cs typeface="Pangolin"/>
                <a:sym typeface="Pangolin"/>
              </a:rPr>
              <a:t>ratones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enamorados</a:t>
            </a:r>
            <a:br>
              <a:rPr lang="de-DE" sz="1000" dirty="0">
                <a:solidFill>
                  <a:schemeClr val="dk1"/>
                </a:solidFill>
                <a:latin typeface="Pangolin"/>
                <a:ea typeface="Pangolin"/>
                <a:cs typeface="Pangolin"/>
                <a:sym typeface="Pangolin"/>
              </a:rPr>
            </a:br>
            <a:endParaRPr lang="de-DE" sz="1000" dirty="0">
              <a:solidFill>
                <a:schemeClr val="dk1"/>
              </a:solidFill>
              <a:latin typeface="Pangolin"/>
              <a:ea typeface="Pangolin"/>
              <a:cs typeface="Pangolin"/>
              <a:sym typeface="Pangolin"/>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392370" y="2001248"/>
            <a:ext cx="856904" cy="246221"/>
          </a:xfrm>
          <a:prstGeom prst="rect">
            <a:avLst/>
          </a:prstGeom>
          <a:noFill/>
        </p:spPr>
        <p:txBody>
          <a:bodyPr wrap="square">
            <a:spAutoFit/>
          </a:bodyPr>
          <a:lstStyle/>
          <a:p>
            <a:pPr algn="ctr"/>
            <a:r>
              <a:rPr lang="de-DE" sz="1000" dirty="0">
                <a:latin typeface="Pangolin" panose="00000500000000000000" pitchFamily="2" charset="0"/>
              </a:rPr>
              <a:t>Seguro…</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490690" y="2467144"/>
            <a:ext cx="2004349" cy="861774"/>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De cualquier forma,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podemos usar algo llamado </a:t>
            </a:r>
            <a:r>
              <a:rPr lang="es-ES" sz="1000" dirty="0">
                <a:solidFill>
                  <a:schemeClr val="dk1"/>
                </a:solidFill>
                <a:highlight>
                  <a:srgbClr val="C0C0C0"/>
                </a:highlight>
                <a:latin typeface="Pangolin"/>
                <a:ea typeface="Pangolin"/>
                <a:cs typeface="Pangolin"/>
                <a:sym typeface="Pangolin"/>
              </a:rPr>
              <a:t>MODA</a:t>
            </a:r>
            <a:r>
              <a:rPr lang="es-ES" sz="1000" dirty="0">
                <a:solidFill>
                  <a:schemeClr val="dk1"/>
                </a:solidFill>
                <a:latin typeface="Pangolin"/>
                <a:ea typeface="Pangolin"/>
                <a:cs typeface="Pangolin"/>
                <a:sym typeface="Pangolin"/>
              </a:rPr>
              <a:t> para describir la tendencia central de nuestra distribución si esta tuviera varios picos.</a:t>
            </a: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597812"/>
            <a:ext cx="1882429"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La moda define el o los valores que ocurren con más frecuencias en un conjunto de datos.</a:t>
            </a: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En este caso, tenemos varias modas. Pero algunas veces existirá solamente una o ninguna moda.</a:t>
            </a: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87818"/>
            <a:ext cx="6223328"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Puedes aplicar la media, mediana y moda a diferentes muestras de manzanas.</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Pero a menudo, algunos representarán los datos mejor que otros.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191826" y="6755193"/>
            <a:ext cx="2147213" cy="861774"/>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Ok, gracias... </a:t>
            </a:r>
            <a:r>
              <a:rPr lang="es-ES" sz="1000" dirty="0" err="1">
                <a:solidFill>
                  <a:schemeClr val="dk1"/>
                </a:solidFill>
                <a:latin typeface="Pangolin"/>
                <a:ea typeface="Pangolin"/>
                <a:cs typeface="Pangolin"/>
                <a:sym typeface="Pangolin"/>
              </a:rPr>
              <a:t>Aprendi</a:t>
            </a:r>
            <a:r>
              <a:rPr lang="es-ES" sz="1000" dirty="0">
                <a:solidFill>
                  <a:schemeClr val="dk1"/>
                </a:solidFill>
                <a:latin typeface="Pangolin"/>
                <a:ea typeface="Pangolin"/>
                <a:cs typeface="Pangolin"/>
                <a:sym typeface="Pangolin"/>
              </a:rPr>
              <a:t> mucho. Ahora solo tengo que aplicar a los datos que tengo que presentar.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Son de un aplicativo que rastrea mediciones de frecuencia cardiaca.</a:t>
            </a:r>
          </a:p>
        </p:txBody>
      </p:sp>
      <p:sp>
        <p:nvSpPr>
          <p:cNvPr id="35" name="Textfeld 34">
            <a:extLst>
              <a:ext uri="{FF2B5EF4-FFF2-40B4-BE49-F238E27FC236}">
                <a16:creationId xmlns:a16="http://schemas.microsoft.com/office/drawing/2014/main" id="{8AA32A4E-C8B4-40BC-B1F2-FFFE3C4BBAC2}"/>
              </a:ext>
            </a:extLst>
          </p:cNvPr>
          <p:cNvSpPr txBox="1"/>
          <p:nvPr/>
        </p:nvSpPr>
        <p:spPr>
          <a:xfrm>
            <a:off x="4635756" y="6762112"/>
            <a:ext cx="1938265" cy="1015663"/>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 Echa un vistazo a tus datos y sigue los mismo pasos que acabamos de hacer con las manzanas. Puedes usar las siguientes páginas para tus cálculos.</a:t>
            </a:r>
          </a:p>
        </p:txBody>
      </p:sp>
      <p:sp>
        <p:nvSpPr>
          <p:cNvPr id="12" name="TextBox 11">
            <a:extLst>
              <a:ext uri="{FF2B5EF4-FFF2-40B4-BE49-F238E27FC236}">
                <a16:creationId xmlns:a16="http://schemas.microsoft.com/office/drawing/2014/main" id="{375FC922-13F4-07E3-C0E4-D01DA9444887}"/>
              </a:ext>
              <a:ext uri="{C183D7F6-B498-43B3-948B-1728B52AA6E4}">
                <adec:decorative xmlns:adec="http://schemas.microsoft.com/office/drawing/2017/decorative" val="1"/>
              </a:ext>
            </a:extLst>
          </p:cNvPr>
          <p:cNvSpPr txBox="1"/>
          <p:nvPr/>
        </p:nvSpPr>
        <p:spPr>
          <a:xfrm rot="21349700">
            <a:off x="2233573" y="1666533"/>
            <a:ext cx="2236554" cy="415498"/>
          </a:xfrm>
          <a:prstGeom prst="rect">
            <a:avLst/>
          </a:prstGeom>
          <a:noFill/>
        </p:spPr>
        <p:txBody>
          <a:bodyPr wrap="square" rtlCol="0">
            <a:spAutoFit/>
          </a:bodyPr>
          <a:lstStyle/>
          <a:p>
            <a:pPr algn="ctr"/>
            <a:r>
              <a:rPr lang="es-ES" sz="1050" dirty="0">
                <a:solidFill>
                  <a:schemeClr val="tx1">
                    <a:lumMod val="75000"/>
                    <a:lumOff val="25000"/>
                  </a:schemeClr>
                </a:solidFill>
                <a:latin typeface="KG Always A Good Time" panose="02000505000000020003" pitchFamily="2" charset="0"/>
                <a:ea typeface="Always In My Heart" panose="02000603000000000000" pitchFamily="2" charset="0"/>
              </a:rPr>
              <a:t>Peso de las manzanas </a:t>
            </a:r>
          </a:p>
          <a:p>
            <a:pPr algn="ctr"/>
            <a:r>
              <a:rPr lang="es-ES" sz="1050" dirty="0">
                <a:solidFill>
                  <a:schemeClr val="tx1">
                    <a:lumMod val="75000"/>
                    <a:lumOff val="25000"/>
                  </a:schemeClr>
                </a:solidFill>
                <a:latin typeface="KG Always A Good Time" panose="02000505000000020003" pitchFamily="2" charset="0"/>
                <a:ea typeface="Always In My Heart" panose="02000603000000000000" pitchFamily="2" charset="0"/>
              </a:rPr>
              <a:t>grandes y pequeñas</a:t>
            </a:r>
            <a:endParaRPr lang="pt-BR" sz="1050" dirty="0">
              <a:solidFill>
                <a:schemeClr val="tx1">
                  <a:lumMod val="75000"/>
                  <a:lumOff val="25000"/>
                </a:schemeClr>
              </a:solidFill>
              <a:latin typeface="KG Always A Good Time" panose="02000505000000020003" pitchFamily="2" charset="0"/>
              <a:ea typeface="Always In My Heart" panose="02000603000000000000" pitchFamily="2" charset="0"/>
            </a:endParaRPr>
          </a:p>
        </p:txBody>
      </p:sp>
      <p:sp>
        <p:nvSpPr>
          <p:cNvPr id="17" name="Freeform: Shape 16">
            <a:extLst>
              <a:ext uri="{FF2B5EF4-FFF2-40B4-BE49-F238E27FC236}">
                <a16:creationId xmlns:a16="http://schemas.microsoft.com/office/drawing/2014/main" id="{0D033796-27A9-9C69-5DC1-1518F5514FC2}"/>
              </a:ext>
            </a:extLst>
          </p:cNvPr>
          <p:cNvSpPr/>
          <p:nvPr/>
        </p:nvSpPr>
        <p:spPr>
          <a:xfrm>
            <a:off x="1423831" y="4403902"/>
            <a:ext cx="265269" cy="153125"/>
          </a:xfrm>
          <a:custGeom>
            <a:avLst/>
            <a:gdLst>
              <a:gd name="connsiteX0" fmla="*/ 3649 w 265269"/>
              <a:gd name="connsiteY0" fmla="*/ 145238 h 153125"/>
              <a:gd name="connsiteX1" fmla="*/ 44289 w 265269"/>
              <a:gd name="connsiteY1" fmla="*/ 142698 h 153125"/>
              <a:gd name="connsiteX2" fmla="*/ 54449 w 265269"/>
              <a:gd name="connsiteY2" fmla="*/ 137618 h 153125"/>
              <a:gd name="connsiteX3" fmla="*/ 79849 w 265269"/>
              <a:gd name="connsiteY3" fmla="*/ 135078 h 153125"/>
              <a:gd name="connsiteX4" fmla="*/ 194149 w 265269"/>
              <a:gd name="connsiteY4" fmla="*/ 129998 h 153125"/>
              <a:gd name="connsiteX5" fmla="*/ 211929 w 265269"/>
              <a:gd name="connsiteY5" fmla="*/ 127458 h 153125"/>
              <a:gd name="connsiteX6" fmla="*/ 239869 w 265269"/>
              <a:gd name="connsiteY6" fmla="*/ 117298 h 153125"/>
              <a:gd name="connsiteX7" fmla="*/ 247489 w 265269"/>
              <a:gd name="connsiteY7" fmla="*/ 112218 h 153125"/>
              <a:gd name="connsiteX8" fmla="*/ 252569 w 265269"/>
              <a:gd name="connsiteY8" fmla="*/ 104598 h 153125"/>
              <a:gd name="connsiteX9" fmla="*/ 262729 w 265269"/>
              <a:gd name="connsiteY9" fmla="*/ 91898 h 153125"/>
              <a:gd name="connsiteX10" fmla="*/ 265269 w 265269"/>
              <a:gd name="connsiteY10" fmla="*/ 74118 h 153125"/>
              <a:gd name="connsiteX11" fmla="*/ 260189 w 265269"/>
              <a:gd name="connsiteY11" fmla="*/ 46178 h 153125"/>
              <a:gd name="connsiteX12" fmla="*/ 244949 w 265269"/>
              <a:gd name="connsiteY12" fmla="*/ 25858 h 153125"/>
              <a:gd name="connsiteX13" fmla="*/ 229709 w 265269"/>
              <a:gd name="connsiteY13" fmla="*/ 20778 h 153125"/>
              <a:gd name="connsiteX14" fmla="*/ 173829 w 265269"/>
              <a:gd name="connsiteY14" fmla="*/ 15698 h 153125"/>
              <a:gd name="connsiteX15" fmla="*/ 145889 w 265269"/>
              <a:gd name="connsiteY15" fmla="*/ 8078 h 153125"/>
              <a:gd name="connsiteX16" fmla="*/ 102709 w 265269"/>
              <a:gd name="connsiteY16" fmla="*/ 458 h 153125"/>
              <a:gd name="connsiteX17" fmla="*/ 29049 w 265269"/>
              <a:gd name="connsiteY17" fmla="*/ 8078 h 153125"/>
              <a:gd name="connsiteX18" fmla="*/ 18889 w 265269"/>
              <a:gd name="connsiteY18" fmla="*/ 15698 h 153125"/>
              <a:gd name="connsiteX19" fmla="*/ 11269 w 265269"/>
              <a:gd name="connsiteY19" fmla="*/ 23318 h 153125"/>
              <a:gd name="connsiteX20" fmla="*/ 6189 w 265269"/>
              <a:gd name="connsiteY20" fmla="*/ 33478 h 153125"/>
              <a:gd name="connsiteX21" fmla="*/ 3649 w 265269"/>
              <a:gd name="connsiteY21" fmla="*/ 145238 h 153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5269" h="153125">
                <a:moveTo>
                  <a:pt x="3649" y="145238"/>
                </a:moveTo>
                <a:cubicBezTo>
                  <a:pt x="9999" y="163441"/>
                  <a:pt x="30866" y="144711"/>
                  <a:pt x="44289" y="142698"/>
                </a:cubicBezTo>
                <a:cubicBezTo>
                  <a:pt x="48034" y="142136"/>
                  <a:pt x="50747" y="138411"/>
                  <a:pt x="54449" y="137618"/>
                </a:cubicBezTo>
                <a:cubicBezTo>
                  <a:pt x="62769" y="135835"/>
                  <a:pt x="71353" y="135541"/>
                  <a:pt x="79849" y="135078"/>
                </a:cubicBezTo>
                <a:cubicBezTo>
                  <a:pt x="117930" y="133001"/>
                  <a:pt x="156049" y="131691"/>
                  <a:pt x="194149" y="129998"/>
                </a:cubicBezTo>
                <a:cubicBezTo>
                  <a:pt x="200076" y="129151"/>
                  <a:pt x="206095" y="128804"/>
                  <a:pt x="211929" y="127458"/>
                </a:cubicBezTo>
                <a:cubicBezTo>
                  <a:pt x="216332" y="126442"/>
                  <a:pt x="235107" y="119679"/>
                  <a:pt x="239869" y="117298"/>
                </a:cubicBezTo>
                <a:cubicBezTo>
                  <a:pt x="242599" y="115933"/>
                  <a:pt x="244949" y="113911"/>
                  <a:pt x="247489" y="112218"/>
                </a:cubicBezTo>
                <a:cubicBezTo>
                  <a:pt x="249182" y="109678"/>
                  <a:pt x="250737" y="107040"/>
                  <a:pt x="252569" y="104598"/>
                </a:cubicBezTo>
                <a:cubicBezTo>
                  <a:pt x="255822" y="100261"/>
                  <a:pt x="260644" y="96902"/>
                  <a:pt x="262729" y="91898"/>
                </a:cubicBezTo>
                <a:cubicBezTo>
                  <a:pt x="265032" y="86372"/>
                  <a:pt x="264422" y="80045"/>
                  <a:pt x="265269" y="74118"/>
                </a:cubicBezTo>
                <a:cubicBezTo>
                  <a:pt x="263576" y="64805"/>
                  <a:pt x="263862" y="54902"/>
                  <a:pt x="260189" y="46178"/>
                </a:cubicBezTo>
                <a:cubicBezTo>
                  <a:pt x="256903" y="38375"/>
                  <a:pt x="252981" y="28535"/>
                  <a:pt x="244949" y="25858"/>
                </a:cubicBezTo>
                <a:cubicBezTo>
                  <a:pt x="239869" y="24165"/>
                  <a:pt x="234927" y="21982"/>
                  <a:pt x="229709" y="20778"/>
                </a:cubicBezTo>
                <a:cubicBezTo>
                  <a:pt x="215604" y="17523"/>
                  <a:pt x="183301" y="16329"/>
                  <a:pt x="173829" y="15698"/>
                </a:cubicBezTo>
                <a:cubicBezTo>
                  <a:pt x="162881" y="12049"/>
                  <a:pt x="160212" y="10943"/>
                  <a:pt x="145889" y="8078"/>
                </a:cubicBezTo>
                <a:cubicBezTo>
                  <a:pt x="131557" y="5212"/>
                  <a:pt x="102709" y="458"/>
                  <a:pt x="102709" y="458"/>
                </a:cubicBezTo>
                <a:cubicBezTo>
                  <a:pt x="79838" y="1411"/>
                  <a:pt x="51072" y="-4157"/>
                  <a:pt x="29049" y="8078"/>
                </a:cubicBezTo>
                <a:cubicBezTo>
                  <a:pt x="25348" y="10134"/>
                  <a:pt x="22103" y="12943"/>
                  <a:pt x="18889" y="15698"/>
                </a:cubicBezTo>
                <a:cubicBezTo>
                  <a:pt x="16162" y="18036"/>
                  <a:pt x="13357" y="20395"/>
                  <a:pt x="11269" y="23318"/>
                </a:cubicBezTo>
                <a:cubicBezTo>
                  <a:pt x="9068" y="26399"/>
                  <a:pt x="7882" y="30091"/>
                  <a:pt x="6189" y="33478"/>
                </a:cubicBezTo>
                <a:cubicBezTo>
                  <a:pt x="-63" y="77241"/>
                  <a:pt x="-2701" y="127035"/>
                  <a:pt x="3649" y="145238"/>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8" name="TextBox 7">
            <a:extLst>
              <a:ext uri="{FF2B5EF4-FFF2-40B4-BE49-F238E27FC236}">
                <a16:creationId xmlns:a16="http://schemas.microsoft.com/office/drawing/2014/main" id="{5950BF9B-EA59-CCF2-08CC-AD37160DBBDF}"/>
              </a:ext>
            </a:extLst>
          </p:cNvPr>
          <p:cNvSpPr txBox="1"/>
          <p:nvPr/>
        </p:nvSpPr>
        <p:spPr>
          <a:xfrm>
            <a:off x="1331762" y="4362473"/>
            <a:ext cx="482824" cy="230832"/>
          </a:xfrm>
          <a:prstGeom prst="rect">
            <a:avLst/>
          </a:prstGeom>
          <a:noFill/>
        </p:spPr>
        <p:txBody>
          <a:bodyPr wrap="none" rtlCol="0">
            <a:spAutoFit/>
          </a:bodyPr>
          <a:lstStyle/>
          <a:p>
            <a:r>
              <a:rPr lang="de-DE" sz="900" b="1" dirty="0" err="1">
                <a:latin typeface="Momopresentation Updated 2" panose="02000503000000000000" pitchFamily="2" charset="0"/>
              </a:rPr>
              <a:t>Moda</a:t>
            </a:r>
            <a:endParaRPr lang="es-419" sz="900" b="1" dirty="0">
              <a:latin typeface="Momopresentation Updated 2" panose="02000503000000000000" pitchFamily="2" charset="0"/>
            </a:endParaRPr>
          </a:p>
        </p:txBody>
      </p:sp>
      <p:sp>
        <p:nvSpPr>
          <p:cNvPr id="86" name="Freeform: Shape 85">
            <a:extLst>
              <a:ext uri="{FF2B5EF4-FFF2-40B4-BE49-F238E27FC236}">
                <a16:creationId xmlns:a16="http://schemas.microsoft.com/office/drawing/2014/main" id="{30209B61-BE9F-F6BE-25F0-CB55583093A4}"/>
              </a:ext>
            </a:extLst>
          </p:cNvPr>
          <p:cNvSpPr/>
          <p:nvPr/>
        </p:nvSpPr>
        <p:spPr>
          <a:xfrm>
            <a:off x="4808220" y="4291965"/>
            <a:ext cx="314327" cy="177565"/>
          </a:xfrm>
          <a:custGeom>
            <a:avLst/>
            <a:gdLst>
              <a:gd name="connsiteX0" fmla="*/ 41910 w 314327"/>
              <a:gd name="connsiteY0" fmla="*/ 175260 h 177565"/>
              <a:gd name="connsiteX1" fmla="*/ 83820 w 314327"/>
              <a:gd name="connsiteY1" fmla="*/ 171450 h 177565"/>
              <a:gd name="connsiteX2" fmla="*/ 125730 w 314327"/>
              <a:gd name="connsiteY2" fmla="*/ 165735 h 177565"/>
              <a:gd name="connsiteX3" fmla="*/ 200025 w 314327"/>
              <a:gd name="connsiteY3" fmla="*/ 161925 h 177565"/>
              <a:gd name="connsiteX4" fmla="*/ 232410 w 314327"/>
              <a:gd name="connsiteY4" fmla="*/ 150495 h 177565"/>
              <a:gd name="connsiteX5" fmla="*/ 240030 w 314327"/>
              <a:gd name="connsiteY5" fmla="*/ 148590 h 177565"/>
              <a:gd name="connsiteX6" fmla="*/ 251460 w 314327"/>
              <a:gd name="connsiteY6" fmla="*/ 144780 h 177565"/>
              <a:gd name="connsiteX7" fmla="*/ 270510 w 314327"/>
              <a:gd name="connsiteY7" fmla="*/ 142875 h 177565"/>
              <a:gd name="connsiteX8" fmla="*/ 289560 w 314327"/>
              <a:gd name="connsiteY8" fmla="*/ 139065 h 177565"/>
              <a:gd name="connsiteX9" fmla="*/ 302895 w 314327"/>
              <a:gd name="connsiteY9" fmla="*/ 137160 h 177565"/>
              <a:gd name="connsiteX10" fmla="*/ 314325 w 314327"/>
              <a:gd name="connsiteY10" fmla="*/ 125730 h 177565"/>
              <a:gd name="connsiteX11" fmla="*/ 299085 w 314327"/>
              <a:gd name="connsiteY11" fmla="*/ 60960 h 177565"/>
              <a:gd name="connsiteX12" fmla="*/ 293370 w 314327"/>
              <a:gd name="connsiteY12" fmla="*/ 51435 h 177565"/>
              <a:gd name="connsiteX13" fmla="*/ 289560 w 314327"/>
              <a:gd name="connsiteY13" fmla="*/ 43815 h 177565"/>
              <a:gd name="connsiteX14" fmla="*/ 272415 w 314327"/>
              <a:gd name="connsiteY14" fmla="*/ 34290 h 177565"/>
              <a:gd name="connsiteX15" fmla="*/ 260985 w 314327"/>
              <a:gd name="connsiteY15" fmla="*/ 26670 h 177565"/>
              <a:gd name="connsiteX16" fmla="*/ 251460 w 314327"/>
              <a:gd name="connsiteY16" fmla="*/ 20955 h 177565"/>
              <a:gd name="connsiteX17" fmla="*/ 243840 w 314327"/>
              <a:gd name="connsiteY17" fmla="*/ 15240 h 177565"/>
              <a:gd name="connsiteX18" fmla="*/ 230505 w 314327"/>
              <a:gd name="connsiteY18" fmla="*/ 3810 h 177565"/>
              <a:gd name="connsiteX19" fmla="*/ 220980 w 314327"/>
              <a:gd name="connsiteY19" fmla="*/ 0 h 177565"/>
              <a:gd name="connsiteX20" fmla="*/ 192405 w 314327"/>
              <a:gd name="connsiteY20" fmla="*/ 5715 h 177565"/>
              <a:gd name="connsiteX21" fmla="*/ 175260 w 314327"/>
              <a:gd name="connsiteY21" fmla="*/ 19050 h 177565"/>
              <a:gd name="connsiteX22" fmla="*/ 160020 w 314327"/>
              <a:gd name="connsiteY22" fmla="*/ 26670 h 177565"/>
              <a:gd name="connsiteX23" fmla="*/ 148590 w 314327"/>
              <a:gd name="connsiteY23" fmla="*/ 28575 h 177565"/>
              <a:gd name="connsiteX24" fmla="*/ 133350 w 314327"/>
              <a:gd name="connsiteY24" fmla="*/ 24765 h 177565"/>
              <a:gd name="connsiteX25" fmla="*/ 112395 w 314327"/>
              <a:gd name="connsiteY25" fmla="*/ 15240 h 177565"/>
              <a:gd name="connsiteX26" fmla="*/ 97155 w 314327"/>
              <a:gd name="connsiteY26" fmla="*/ 13335 h 177565"/>
              <a:gd name="connsiteX27" fmla="*/ 19050 w 314327"/>
              <a:gd name="connsiteY27" fmla="*/ 24765 h 177565"/>
              <a:gd name="connsiteX28" fmla="*/ 9525 w 314327"/>
              <a:gd name="connsiteY28" fmla="*/ 40005 h 177565"/>
              <a:gd name="connsiteX29" fmla="*/ 1905 w 314327"/>
              <a:gd name="connsiteY29" fmla="*/ 62865 h 177565"/>
              <a:gd name="connsiteX30" fmla="*/ 5715 w 314327"/>
              <a:gd name="connsiteY30" fmla="*/ 104775 h 177565"/>
              <a:gd name="connsiteX31" fmla="*/ 11430 w 314327"/>
              <a:gd name="connsiteY31" fmla="*/ 112395 h 177565"/>
              <a:gd name="connsiteX32" fmla="*/ 19050 w 314327"/>
              <a:gd name="connsiteY32" fmla="*/ 123825 h 177565"/>
              <a:gd name="connsiteX33" fmla="*/ 22860 w 314327"/>
              <a:gd name="connsiteY33" fmla="*/ 129540 h 177565"/>
              <a:gd name="connsiteX34" fmla="*/ 24765 w 314327"/>
              <a:gd name="connsiteY34" fmla="*/ 135255 h 177565"/>
              <a:gd name="connsiteX35" fmla="*/ 26670 w 314327"/>
              <a:gd name="connsiteY35" fmla="*/ 142875 h 177565"/>
              <a:gd name="connsiteX36" fmla="*/ 41910 w 314327"/>
              <a:gd name="connsiteY36" fmla="*/ 175260 h 177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14327" h="177565">
                <a:moveTo>
                  <a:pt x="41910" y="175260"/>
                </a:moveTo>
                <a:cubicBezTo>
                  <a:pt x="51435" y="180023"/>
                  <a:pt x="32214" y="176743"/>
                  <a:pt x="83820" y="171450"/>
                </a:cubicBezTo>
                <a:cubicBezTo>
                  <a:pt x="97846" y="170011"/>
                  <a:pt x="111678" y="166887"/>
                  <a:pt x="125730" y="165735"/>
                </a:cubicBezTo>
                <a:cubicBezTo>
                  <a:pt x="150445" y="163709"/>
                  <a:pt x="200025" y="161925"/>
                  <a:pt x="200025" y="161925"/>
                </a:cubicBezTo>
                <a:cubicBezTo>
                  <a:pt x="210820" y="158115"/>
                  <a:pt x="221304" y="153271"/>
                  <a:pt x="232410" y="150495"/>
                </a:cubicBezTo>
                <a:cubicBezTo>
                  <a:pt x="234950" y="149860"/>
                  <a:pt x="237522" y="149342"/>
                  <a:pt x="240030" y="148590"/>
                </a:cubicBezTo>
                <a:cubicBezTo>
                  <a:pt x="243877" y="147436"/>
                  <a:pt x="247513" y="145520"/>
                  <a:pt x="251460" y="144780"/>
                </a:cubicBezTo>
                <a:cubicBezTo>
                  <a:pt x="257732" y="143604"/>
                  <a:pt x="264199" y="143822"/>
                  <a:pt x="270510" y="142875"/>
                </a:cubicBezTo>
                <a:cubicBezTo>
                  <a:pt x="276914" y="141914"/>
                  <a:pt x="283183" y="140190"/>
                  <a:pt x="289560" y="139065"/>
                </a:cubicBezTo>
                <a:cubicBezTo>
                  <a:pt x="293982" y="138285"/>
                  <a:pt x="298450" y="137795"/>
                  <a:pt x="302895" y="137160"/>
                </a:cubicBezTo>
                <a:cubicBezTo>
                  <a:pt x="306029" y="135071"/>
                  <a:pt x="314479" y="130353"/>
                  <a:pt x="314325" y="125730"/>
                </a:cubicBezTo>
                <a:cubicBezTo>
                  <a:pt x="313151" y="90501"/>
                  <a:pt x="311690" y="84370"/>
                  <a:pt x="299085" y="60960"/>
                </a:cubicBezTo>
                <a:cubicBezTo>
                  <a:pt x="297330" y="57700"/>
                  <a:pt x="295168" y="54672"/>
                  <a:pt x="293370" y="51435"/>
                </a:cubicBezTo>
                <a:cubicBezTo>
                  <a:pt x="291991" y="48953"/>
                  <a:pt x="291430" y="45952"/>
                  <a:pt x="289560" y="43815"/>
                </a:cubicBezTo>
                <a:cubicBezTo>
                  <a:pt x="282433" y="35670"/>
                  <a:pt x="281119" y="36466"/>
                  <a:pt x="272415" y="34290"/>
                </a:cubicBezTo>
                <a:cubicBezTo>
                  <a:pt x="268605" y="31750"/>
                  <a:pt x="264848" y="29128"/>
                  <a:pt x="260985" y="26670"/>
                </a:cubicBezTo>
                <a:cubicBezTo>
                  <a:pt x="257861" y="24682"/>
                  <a:pt x="254422" y="23177"/>
                  <a:pt x="251460" y="20955"/>
                </a:cubicBezTo>
                <a:cubicBezTo>
                  <a:pt x="248920" y="19050"/>
                  <a:pt x="246251" y="17306"/>
                  <a:pt x="243840" y="15240"/>
                </a:cubicBezTo>
                <a:cubicBezTo>
                  <a:pt x="237457" y="9769"/>
                  <a:pt x="238421" y="8208"/>
                  <a:pt x="230505" y="3810"/>
                </a:cubicBezTo>
                <a:cubicBezTo>
                  <a:pt x="227516" y="2149"/>
                  <a:pt x="224155" y="1270"/>
                  <a:pt x="220980" y="0"/>
                </a:cubicBezTo>
                <a:cubicBezTo>
                  <a:pt x="211455" y="1905"/>
                  <a:pt x="201620" y="2643"/>
                  <a:pt x="192405" y="5715"/>
                </a:cubicBezTo>
                <a:cubicBezTo>
                  <a:pt x="180540" y="9670"/>
                  <a:pt x="183150" y="13133"/>
                  <a:pt x="175260" y="19050"/>
                </a:cubicBezTo>
                <a:cubicBezTo>
                  <a:pt x="170792" y="22401"/>
                  <a:pt x="165571" y="25436"/>
                  <a:pt x="160020" y="26670"/>
                </a:cubicBezTo>
                <a:cubicBezTo>
                  <a:pt x="156249" y="27508"/>
                  <a:pt x="152400" y="27940"/>
                  <a:pt x="148590" y="28575"/>
                </a:cubicBezTo>
                <a:cubicBezTo>
                  <a:pt x="143510" y="27305"/>
                  <a:pt x="138237" y="26645"/>
                  <a:pt x="133350" y="24765"/>
                </a:cubicBezTo>
                <a:cubicBezTo>
                  <a:pt x="113611" y="17173"/>
                  <a:pt x="134681" y="20016"/>
                  <a:pt x="112395" y="15240"/>
                </a:cubicBezTo>
                <a:cubicBezTo>
                  <a:pt x="107389" y="14167"/>
                  <a:pt x="102235" y="13970"/>
                  <a:pt x="97155" y="13335"/>
                </a:cubicBezTo>
                <a:cubicBezTo>
                  <a:pt x="69724" y="14142"/>
                  <a:pt x="39137" y="3004"/>
                  <a:pt x="19050" y="24765"/>
                </a:cubicBezTo>
                <a:cubicBezTo>
                  <a:pt x="14987" y="29167"/>
                  <a:pt x="11983" y="34542"/>
                  <a:pt x="9525" y="40005"/>
                </a:cubicBezTo>
                <a:cubicBezTo>
                  <a:pt x="6229" y="47330"/>
                  <a:pt x="4445" y="55245"/>
                  <a:pt x="1905" y="62865"/>
                </a:cubicBezTo>
                <a:cubicBezTo>
                  <a:pt x="-160" y="83519"/>
                  <a:pt x="-2312" y="83369"/>
                  <a:pt x="5715" y="104775"/>
                </a:cubicBezTo>
                <a:cubicBezTo>
                  <a:pt x="6830" y="107748"/>
                  <a:pt x="9609" y="109794"/>
                  <a:pt x="11430" y="112395"/>
                </a:cubicBezTo>
                <a:cubicBezTo>
                  <a:pt x="14056" y="116146"/>
                  <a:pt x="16510" y="120015"/>
                  <a:pt x="19050" y="123825"/>
                </a:cubicBezTo>
                <a:cubicBezTo>
                  <a:pt x="20320" y="125730"/>
                  <a:pt x="22136" y="127368"/>
                  <a:pt x="22860" y="129540"/>
                </a:cubicBezTo>
                <a:cubicBezTo>
                  <a:pt x="23495" y="131445"/>
                  <a:pt x="24213" y="133324"/>
                  <a:pt x="24765" y="135255"/>
                </a:cubicBezTo>
                <a:cubicBezTo>
                  <a:pt x="25484" y="137772"/>
                  <a:pt x="25842" y="140391"/>
                  <a:pt x="26670" y="142875"/>
                </a:cubicBezTo>
                <a:cubicBezTo>
                  <a:pt x="27119" y="144222"/>
                  <a:pt x="32385" y="170497"/>
                  <a:pt x="41910" y="17526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75" name="TextBox 74">
            <a:extLst>
              <a:ext uri="{FF2B5EF4-FFF2-40B4-BE49-F238E27FC236}">
                <a16:creationId xmlns:a16="http://schemas.microsoft.com/office/drawing/2014/main" id="{226EE658-4328-7A18-2461-C2AC0965D017}"/>
              </a:ext>
            </a:extLst>
          </p:cNvPr>
          <p:cNvSpPr txBox="1"/>
          <p:nvPr/>
        </p:nvSpPr>
        <p:spPr>
          <a:xfrm rot="197119">
            <a:off x="4755525" y="4285486"/>
            <a:ext cx="482824" cy="230832"/>
          </a:xfrm>
          <a:prstGeom prst="rect">
            <a:avLst/>
          </a:prstGeom>
          <a:noFill/>
        </p:spPr>
        <p:txBody>
          <a:bodyPr wrap="none" rtlCol="0">
            <a:spAutoFit/>
          </a:bodyPr>
          <a:lstStyle/>
          <a:p>
            <a:r>
              <a:rPr lang="de-DE" sz="900" b="1" dirty="0" err="1">
                <a:latin typeface="Momopresentation Updated 2" panose="02000503000000000000" pitchFamily="2" charset="0"/>
              </a:rPr>
              <a:t>Moda</a:t>
            </a:r>
            <a:endParaRPr lang="es-419" sz="900" b="1" dirty="0">
              <a:latin typeface="Momopresentation Updated 2" panose="02000503000000000000" pitchFamily="2" charset="0"/>
            </a:endParaRPr>
          </a:p>
        </p:txBody>
      </p:sp>
      <p:sp>
        <p:nvSpPr>
          <p:cNvPr id="91" name="Freeform: Shape 90">
            <a:extLst>
              <a:ext uri="{FF2B5EF4-FFF2-40B4-BE49-F238E27FC236}">
                <a16:creationId xmlns:a16="http://schemas.microsoft.com/office/drawing/2014/main" id="{BADA246F-6A6F-F002-8E1B-1CAA594A5280}"/>
              </a:ext>
            </a:extLst>
          </p:cNvPr>
          <p:cNvSpPr/>
          <p:nvPr/>
        </p:nvSpPr>
        <p:spPr>
          <a:xfrm>
            <a:off x="5875020" y="4255770"/>
            <a:ext cx="324002" cy="184938"/>
          </a:xfrm>
          <a:custGeom>
            <a:avLst/>
            <a:gdLst>
              <a:gd name="connsiteX0" fmla="*/ 30480 w 324002"/>
              <a:gd name="connsiteY0" fmla="*/ 184785 h 184938"/>
              <a:gd name="connsiteX1" fmla="*/ 62865 w 324002"/>
              <a:gd name="connsiteY1" fmla="*/ 167640 h 184938"/>
              <a:gd name="connsiteX2" fmla="*/ 72390 w 324002"/>
              <a:gd name="connsiteY2" fmla="*/ 160020 h 184938"/>
              <a:gd name="connsiteX3" fmla="*/ 83820 w 324002"/>
              <a:gd name="connsiteY3" fmla="*/ 158115 h 184938"/>
              <a:gd name="connsiteX4" fmla="*/ 118110 w 324002"/>
              <a:gd name="connsiteY4" fmla="*/ 160020 h 184938"/>
              <a:gd name="connsiteX5" fmla="*/ 131445 w 324002"/>
              <a:gd name="connsiteY5" fmla="*/ 165735 h 184938"/>
              <a:gd name="connsiteX6" fmla="*/ 144780 w 324002"/>
              <a:gd name="connsiteY6" fmla="*/ 167640 h 184938"/>
              <a:gd name="connsiteX7" fmla="*/ 161925 w 324002"/>
              <a:gd name="connsiteY7" fmla="*/ 171450 h 184938"/>
              <a:gd name="connsiteX8" fmla="*/ 171450 w 324002"/>
              <a:gd name="connsiteY8" fmla="*/ 173355 h 184938"/>
              <a:gd name="connsiteX9" fmla="*/ 194310 w 324002"/>
              <a:gd name="connsiteY9" fmla="*/ 177165 h 184938"/>
              <a:gd name="connsiteX10" fmla="*/ 310515 w 324002"/>
              <a:gd name="connsiteY10" fmla="*/ 175260 h 184938"/>
              <a:gd name="connsiteX11" fmla="*/ 321945 w 324002"/>
              <a:gd name="connsiteY11" fmla="*/ 163830 h 184938"/>
              <a:gd name="connsiteX12" fmla="*/ 318135 w 324002"/>
              <a:gd name="connsiteY12" fmla="*/ 129540 h 184938"/>
              <a:gd name="connsiteX13" fmla="*/ 310515 w 324002"/>
              <a:gd name="connsiteY13" fmla="*/ 118110 h 184938"/>
              <a:gd name="connsiteX14" fmla="*/ 293370 w 324002"/>
              <a:gd name="connsiteY14" fmla="*/ 66675 h 184938"/>
              <a:gd name="connsiteX15" fmla="*/ 283845 w 324002"/>
              <a:gd name="connsiteY15" fmla="*/ 53340 h 184938"/>
              <a:gd name="connsiteX16" fmla="*/ 272415 w 324002"/>
              <a:gd name="connsiteY16" fmla="*/ 41910 h 184938"/>
              <a:gd name="connsiteX17" fmla="*/ 257175 w 324002"/>
              <a:gd name="connsiteY17" fmla="*/ 36195 h 184938"/>
              <a:gd name="connsiteX18" fmla="*/ 238125 w 324002"/>
              <a:gd name="connsiteY18" fmla="*/ 30480 h 184938"/>
              <a:gd name="connsiteX19" fmla="*/ 222885 w 324002"/>
              <a:gd name="connsiteY19" fmla="*/ 28575 h 184938"/>
              <a:gd name="connsiteX20" fmla="*/ 209550 w 324002"/>
              <a:gd name="connsiteY20" fmla="*/ 26670 h 184938"/>
              <a:gd name="connsiteX21" fmla="*/ 171450 w 324002"/>
              <a:gd name="connsiteY21" fmla="*/ 15240 h 184938"/>
              <a:gd name="connsiteX22" fmla="*/ 161925 w 324002"/>
              <a:gd name="connsiteY22" fmla="*/ 13335 h 184938"/>
              <a:gd name="connsiteX23" fmla="*/ 146685 w 324002"/>
              <a:gd name="connsiteY23" fmla="*/ 9525 h 184938"/>
              <a:gd name="connsiteX24" fmla="*/ 140970 w 324002"/>
              <a:gd name="connsiteY24" fmla="*/ 11430 h 184938"/>
              <a:gd name="connsiteX25" fmla="*/ 137160 w 324002"/>
              <a:gd name="connsiteY25" fmla="*/ 19050 h 184938"/>
              <a:gd name="connsiteX26" fmla="*/ 110490 w 324002"/>
              <a:gd name="connsiteY26" fmla="*/ 17145 h 184938"/>
              <a:gd name="connsiteX27" fmla="*/ 36195 w 324002"/>
              <a:gd name="connsiteY27" fmla="*/ 0 h 184938"/>
              <a:gd name="connsiteX28" fmla="*/ 11430 w 324002"/>
              <a:gd name="connsiteY28" fmla="*/ 9525 h 184938"/>
              <a:gd name="connsiteX29" fmla="*/ 0 w 324002"/>
              <a:gd name="connsiteY29" fmla="*/ 41910 h 184938"/>
              <a:gd name="connsiteX30" fmla="*/ 3810 w 324002"/>
              <a:gd name="connsiteY30" fmla="*/ 97155 h 184938"/>
              <a:gd name="connsiteX31" fmla="*/ 7620 w 324002"/>
              <a:gd name="connsiteY31" fmla="*/ 108585 h 184938"/>
              <a:gd name="connsiteX32" fmla="*/ 13335 w 324002"/>
              <a:gd name="connsiteY32" fmla="*/ 158115 h 184938"/>
              <a:gd name="connsiteX33" fmla="*/ 30480 w 324002"/>
              <a:gd name="connsiteY33" fmla="*/ 184785 h 184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24002" h="184938">
                <a:moveTo>
                  <a:pt x="30480" y="184785"/>
                </a:moveTo>
                <a:cubicBezTo>
                  <a:pt x="38735" y="186373"/>
                  <a:pt x="53327" y="175270"/>
                  <a:pt x="62865" y="167640"/>
                </a:cubicBezTo>
                <a:cubicBezTo>
                  <a:pt x="66040" y="165100"/>
                  <a:pt x="68688" y="161703"/>
                  <a:pt x="72390" y="160020"/>
                </a:cubicBezTo>
                <a:cubicBezTo>
                  <a:pt x="75906" y="158422"/>
                  <a:pt x="80010" y="158750"/>
                  <a:pt x="83820" y="158115"/>
                </a:cubicBezTo>
                <a:cubicBezTo>
                  <a:pt x="95250" y="158750"/>
                  <a:pt x="106709" y="158984"/>
                  <a:pt x="118110" y="160020"/>
                </a:cubicBezTo>
                <a:cubicBezTo>
                  <a:pt x="136292" y="161673"/>
                  <a:pt x="116257" y="161179"/>
                  <a:pt x="131445" y="165735"/>
                </a:cubicBezTo>
                <a:cubicBezTo>
                  <a:pt x="135746" y="167025"/>
                  <a:pt x="140335" y="167005"/>
                  <a:pt x="144780" y="167640"/>
                </a:cubicBezTo>
                <a:cubicBezTo>
                  <a:pt x="154857" y="170999"/>
                  <a:pt x="147173" y="168768"/>
                  <a:pt x="161925" y="171450"/>
                </a:cubicBezTo>
                <a:cubicBezTo>
                  <a:pt x="165111" y="172029"/>
                  <a:pt x="168261" y="172792"/>
                  <a:pt x="171450" y="173355"/>
                </a:cubicBezTo>
                <a:lnTo>
                  <a:pt x="194310" y="177165"/>
                </a:lnTo>
                <a:cubicBezTo>
                  <a:pt x="233045" y="176530"/>
                  <a:pt x="271985" y="179286"/>
                  <a:pt x="310515" y="175260"/>
                </a:cubicBezTo>
                <a:cubicBezTo>
                  <a:pt x="315874" y="174700"/>
                  <a:pt x="321945" y="163830"/>
                  <a:pt x="321945" y="163830"/>
                </a:cubicBezTo>
                <a:cubicBezTo>
                  <a:pt x="324596" y="147923"/>
                  <a:pt x="325895" y="149495"/>
                  <a:pt x="318135" y="129540"/>
                </a:cubicBezTo>
                <a:cubicBezTo>
                  <a:pt x="316475" y="125272"/>
                  <a:pt x="310515" y="118110"/>
                  <a:pt x="310515" y="118110"/>
                </a:cubicBezTo>
                <a:cubicBezTo>
                  <a:pt x="305836" y="101733"/>
                  <a:pt x="301076" y="82088"/>
                  <a:pt x="293370" y="66675"/>
                </a:cubicBezTo>
                <a:cubicBezTo>
                  <a:pt x="290927" y="61789"/>
                  <a:pt x="287373" y="57510"/>
                  <a:pt x="283845" y="53340"/>
                </a:cubicBezTo>
                <a:cubicBezTo>
                  <a:pt x="280365" y="49227"/>
                  <a:pt x="276947" y="44824"/>
                  <a:pt x="272415" y="41910"/>
                </a:cubicBezTo>
                <a:cubicBezTo>
                  <a:pt x="267851" y="38976"/>
                  <a:pt x="262322" y="37911"/>
                  <a:pt x="257175" y="36195"/>
                </a:cubicBezTo>
                <a:cubicBezTo>
                  <a:pt x="250886" y="34099"/>
                  <a:pt x="244597" y="31918"/>
                  <a:pt x="238125" y="30480"/>
                </a:cubicBezTo>
                <a:cubicBezTo>
                  <a:pt x="233127" y="29369"/>
                  <a:pt x="227960" y="29252"/>
                  <a:pt x="222885" y="28575"/>
                </a:cubicBezTo>
                <a:cubicBezTo>
                  <a:pt x="218434" y="27982"/>
                  <a:pt x="213944" y="27595"/>
                  <a:pt x="209550" y="26670"/>
                </a:cubicBezTo>
                <a:cubicBezTo>
                  <a:pt x="170193" y="18384"/>
                  <a:pt x="201804" y="24580"/>
                  <a:pt x="171450" y="15240"/>
                </a:cubicBezTo>
                <a:cubicBezTo>
                  <a:pt x="168355" y="14288"/>
                  <a:pt x="165080" y="14063"/>
                  <a:pt x="161925" y="13335"/>
                </a:cubicBezTo>
                <a:cubicBezTo>
                  <a:pt x="156823" y="12158"/>
                  <a:pt x="151765" y="10795"/>
                  <a:pt x="146685" y="9525"/>
                </a:cubicBezTo>
                <a:cubicBezTo>
                  <a:pt x="144780" y="10160"/>
                  <a:pt x="142390" y="10010"/>
                  <a:pt x="140970" y="11430"/>
                </a:cubicBezTo>
                <a:cubicBezTo>
                  <a:pt x="138962" y="13438"/>
                  <a:pt x="139951" y="18527"/>
                  <a:pt x="137160" y="19050"/>
                </a:cubicBezTo>
                <a:cubicBezTo>
                  <a:pt x="128400" y="20692"/>
                  <a:pt x="119380" y="17780"/>
                  <a:pt x="110490" y="17145"/>
                </a:cubicBezTo>
                <a:cubicBezTo>
                  <a:pt x="51724" y="-267"/>
                  <a:pt x="76875" y="3390"/>
                  <a:pt x="36195" y="0"/>
                </a:cubicBezTo>
                <a:cubicBezTo>
                  <a:pt x="27286" y="1485"/>
                  <a:pt x="18084" y="1661"/>
                  <a:pt x="11430" y="9525"/>
                </a:cubicBezTo>
                <a:cubicBezTo>
                  <a:pt x="5378" y="16678"/>
                  <a:pt x="2234" y="32975"/>
                  <a:pt x="0" y="41910"/>
                </a:cubicBezTo>
                <a:cubicBezTo>
                  <a:pt x="253" y="47233"/>
                  <a:pt x="976" y="83929"/>
                  <a:pt x="3810" y="97155"/>
                </a:cubicBezTo>
                <a:cubicBezTo>
                  <a:pt x="4651" y="101082"/>
                  <a:pt x="6350" y="104775"/>
                  <a:pt x="7620" y="108585"/>
                </a:cubicBezTo>
                <a:cubicBezTo>
                  <a:pt x="7932" y="115142"/>
                  <a:pt x="5017" y="145637"/>
                  <a:pt x="13335" y="158115"/>
                </a:cubicBezTo>
                <a:cubicBezTo>
                  <a:pt x="30583" y="183987"/>
                  <a:pt x="22225" y="183197"/>
                  <a:pt x="30480" y="184785"/>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92" name="TextBox 91">
            <a:extLst>
              <a:ext uri="{FF2B5EF4-FFF2-40B4-BE49-F238E27FC236}">
                <a16:creationId xmlns:a16="http://schemas.microsoft.com/office/drawing/2014/main" id="{C5CE54DD-AFCC-7D69-296B-1BBAC7B64032}"/>
              </a:ext>
            </a:extLst>
          </p:cNvPr>
          <p:cNvSpPr txBox="1"/>
          <p:nvPr/>
        </p:nvSpPr>
        <p:spPr>
          <a:xfrm rot="21134614">
            <a:off x="5738883" y="4255146"/>
            <a:ext cx="482824" cy="230832"/>
          </a:xfrm>
          <a:prstGeom prst="rect">
            <a:avLst/>
          </a:prstGeom>
          <a:noFill/>
        </p:spPr>
        <p:txBody>
          <a:bodyPr wrap="none" rtlCol="0">
            <a:spAutoFit/>
          </a:bodyPr>
          <a:lstStyle/>
          <a:p>
            <a:r>
              <a:rPr lang="de-DE" sz="900" b="1" dirty="0" err="1">
                <a:latin typeface="Momopresentation Updated 2" panose="02000503000000000000" pitchFamily="2" charset="0"/>
              </a:rPr>
              <a:t>Moda</a:t>
            </a:r>
            <a:endParaRPr lang="es-419" sz="900" b="1" dirty="0">
              <a:latin typeface="Momopresentation Updated 2" panose="02000503000000000000" pitchFamily="2" charset="0"/>
            </a:endParaRPr>
          </a:p>
        </p:txBody>
      </p:sp>
      <p:sp>
        <p:nvSpPr>
          <p:cNvPr id="93" name="Freeform: Shape 92">
            <a:extLst>
              <a:ext uri="{FF2B5EF4-FFF2-40B4-BE49-F238E27FC236}">
                <a16:creationId xmlns:a16="http://schemas.microsoft.com/office/drawing/2014/main" id="{81253BB8-4CB3-96CD-A671-F2B14DDA5CD0}"/>
              </a:ext>
            </a:extLst>
          </p:cNvPr>
          <p:cNvSpPr/>
          <p:nvPr/>
        </p:nvSpPr>
        <p:spPr>
          <a:xfrm>
            <a:off x="3605713" y="4450075"/>
            <a:ext cx="316737" cy="174201"/>
          </a:xfrm>
          <a:custGeom>
            <a:avLst/>
            <a:gdLst>
              <a:gd name="connsiteX0" fmla="*/ 2357 w 316737"/>
              <a:gd name="connsiteY0" fmla="*/ 167645 h 174201"/>
              <a:gd name="connsiteX1" fmla="*/ 49982 w 316737"/>
              <a:gd name="connsiteY1" fmla="*/ 160025 h 174201"/>
              <a:gd name="connsiteX2" fmla="*/ 65222 w 316737"/>
              <a:gd name="connsiteY2" fmla="*/ 158120 h 174201"/>
              <a:gd name="connsiteX3" fmla="*/ 74747 w 316737"/>
              <a:gd name="connsiteY3" fmla="*/ 156215 h 174201"/>
              <a:gd name="connsiteX4" fmla="*/ 114752 w 316737"/>
              <a:gd name="connsiteY4" fmla="*/ 152405 h 174201"/>
              <a:gd name="connsiteX5" fmla="*/ 122372 w 316737"/>
              <a:gd name="connsiteY5" fmla="*/ 150500 h 174201"/>
              <a:gd name="connsiteX6" fmla="*/ 139517 w 316737"/>
              <a:gd name="connsiteY6" fmla="*/ 144785 h 174201"/>
              <a:gd name="connsiteX7" fmla="*/ 145232 w 316737"/>
              <a:gd name="connsiteY7" fmla="*/ 142880 h 174201"/>
              <a:gd name="connsiteX8" fmla="*/ 150947 w 316737"/>
              <a:gd name="connsiteY8" fmla="*/ 140975 h 174201"/>
              <a:gd name="connsiteX9" fmla="*/ 169997 w 316737"/>
              <a:gd name="connsiteY9" fmla="*/ 144785 h 174201"/>
              <a:gd name="connsiteX10" fmla="*/ 189047 w 316737"/>
              <a:gd name="connsiteY10" fmla="*/ 150500 h 174201"/>
              <a:gd name="connsiteX11" fmla="*/ 219527 w 316737"/>
              <a:gd name="connsiteY11" fmla="*/ 154310 h 174201"/>
              <a:gd name="connsiteX12" fmla="*/ 232862 w 316737"/>
              <a:gd name="connsiteY12" fmla="*/ 156215 h 174201"/>
              <a:gd name="connsiteX13" fmla="*/ 280487 w 316737"/>
              <a:gd name="connsiteY13" fmla="*/ 161930 h 174201"/>
              <a:gd name="connsiteX14" fmla="*/ 303347 w 316737"/>
              <a:gd name="connsiteY14" fmla="*/ 146690 h 174201"/>
              <a:gd name="connsiteX15" fmla="*/ 314777 w 316737"/>
              <a:gd name="connsiteY15" fmla="*/ 125735 h 174201"/>
              <a:gd name="connsiteX16" fmla="*/ 316682 w 316737"/>
              <a:gd name="connsiteY16" fmla="*/ 116210 h 174201"/>
              <a:gd name="connsiteX17" fmla="*/ 307157 w 316737"/>
              <a:gd name="connsiteY17" fmla="*/ 83825 h 174201"/>
              <a:gd name="connsiteX18" fmla="*/ 299537 w 316737"/>
              <a:gd name="connsiteY18" fmla="*/ 45725 h 174201"/>
              <a:gd name="connsiteX19" fmla="*/ 274772 w 316737"/>
              <a:gd name="connsiteY19" fmla="*/ 28580 h 174201"/>
              <a:gd name="connsiteX20" fmla="*/ 255722 w 316737"/>
              <a:gd name="connsiteY20" fmla="*/ 19055 h 174201"/>
              <a:gd name="connsiteX21" fmla="*/ 206192 w 316737"/>
              <a:gd name="connsiteY21" fmla="*/ 13340 h 174201"/>
              <a:gd name="connsiteX22" fmla="*/ 164282 w 316737"/>
              <a:gd name="connsiteY22" fmla="*/ 9530 h 174201"/>
              <a:gd name="connsiteX23" fmla="*/ 126182 w 316737"/>
              <a:gd name="connsiteY23" fmla="*/ 5 h 174201"/>
              <a:gd name="connsiteX24" fmla="*/ 93797 w 316737"/>
              <a:gd name="connsiteY24" fmla="*/ 7625 h 174201"/>
              <a:gd name="connsiteX25" fmla="*/ 17597 w 316737"/>
              <a:gd name="connsiteY25" fmla="*/ 24770 h 174201"/>
              <a:gd name="connsiteX26" fmla="*/ 4262 w 316737"/>
              <a:gd name="connsiteY26" fmla="*/ 55250 h 174201"/>
              <a:gd name="connsiteX27" fmla="*/ 2357 w 316737"/>
              <a:gd name="connsiteY27" fmla="*/ 167645 h 174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6737" h="174201">
                <a:moveTo>
                  <a:pt x="2357" y="167645"/>
                </a:moveTo>
                <a:cubicBezTo>
                  <a:pt x="9977" y="185107"/>
                  <a:pt x="34087" y="162433"/>
                  <a:pt x="49982" y="160025"/>
                </a:cubicBezTo>
                <a:cubicBezTo>
                  <a:pt x="55044" y="159258"/>
                  <a:pt x="60162" y="158898"/>
                  <a:pt x="65222" y="158120"/>
                </a:cubicBezTo>
                <a:cubicBezTo>
                  <a:pt x="68422" y="157628"/>
                  <a:pt x="71530" y="156586"/>
                  <a:pt x="74747" y="156215"/>
                </a:cubicBezTo>
                <a:cubicBezTo>
                  <a:pt x="88054" y="154680"/>
                  <a:pt x="101417" y="153675"/>
                  <a:pt x="114752" y="152405"/>
                </a:cubicBezTo>
                <a:cubicBezTo>
                  <a:pt x="117292" y="151770"/>
                  <a:pt x="119864" y="151252"/>
                  <a:pt x="122372" y="150500"/>
                </a:cubicBezTo>
                <a:cubicBezTo>
                  <a:pt x="128142" y="148769"/>
                  <a:pt x="133802" y="146690"/>
                  <a:pt x="139517" y="144785"/>
                </a:cubicBezTo>
                <a:lnTo>
                  <a:pt x="145232" y="142880"/>
                </a:lnTo>
                <a:lnTo>
                  <a:pt x="150947" y="140975"/>
                </a:lnTo>
                <a:cubicBezTo>
                  <a:pt x="157297" y="142245"/>
                  <a:pt x="163687" y="143329"/>
                  <a:pt x="169997" y="144785"/>
                </a:cubicBezTo>
                <a:cubicBezTo>
                  <a:pt x="185279" y="148312"/>
                  <a:pt x="161852" y="145770"/>
                  <a:pt x="189047" y="150500"/>
                </a:cubicBezTo>
                <a:cubicBezTo>
                  <a:pt x="199135" y="152254"/>
                  <a:pt x="209391" y="152862"/>
                  <a:pt x="219527" y="154310"/>
                </a:cubicBezTo>
                <a:lnTo>
                  <a:pt x="232862" y="156215"/>
                </a:lnTo>
                <a:lnTo>
                  <a:pt x="280487" y="161930"/>
                </a:lnTo>
                <a:cubicBezTo>
                  <a:pt x="290613" y="156867"/>
                  <a:pt x="295328" y="155601"/>
                  <a:pt x="303347" y="146690"/>
                </a:cubicBezTo>
                <a:cubicBezTo>
                  <a:pt x="306312" y="143396"/>
                  <a:pt x="313091" y="129107"/>
                  <a:pt x="314777" y="125735"/>
                </a:cubicBezTo>
                <a:cubicBezTo>
                  <a:pt x="315412" y="122560"/>
                  <a:pt x="317060" y="119426"/>
                  <a:pt x="316682" y="116210"/>
                </a:cubicBezTo>
                <a:cubicBezTo>
                  <a:pt x="315046" y="102303"/>
                  <a:pt x="311747" y="95301"/>
                  <a:pt x="307157" y="83825"/>
                </a:cubicBezTo>
                <a:cubicBezTo>
                  <a:pt x="307042" y="82963"/>
                  <a:pt x="305440" y="53104"/>
                  <a:pt x="299537" y="45725"/>
                </a:cubicBezTo>
                <a:cubicBezTo>
                  <a:pt x="294054" y="38871"/>
                  <a:pt x="282214" y="32520"/>
                  <a:pt x="274772" y="28580"/>
                </a:cubicBezTo>
                <a:cubicBezTo>
                  <a:pt x="268498" y="25258"/>
                  <a:pt x="262514" y="21122"/>
                  <a:pt x="255722" y="19055"/>
                </a:cubicBezTo>
                <a:cubicBezTo>
                  <a:pt x="244112" y="15522"/>
                  <a:pt x="218132" y="14363"/>
                  <a:pt x="206192" y="13340"/>
                </a:cubicBezTo>
                <a:lnTo>
                  <a:pt x="164282" y="9530"/>
                </a:lnTo>
                <a:cubicBezTo>
                  <a:pt x="163297" y="9261"/>
                  <a:pt x="129679" y="-264"/>
                  <a:pt x="126182" y="5"/>
                </a:cubicBezTo>
                <a:cubicBezTo>
                  <a:pt x="115125" y="856"/>
                  <a:pt x="104592" y="5085"/>
                  <a:pt x="93797" y="7625"/>
                </a:cubicBezTo>
                <a:cubicBezTo>
                  <a:pt x="68740" y="32682"/>
                  <a:pt x="112926" y="-9276"/>
                  <a:pt x="17597" y="24770"/>
                </a:cubicBezTo>
                <a:cubicBezTo>
                  <a:pt x="11230" y="27044"/>
                  <a:pt x="6047" y="49002"/>
                  <a:pt x="4262" y="55250"/>
                </a:cubicBezTo>
                <a:cubicBezTo>
                  <a:pt x="8389" y="137792"/>
                  <a:pt x="-5263" y="150183"/>
                  <a:pt x="2357" y="167645"/>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71" name="TextBox 70">
            <a:extLst>
              <a:ext uri="{FF2B5EF4-FFF2-40B4-BE49-F238E27FC236}">
                <a16:creationId xmlns:a16="http://schemas.microsoft.com/office/drawing/2014/main" id="{DF587798-CD10-16C1-FD9C-24C27286C448}"/>
              </a:ext>
            </a:extLst>
          </p:cNvPr>
          <p:cNvSpPr txBox="1"/>
          <p:nvPr/>
        </p:nvSpPr>
        <p:spPr>
          <a:xfrm>
            <a:off x="3562375" y="4437355"/>
            <a:ext cx="482824" cy="230832"/>
          </a:xfrm>
          <a:prstGeom prst="rect">
            <a:avLst/>
          </a:prstGeom>
          <a:noFill/>
        </p:spPr>
        <p:txBody>
          <a:bodyPr wrap="none" rtlCol="0">
            <a:spAutoFit/>
          </a:bodyPr>
          <a:lstStyle/>
          <a:p>
            <a:r>
              <a:rPr lang="de-DE" sz="900" b="1" dirty="0" err="1">
                <a:latin typeface="Momopresentation Updated 2" panose="02000503000000000000" pitchFamily="2" charset="0"/>
              </a:rPr>
              <a:t>Moda</a:t>
            </a:r>
            <a:endParaRPr lang="es-419" sz="900" b="1" dirty="0">
              <a:latin typeface="Momopresentation Updated 2" panose="02000503000000000000" pitchFamily="2" charset="0"/>
            </a:endParaRPr>
          </a:p>
        </p:txBody>
      </p:sp>
      <p:grpSp>
        <p:nvGrpSpPr>
          <p:cNvPr id="100" name="Group 99">
            <a:extLst>
              <a:ext uri="{FF2B5EF4-FFF2-40B4-BE49-F238E27FC236}">
                <a16:creationId xmlns:a16="http://schemas.microsoft.com/office/drawing/2014/main" id="{51EC9967-4ACF-F303-A2BF-5031D1F67E0C}"/>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01" name="Picture 100">
              <a:extLst>
                <a:ext uri="{FF2B5EF4-FFF2-40B4-BE49-F238E27FC236}">
                  <a16:creationId xmlns:a16="http://schemas.microsoft.com/office/drawing/2014/main" id="{7FAE4BEA-ABF7-AA0C-DB97-825BB4ABD134}"/>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02" name="Group 101">
              <a:extLst>
                <a:ext uri="{FF2B5EF4-FFF2-40B4-BE49-F238E27FC236}">
                  <a16:creationId xmlns:a16="http://schemas.microsoft.com/office/drawing/2014/main" id="{2DCA2E08-B8DF-0DCC-AE3B-04A4BAD6C808}"/>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03" name="Picture 102">
                <a:extLst>
                  <a:ext uri="{FF2B5EF4-FFF2-40B4-BE49-F238E27FC236}">
                    <a16:creationId xmlns:a16="http://schemas.microsoft.com/office/drawing/2014/main" id="{E116ACEB-4D22-ED2E-F792-A57D629459D2}"/>
                  </a:ext>
                </a:extLst>
              </p:cNvPr>
              <p:cNvPicPr>
                <a:picLocks noChangeAspect="1"/>
              </p:cNvPicPr>
              <p:nvPr/>
            </p:nvPicPr>
            <p:blipFill>
              <a:blip r:embed="rId12"/>
              <a:stretch>
                <a:fillRect/>
              </a:stretch>
            </p:blipFill>
            <p:spPr>
              <a:xfrm>
                <a:off x="4063999" y="4953000"/>
                <a:ext cx="609600" cy="609600"/>
              </a:xfrm>
              <a:prstGeom prst="rect">
                <a:avLst/>
              </a:prstGeom>
            </p:spPr>
          </p:pic>
          <p:pic>
            <p:nvPicPr>
              <p:cNvPr id="104" name="Picture 103">
                <a:extLst>
                  <a:ext uri="{FF2B5EF4-FFF2-40B4-BE49-F238E27FC236}">
                    <a16:creationId xmlns:a16="http://schemas.microsoft.com/office/drawing/2014/main" id="{DAD3EA67-9BE3-4670-9991-B96C3055344E}"/>
                  </a:ext>
                </a:extLst>
              </p:cNvPr>
              <p:cNvPicPr>
                <a:picLocks noChangeAspect="1"/>
              </p:cNvPicPr>
              <p:nvPr/>
            </p:nvPicPr>
            <p:blipFill>
              <a:blip r:embed="rId13"/>
              <a:stretch>
                <a:fillRect/>
              </a:stretch>
            </p:blipFill>
            <p:spPr>
              <a:xfrm>
                <a:off x="4705349" y="4953000"/>
                <a:ext cx="609600" cy="609600"/>
              </a:xfrm>
              <a:prstGeom prst="rect">
                <a:avLst/>
              </a:prstGeom>
            </p:spPr>
          </p:pic>
          <p:pic>
            <p:nvPicPr>
              <p:cNvPr id="105" name="Picture 104">
                <a:extLst>
                  <a:ext uri="{FF2B5EF4-FFF2-40B4-BE49-F238E27FC236}">
                    <a16:creationId xmlns:a16="http://schemas.microsoft.com/office/drawing/2014/main" id="{65D741A5-F730-1803-4364-8E1B931E458D}"/>
                  </a:ext>
                </a:extLst>
              </p:cNvPr>
              <p:cNvPicPr>
                <a:picLocks noChangeAspect="1"/>
              </p:cNvPicPr>
              <p:nvPr/>
            </p:nvPicPr>
            <p:blipFill>
              <a:blip r:embed="rId14"/>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CC00949C-4B1D-0F47-9F93-791EC7ED1AED}"/>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Antes de pasar de página, trata de calcular la media, mediana y moda para cada variable, y verifique cuál parámetro es más adecuado para describir la tendencia central.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Puedes hacer anotaciones en esta página.</a:t>
            </a: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3" name="Group 12">
            <a:extLst>
              <a:ext uri="{FF2B5EF4-FFF2-40B4-BE49-F238E27FC236}">
                <a16:creationId xmlns:a16="http://schemas.microsoft.com/office/drawing/2014/main" id="{56867CE9-834D-45FC-0ACF-9BB6B06D2198}"/>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4" name="Picture 13">
              <a:extLst>
                <a:ext uri="{FF2B5EF4-FFF2-40B4-BE49-F238E27FC236}">
                  <a16:creationId xmlns:a16="http://schemas.microsoft.com/office/drawing/2014/main" id="{53F91BA2-D94C-2F78-A66D-D86CADB587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5" name="Group 14">
              <a:extLst>
                <a:ext uri="{FF2B5EF4-FFF2-40B4-BE49-F238E27FC236}">
                  <a16:creationId xmlns:a16="http://schemas.microsoft.com/office/drawing/2014/main" id="{10164FC8-17A4-67BC-E3E7-C5816AA8D3D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6" name="Picture 15">
                <a:extLst>
                  <a:ext uri="{FF2B5EF4-FFF2-40B4-BE49-F238E27FC236}">
                    <a16:creationId xmlns:a16="http://schemas.microsoft.com/office/drawing/2014/main" id="{8529DA1E-9F88-1739-1446-99E87AA70B28}"/>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7" name="Picture 16">
                <a:extLst>
                  <a:ext uri="{FF2B5EF4-FFF2-40B4-BE49-F238E27FC236}">
                    <a16:creationId xmlns:a16="http://schemas.microsoft.com/office/drawing/2014/main" id="{572758A6-7EF6-A2FE-6F62-1FDE8ACBBC3D}"/>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8" name="Picture 17">
                <a:extLst>
                  <a:ext uri="{FF2B5EF4-FFF2-40B4-BE49-F238E27FC236}">
                    <a16:creationId xmlns:a16="http://schemas.microsoft.com/office/drawing/2014/main" id="{E6355A2F-9B6B-5BF8-991D-1DB01A95D4EA}"/>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2C4F3862-0D7F-40B3-88A9-A039C75F39E3}"/>
              </a:ext>
              <a:ext uri="{C183D7F6-B498-43B3-948B-1728B52AA6E4}">
                <adec:decorative xmlns:adec="http://schemas.microsoft.com/office/drawing/2017/decorative" val="1"/>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Siéntete libre de verificar tus cálculos.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Puedes hacer más anotaciones en esta página.</a:t>
            </a: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8DABCB7B-6D55-0CD3-673B-28C9F565B72F}"/>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p>
        </p:txBody>
      </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2" name="Group 11">
            <a:extLst>
              <a:ext uri="{FF2B5EF4-FFF2-40B4-BE49-F238E27FC236}">
                <a16:creationId xmlns:a16="http://schemas.microsoft.com/office/drawing/2014/main" id="{DA111F33-D9E9-6810-DB65-A4B9EEBFBBA5}"/>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3" name="Picture 12">
              <a:extLst>
                <a:ext uri="{FF2B5EF4-FFF2-40B4-BE49-F238E27FC236}">
                  <a16:creationId xmlns:a16="http://schemas.microsoft.com/office/drawing/2014/main" id="{A37B38D6-9BF2-8115-D17A-18DB0C99D84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4" name="Group 13">
              <a:extLst>
                <a:ext uri="{FF2B5EF4-FFF2-40B4-BE49-F238E27FC236}">
                  <a16:creationId xmlns:a16="http://schemas.microsoft.com/office/drawing/2014/main" id="{3B30F7E0-65AE-FA24-A01D-779F6844E797}"/>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5" name="Picture 14">
                <a:extLst>
                  <a:ext uri="{FF2B5EF4-FFF2-40B4-BE49-F238E27FC236}">
                    <a16:creationId xmlns:a16="http://schemas.microsoft.com/office/drawing/2014/main" id="{3C1C45FB-DFCB-82B9-55FB-DC3F0679B7B9}"/>
                  </a:ext>
                </a:extLst>
              </p:cNvPr>
              <p:cNvPicPr>
                <a:picLocks noChangeAspect="1"/>
              </p:cNvPicPr>
              <p:nvPr/>
            </p:nvPicPr>
            <p:blipFill>
              <a:blip r:embed="rId3"/>
              <a:stretch>
                <a:fillRect/>
              </a:stretch>
            </p:blipFill>
            <p:spPr>
              <a:xfrm>
                <a:off x="4063999" y="4953000"/>
                <a:ext cx="609600" cy="609600"/>
              </a:xfrm>
              <a:prstGeom prst="rect">
                <a:avLst/>
              </a:prstGeom>
            </p:spPr>
          </p:pic>
          <p:pic>
            <p:nvPicPr>
              <p:cNvPr id="16" name="Picture 15">
                <a:extLst>
                  <a:ext uri="{FF2B5EF4-FFF2-40B4-BE49-F238E27FC236}">
                    <a16:creationId xmlns:a16="http://schemas.microsoft.com/office/drawing/2014/main" id="{B79C64A5-87CB-7743-C2FA-6A97799AFAB7}"/>
                  </a:ext>
                </a:extLst>
              </p:cNvPr>
              <p:cNvPicPr>
                <a:picLocks noChangeAspect="1"/>
              </p:cNvPicPr>
              <p:nvPr/>
            </p:nvPicPr>
            <p:blipFill>
              <a:blip r:embed="rId4"/>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6EA74FC3-BEAA-F50B-3EDF-E723EBC0B678}"/>
                  </a:ext>
                </a:extLst>
              </p:cNvPr>
              <p:cNvPicPr>
                <a:picLocks noChangeAspect="1"/>
              </p:cNvPicPr>
              <p:nvPr/>
            </p:nvPicPr>
            <p:blipFill>
              <a:blip r:embed="rId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3328774" cy="307777"/>
          </a:xfrm>
          <a:prstGeom prst="rect">
            <a:avLst/>
          </a:prstGeom>
          <a:noFill/>
        </p:spPr>
        <p:txBody>
          <a:bodyPr wrap="square">
            <a:spAutoFit/>
          </a:bodyPr>
          <a:lstStyle/>
          <a:p>
            <a:r>
              <a:rPr lang="de-DE" sz="1400" b="1" dirty="0">
                <a:latin typeface="Pangolin" panose="00000500000000000000" pitchFamily="2" charset="0"/>
                <a:sym typeface="Pangolin"/>
              </a:rPr>
              <a:t>FRECUENCIA CARDIACA</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4241269" cy="261610"/>
          </a:xfrm>
          <a:prstGeom prst="rect">
            <a:avLst/>
          </a:prstGeom>
          <a:noFill/>
        </p:spPr>
        <p:txBody>
          <a:bodyPr wrap="square">
            <a:spAutoFit/>
          </a:bodyPr>
          <a:lstStyle>
            <a:defPPr>
              <a:defRPr lang="en-US"/>
            </a:defPPr>
            <a:lvl1pPr>
              <a:defRPr sz="1400" b="1">
                <a:latin typeface="Pangolin" panose="00000500000000000000" pitchFamily="2" charset="0"/>
              </a:defRPr>
            </a:lvl1pPr>
          </a:lstStyle>
          <a:p>
            <a:r>
              <a:rPr lang="es-ES" dirty="0">
                <a:sym typeface="Pangolin"/>
              </a:rPr>
              <a:t>TIEMPO DE USO MÁS FRECUENTE</a:t>
            </a: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4241269" cy="307777"/>
          </a:xfrm>
          <a:prstGeom prst="rect">
            <a:avLst/>
          </a:prstGeom>
          <a:noFill/>
        </p:spPr>
        <p:txBody>
          <a:bodyPr wrap="square">
            <a:spAutoFit/>
          </a:bodyPr>
          <a:lstStyle>
            <a:defPPr>
              <a:defRPr lang="en-US"/>
            </a:defPPr>
            <a:lvl1pPr>
              <a:defRPr sz="1400" b="1">
                <a:latin typeface="Pangolin" panose="00000500000000000000" pitchFamily="2" charset="0"/>
              </a:defRPr>
            </a:lvl1pPr>
          </a:lstStyle>
          <a:p>
            <a:r>
              <a:rPr lang="de-DE" dirty="0">
                <a:sym typeface="Pangolin"/>
              </a:rPr>
              <a:t>CLASIFICACIÓN POR ESTRELLAS</a:t>
            </a: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a:t>
            </a: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Usuarios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a:t>
            </a: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Usuarios</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MEDIANA:</a:t>
            </a: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MODA:</a:t>
            </a: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pPr marL="0" marR="0" lvl="0" indent="0" algn="l" rtl="0">
              <a:spcBef>
                <a:spcPts val="0"/>
              </a:spcBef>
              <a:spcAft>
                <a:spcPts val="0"/>
              </a:spcAft>
              <a:buNone/>
            </a:pPr>
            <a:r>
              <a:rPr lang="es-ES" sz="1000" dirty="0">
                <a:solidFill>
                  <a:schemeClr val="dk1"/>
                </a:solidFill>
                <a:latin typeface="Pangolin"/>
                <a:ea typeface="Pangolin"/>
                <a:cs typeface="Pangolin"/>
                <a:sym typeface="Pangolin"/>
              </a:rPr>
              <a:t>Cada valor solo existe una vez – </a:t>
            </a:r>
            <a:r>
              <a:rPr lang="es-ES" sz="1000" dirty="0">
                <a:solidFill>
                  <a:schemeClr val="dk1"/>
                </a:solidFill>
                <a:highlight>
                  <a:srgbClr val="C0C0C0"/>
                </a:highlight>
                <a:latin typeface="Pangolin"/>
                <a:ea typeface="Pangolin"/>
                <a:cs typeface="Pangolin"/>
                <a:sym typeface="Pangolin"/>
              </a:rPr>
              <a:t>la moda no existe</a:t>
            </a:r>
            <a:r>
              <a:rPr lang="es-ES" sz="1000" dirty="0">
                <a:solidFill>
                  <a:schemeClr val="dk1"/>
                </a:solidFill>
                <a:latin typeface="Pangolin"/>
                <a:ea typeface="Pangolin"/>
                <a:cs typeface="Pangolin"/>
                <a:sym typeface="Pangolin"/>
              </a:rPr>
              <a:t>!</a:t>
            </a: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de-DE" sz="900" dirty="0">
                <a:solidFill>
                  <a:schemeClr val="dk1"/>
                </a:solidFill>
                <a:latin typeface="Pangolin"/>
                <a:ea typeface="Pangolin"/>
                <a:cs typeface="Pangolin"/>
                <a:sym typeface="Pangolin"/>
              </a:rPr>
              <a:t>Si </a:t>
            </a:r>
            <a:r>
              <a:rPr lang="de-DE" sz="900" dirty="0" err="1">
                <a:solidFill>
                  <a:schemeClr val="dk1"/>
                </a:solidFill>
                <a:latin typeface="Pangolin"/>
                <a:ea typeface="Pangolin"/>
                <a:cs typeface="Pangolin"/>
                <a:sym typeface="Pangolin"/>
              </a:rPr>
              <a:t>hubiera</a:t>
            </a:r>
            <a:r>
              <a:rPr lang="de-DE" sz="900" dirty="0">
                <a:solidFill>
                  <a:schemeClr val="dk1"/>
                </a:solidFill>
                <a:latin typeface="Pangolin"/>
                <a:ea typeface="Pangolin"/>
                <a:cs typeface="Pangolin"/>
                <a:sym typeface="Pangolin"/>
              </a:rPr>
              <a:t> dos </a:t>
            </a:r>
            <a:r>
              <a:rPr lang="de-DE" sz="900" dirty="0" err="1">
                <a:solidFill>
                  <a:schemeClr val="dk1"/>
                </a:solidFill>
                <a:latin typeface="Pangolin"/>
                <a:ea typeface="Pangolin"/>
                <a:cs typeface="Pangolin"/>
                <a:sym typeface="Pangolin"/>
              </a:rPr>
              <a:t>valores</a:t>
            </a:r>
            <a:r>
              <a:rPr lang="de-DE" sz="900" dirty="0">
                <a:solidFill>
                  <a:schemeClr val="dk1"/>
                </a:solidFill>
                <a:latin typeface="Pangolin"/>
                <a:ea typeface="Pangolin"/>
                <a:cs typeface="Pangolin"/>
                <a:sym typeface="Pangolin"/>
              </a:rPr>
              <a:t> </a:t>
            </a:r>
            <a:r>
              <a:rPr lang="de-DE" sz="900" dirty="0" err="1">
                <a:solidFill>
                  <a:schemeClr val="dk1"/>
                </a:solidFill>
                <a:latin typeface="Pangolin"/>
                <a:ea typeface="Pangolin"/>
                <a:cs typeface="Pangolin"/>
                <a:sym typeface="Pangolin"/>
              </a:rPr>
              <a:t>centrales</a:t>
            </a:r>
            <a:r>
              <a:rPr lang="de-DE" sz="900" dirty="0">
                <a:solidFill>
                  <a:schemeClr val="dk1"/>
                </a:solidFill>
                <a:latin typeface="Pangolin"/>
                <a:ea typeface="Pangolin"/>
                <a:cs typeface="Pangolin"/>
                <a:sym typeface="Pangolin"/>
              </a:rPr>
              <a:t>, la </a:t>
            </a:r>
            <a:r>
              <a:rPr lang="de-DE" sz="900" dirty="0" err="1">
                <a:solidFill>
                  <a:schemeClr val="dk1"/>
                </a:solidFill>
                <a:latin typeface="Pangolin"/>
                <a:ea typeface="Pangolin"/>
                <a:cs typeface="Pangolin"/>
                <a:sym typeface="Pangolin"/>
              </a:rPr>
              <a:t>media</a:t>
            </a:r>
            <a:r>
              <a:rPr lang="de-DE" sz="900" dirty="0">
                <a:solidFill>
                  <a:schemeClr val="dk1"/>
                </a:solidFill>
                <a:latin typeface="Pangolin"/>
                <a:ea typeface="Pangolin"/>
                <a:cs typeface="Pangolin"/>
                <a:sym typeface="Pangolin"/>
              </a:rPr>
              <a:t> de los </a:t>
            </a:r>
            <a:r>
              <a:rPr lang="de-DE" sz="900" dirty="0" err="1">
                <a:solidFill>
                  <a:schemeClr val="dk1"/>
                </a:solidFill>
                <a:latin typeface="Pangolin"/>
                <a:ea typeface="Pangolin"/>
                <a:cs typeface="Pangolin"/>
                <a:sym typeface="Pangolin"/>
              </a:rPr>
              <a:t>valores</a:t>
            </a:r>
            <a:r>
              <a:rPr lang="de-DE" sz="900" dirty="0">
                <a:solidFill>
                  <a:schemeClr val="dk1"/>
                </a:solidFill>
                <a:latin typeface="Pangolin"/>
                <a:ea typeface="Pangolin"/>
                <a:cs typeface="Pangolin"/>
                <a:sym typeface="Pangolin"/>
              </a:rPr>
              <a:t> es la </a:t>
            </a:r>
            <a:r>
              <a:rPr lang="de-DE" sz="900" dirty="0" err="1">
                <a:solidFill>
                  <a:schemeClr val="dk1"/>
                </a:solidFill>
                <a:latin typeface="Pangolin"/>
                <a:ea typeface="Pangolin"/>
                <a:cs typeface="Pangolin"/>
                <a:sym typeface="Pangolin"/>
              </a:rPr>
              <a:t>mediana</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MEDIANA:</a:t>
            </a: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254049" y="4639046"/>
            <a:ext cx="2231026" cy="646331"/>
          </a:xfrm>
          <a:prstGeom prst="rect">
            <a:avLst/>
          </a:prstGeom>
          <a:noFill/>
        </p:spPr>
        <p:txBody>
          <a:bodyPr wrap="square">
            <a:spAutoFit/>
          </a:bodyPr>
          <a:lstStyle/>
          <a:p>
            <a:pPr marL="0" marR="0" lvl="0" indent="0" algn="r" rtl="0">
              <a:spcBef>
                <a:spcPts val="0"/>
              </a:spcBef>
              <a:spcAft>
                <a:spcPts val="0"/>
              </a:spcAft>
              <a:buNone/>
            </a:pPr>
            <a:r>
              <a:rPr lang="es-ES" sz="900" dirty="0">
                <a:solidFill>
                  <a:srgbClr val="7F7F7F"/>
                </a:solidFill>
                <a:latin typeface="Pangolin"/>
                <a:ea typeface="Pangolin"/>
                <a:cs typeface="Pangolin"/>
                <a:sym typeface="Pangolin"/>
              </a:rPr>
              <a:t>El tiempo de uso no es un valor cuantitativo - por lo tanto, calcular la media y mediana no tiene sentido alguno!</a:t>
            </a:r>
            <a:br>
              <a:rPr lang="es-ES" sz="900" dirty="0">
                <a:solidFill>
                  <a:srgbClr val="7F7F7F"/>
                </a:solidFill>
                <a:latin typeface="Pangolin"/>
                <a:ea typeface="Pangolin"/>
                <a:cs typeface="Pangolin"/>
                <a:sym typeface="Pangolin"/>
              </a:rPr>
            </a:br>
            <a:endParaRPr lang="es-ES" sz="900" dirty="0">
              <a:solidFill>
                <a:srgbClr val="7F7F7F"/>
              </a:solidFill>
              <a:latin typeface="Pangolin"/>
              <a:ea typeface="Pangolin"/>
              <a:cs typeface="Pangolin"/>
              <a:sym typeface="Pangolin"/>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MODA:</a:t>
            </a: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modas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a:t>
            </a: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Usuarios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1248037"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estrellas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MEDIANA:</a:t>
            </a: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497358" y="8325513"/>
            <a:ext cx="1040071"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estrellas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1" y="9161722"/>
            <a:ext cx="1047039"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5 </a:t>
            </a:r>
            <a:r>
              <a:rPr lang="de-DE" sz="1400" dirty="0" err="1">
                <a:highlight>
                  <a:srgbClr val="C0C0C0"/>
                </a:highlight>
                <a:latin typeface="Pangolin" panose="00000500000000000000" pitchFamily="2" charset="0"/>
              </a:rPr>
              <a:t>estrellas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MODA:</a:t>
            </a: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658799" y="769864"/>
            <a:ext cx="1863191"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la distribución de los valores es simétrica, sin distorsiones,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la media es generalmente igual a la mediana.</a:t>
            </a: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707886"/>
          </a:xfrm>
          <a:prstGeom prst="rect">
            <a:avLst/>
          </a:prstGeom>
          <a:noFill/>
        </p:spPr>
        <p:txBody>
          <a:bodyPr wrap="square">
            <a:spAutoFit/>
          </a:bodyPr>
          <a:lstStyle/>
          <a:p>
            <a:pPr algn="ctr"/>
            <a:r>
              <a:rPr lang="es-ES" sz="1000">
                <a:latin typeface="Pangolin" panose="00000500000000000000" pitchFamily="2" charset="0"/>
              </a:rPr>
              <a:t>Moda no solo es adecuado para distribuciones multimodales, sino también cuando se trabaja con datos ordinales y categóricos.</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7505"/>
            <a:ext cx="2044169"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Para conjuntos de datos con distribución asimétrica, la mediana es la mejor manera para describir la tendencia central.</a:t>
            </a:r>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32" name="Group 31">
            <a:extLst>
              <a:ext uri="{FF2B5EF4-FFF2-40B4-BE49-F238E27FC236}">
                <a16:creationId xmlns:a16="http://schemas.microsoft.com/office/drawing/2014/main" id="{A5A52C51-2210-3A9E-CB11-D51B4E3C4873}"/>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33" name="Picture 32">
              <a:extLst>
                <a:ext uri="{FF2B5EF4-FFF2-40B4-BE49-F238E27FC236}">
                  <a16:creationId xmlns:a16="http://schemas.microsoft.com/office/drawing/2014/main" id="{E9657F26-9004-2EDA-C91A-3C8EBDA6C26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50" name="Group 49">
              <a:extLst>
                <a:ext uri="{FF2B5EF4-FFF2-40B4-BE49-F238E27FC236}">
                  <a16:creationId xmlns:a16="http://schemas.microsoft.com/office/drawing/2014/main" id="{08DBA749-E100-1C05-689F-AF5BA10C9C2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66" name="Picture 65">
                <a:extLst>
                  <a:ext uri="{FF2B5EF4-FFF2-40B4-BE49-F238E27FC236}">
                    <a16:creationId xmlns:a16="http://schemas.microsoft.com/office/drawing/2014/main" id="{48A3FA9B-64C4-01F6-3DED-2DB6637B4EE7}"/>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72" name="Picture 71">
                <a:extLst>
                  <a:ext uri="{FF2B5EF4-FFF2-40B4-BE49-F238E27FC236}">
                    <a16:creationId xmlns:a16="http://schemas.microsoft.com/office/drawing/2014/main" id="{9ACDEBA6-EF08-FE1C-D48C-60D06D7999D9}"/>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2" name="Picture 101">
                <a:extLst>
                  <a:ext uri="{FF2B5EF4-FFF2-40B4-BE49-F238E27FC236}">
                    <a16:creationId xmlns:a16="http://schemas.microsoft.com/office/drawing/2014/main" id="{CB6F60ED-934E-1761-7D85-EBD935442A68}"/>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otros</a:t>
            </a:r>
            <a:r>
              <a:rPr lang="de-DE" sz="1000" dirty="0">
                <a:solidFill>
                  <a:schemeClr val="tx1"/>
                </a:solidFill>
                <a:latin typeface="Pangolin" panose="00000500000000000000" pitchFamily="2" charset="0"/>
              </a:rPr>
              <a:t> 227 </a:t>
            </a:r>
            <a:r>
              <a:rPr lang="de-DE" sz="1000" dirty="0" err="1">
                <a:solidFill>
                  <a:schemeClr val="tx1"/>
                </a:solidFill>
                <a:latin typeface="Pangolin" panose="00000500000000000000" pitchFamily="2" charset="0"/>
              </a:rPr>
              <a:t>items</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99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3643170" cy="246221"/>
          </a:xfrm>
          <a:prstGeom prst="rect">
            <a:avLst/>
          </a:prstGeom>
          <a:noFill/>
        </p:spPr>
        <p:txBody>
          <a:bodyPr wrap="square">
            <a:spAutoFit/>
          </a:bodyPr>
          <a:lstStyle/>
          <a:p>
            <a:r>
              <a:rPr lang="pt-BR" sz="1000" dirty="0">
                <a:solidFill>
                  <a:srgbClr val="00B050"/>
                </a:solidFill>
                <a:latin typeface="Pangolin" panose="00000500000000000000" pitchFamily="2" charset="0"/>
              </a:rPr>
              <a:t># </a:t>
            </a:r>
            <a:r>
              <a:rPr lang="de-DE" sz="1000" dirty="0" err="1">
                <a:solidFill>
                  <a:srgbClr val="00B050"/>
                </a:solidFill>
                <a:latin typeface="Pangolin"/>
                <a:ea typeface="Pangolin"/>
                <a:cs typeface="Pangolin"/>
                <a:sym typeface="Pangolin"/>
              </a:rPr>
              <a:t>Instalelo</a:t>
            </a:r>
            <a:r>
              <a:rPr lang="de-DE" sz="1000" dirty="0">
                <a:solidFill>
                  <a:srgbClr val="00B050"/>
                </a:solidFill>
                <a:latin typeface="Pangolin"/>
                <a:ea typeface="Pangolin"/>
                <a:cs typeface="Pangolin"/>
                <a:sym typeface="Pangolin"/>
              </a:rPr>
              <a:t> solo la </a:t>
            </a:r>
            <a:r>
              <a:rPr lang="de-DE" sz="1000" dirty="0" err="1">
                <a:solidFill>
                  <a:srgbClr val="00B050"/>
                </a:solidFill>
                <a:latin typeface="Pangolin"/>
                <a:ea typeface="Pangolin"/>
                <a:cs typeface="Pangolin"/>
                <a:sym typeface="Pangolin"/>
              </a:rPr>
              <a:t>primera</a:t>
            </a:r>
            <a:r>
              <a:rPr lang="de-DE" sz="1000" dirty="0">
                <a:solidFill>
                  <a:srgbClr val="00B050"/>
                </a:solidFill>
                <a:latin typeface="Pangolin"/>
                <a:ea typeface="Pangolin"/>
                <a:cs typeface="Pangolin"/>
                <a:sym typeface="Pangolin"/>
              </a:rPr>
              <a:t> </a:t>
            </a:r>
            <a:r>
              <a:rPr lang="de-DE" sz="1000" dirty="0" err="1">
                <a:solidFill>
                  <a:srgbClr val="00B050"/>
                </a:solidFill>
                <a:latin typeface="Pangolin"/>
                <a:ea typeface="Pangolin"/>
                <a:cs typeface="Pangolin"/>
                <a:sym typeface="Pangolin"/>
              </a:rPr>
              <a:t>vez</a:t>
            </a:r>
            <a:r>
              <a:rPr lang="de-DE" sz="1000" dirty="0">
                <a:solidFill>
                  <a:srgbClr val="00B050"/>
                </a:solidFill>
                <a:latin typeface="Pangolin"/>
                <a:ea typeface="Pangolin"/>
                <a:cs typeface="Pangolin"/>
                <a:sym typeface="Pangolin"/>
              </a:rPr>
              <a:t> </a:t>
            </a:r>
            <a:r>
              <a:rPr lang="de-DE" sz="1000" dirty="0" err="1">
                <a:solidFill>
                  <a:srgbClr val="00B050"/>
                </a:solidFill>
                <a:latin typeface="Pangolin"/>
                <a:ea typeface="Pangolin"/>
                <a:cs typeface="Pangolin"/>
                <a:sym typeface="Pangolin"/>
              </a:rPr>
              <a:t>que</a:t>
            </a:r>
            <a:r>
              <a:rPr lang="de-DE" sz="1000" dirty="0">
                <a:solidFill>
                  <a:srgbClr val="00B050"/>
                </a:solidFill>
                <a:latin typeface="Pangolin"/>
                <a:ea typeface="Pangolin"/>
                <a:cs typeface="Pangolin"/>
                <a:sym typeface="Pangolin"/>
              </a:rPr>
              <a:t> </a:t>
            </a:r>
            <a:r>
              <a:rPr lang="de-DE" sz="1000" dirty="0" err="1">
                <a:solidFill>
                  <a:srgbClr val="00B050"/>
                </a:solidFill>
                <a:latin typeface="Pangolin"/>
                <a:ea typeface="Pangolin"/>
                <a:cs typeface="Pangolin"/>
                <a:sym typeface="Pangolin"/>
              </a:rPr>
              <a:t>va</a:t>
            </a:r>
            <a:r>
              <a:rPr lang="de-DE" sz="1000" dirty="0">
                <a:solidFill>
                  <a:srgbClr val="00B050"/>
                </a:solidFill>
                <a:latin typeface="Pangolin"/>
                <a:ea typeface="Pangolin"/>
                <a:cs typeface="Pangolin"/>
                <a:sym typeface="Pangolin"/>
              </a:rPr>
              <a:t> </a:t>
            </a:r>
            <a:r>
              <a:rPr lang="de-DE" sz="1000" dirty="0" err="1">
                <a:solidFill>
                  <a:srgbClr val="00B050"/>
                </a:solidFill>
                <a:latin typeface="Pangolin"/>
                <a:ea typeface="Pangolin"/>
                <a:cs typeface="Pangolin"/>
                <a:sym typeface="Pangolin"/>
              </a:rPr>
              <a:t>usar</a:t>
            </a:r>
            <a:r>
              <a:rPr lang="de-DE" sz="1000" dirty="0">
                <a:solidFill>
                  <a:srgbClr val="00B050"/>
                </a:solidFill>
                <a:latin typeface="Pangolin"/>
                <a:ea typeface="Pangolin"/>
                <a:cs typeface="Pangolin"/>
                <a:sym typeface="Pangolin"/>
              </a:rPr>
              <a:t> la </a:t>
            </a:r>
            <a:r>
              <a:rPr lang="de-DE" sz="1000" dirty="0" err="1">
                <a:solidFill>
                  <a:srgbClr val="00B050"/>
                </a:solidFill>
                <a:latin typeface="Pangolin"/>
                <a:ea typeface="Pangolin"/>
                <a:cs typeface="Pangolin"/>
                <a:sym typeface="Pangolin"/>
              </a:rPr>
              <a:t>biblioteca</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25424" y="552880"/>
            <a:ext cx="2037565" cy="1323439"/>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Lenguajes de programación como </a:t>
            </a:r>
            <a:r>
              <a:rPr lang="es-ES" sz="1000" dirty="0">
                <a:solidFill>
                  <a:schemeClr val="dk1"/>
                </a:solidFill>
                <a:highlight>
                  <a:srgbClr val="C0C0C0"/>
                </a:highlight>
                <a:latin typeface="Pangolin"/>
                <a:ea typeface="Pangolin"/>
                <a:cs typeface="Pangolin"/>
                <a:sym typeface="Pangolin"/>
              </a:rPr>
              <a:t>R</a:t>
            </a:r>
            <a:r>
              <a:rPr lang="es-ES" sz="1000" dirty="0">
                <a:solidFill>
                  <a:schemeClr val="dk1"/>
                </a:solidFill>
                <a:latin typeface="Pangolin"/>
                <a:ea typeface="Pangolin"/>
                <a:cs typeface="Pangolin"/>
                <a:sym typeface="Pangolin"/>
              </a:rPr>
              <a:t>, te ayudan a calcular la tendencia central de atributos en grandes conjuntos de datos. Con bibliotecas de R, como </a:t>
            </a:r>
            <a:r>
              <a:rPr lang="es-ES" sz="1000" dirty="0" err="1">
                <a:solidFill>
                  <a:schemeClr val="dk1"/>
                </a:solidFill>
                <a:highlight>
                  <a:srgbClr val="C0C0C0"/>
                </a:highlight>
                <a:latin typeface="Pangolin"/>
                <a:ea typeface="Pangolin"/>
                <a:cs typeface="Pangolin"/>
                <a:sym typeface="Pangolin"/>
              </a:rPr>
              <a:t>tidyverse</a:t>
            </a:r>
            <a:r>
              <a:rPr lang="es-ES" sz="1000" dirty="0">
                <a:solidFill>
                  <a:schemeClr val="dk1"/>
                </a:solidFill>
                <a:latin typeface="Pangolin"/>
                <a:ea typeface="Pangolin"/>
                <a:cs typeface="Pangolin"/>
                <a:sym typeface="Pangolin"/>
              </a:rPr>
              <a:t>, </a:t>
            </a:r>
            <a:r>
              <a:rPr lang="es-ES" sz="1000" dirty="0" err="1">
                <a:solidFill>
                  <a:schemeClr val="dk1"/>
                </a:solidFill>
                <a:latin typeface="Pangolin"/>
                <a:ea typeface="Pangolin"/>
                <a:cs typeface="Pangolin"/>
                <a:sym typeface="Pangolin"/>
              </a:rPr>
              <a:t>podras</a:t>
            </a:r>
            <a:r>
              <a:rPr lang="es-ES" sz="1000" dirty="0">
                <a:solidFill>
                  <a:schemeClr val="dk1"/>
                </a:solidFill>
                <a:latin typeface="Pangolin"/>
                <a:ea typeface="Pangolin"/>
                <a:cs typeface="Pangolin"/>
                <a:sym typeface="Pangolin"/>
              </a:rPr>
              <a:t> visualizar rápidamente la distribución de datos.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504251" y="511717"/>
            <a:ext cx="2199514" cy="1169551"/>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Dentro de </a:t>
            </a:r>
            <a:r>
              <a:rPr lang="es-ES" sz="1000" dirty="0" err="1">
                <a:solidFill>
                  <a:schemeClr val="dk1"/>
                </a:solidFill>
                <a:latin typeface="Pangolin"/>
                <a:ea typeface="Pangolin"/>
                <a:cs typeface="Pangolin"/>
                <a:sym typeface="Pangolin"/>
              </a:rPr>
              <a:t>tidyverse</a:t>
            </a:r>
            <a:r>
              <a:rPr lang="es-ES" sz="1000" dirty="0">
                <a:solidFill>
                  <a:schemeClr val="dk1"/>
                </a:solidFill>
                <a:latin typeface="Pangolin"/>
                <a:ea typeface="Pangolin"/>
                <a:cs typeface="Pangolin"/>
                <a:sym typeface="Pangolin"/>
              </a:rPr>
              <a:t>, tendrás acceso a los conjuntos de datos, como </a:t>
            </a:r>
            <a:r>
              <a:rPr lang="es-ES" sz="1000" dirty="0" err="1">
                <a:solidFill>
                  <a:schemeClr val="dk1"/>
                </a:solidFill>
                <a:highlight>
                  <a:srgbClr val="C0C0C0"/>
                </a:highlight>
                <a:latin typeface="Pangolin"/>
                <a:ea typeface="Pangolin"/>
                <a:cs typeface="Pangolin"/>
                <a:sym typeface="Pangolin"/>
              </a:rPr>
              <a:t>mpg</a:t>
            </a:r>
            <a:r>
              <a:rPr lang="es-ES" sz="1000" dirty="0">
                <a:solidFill>
                  <a:schemeClr val="dk1"/>
                </a:solidFill>
                <a:latin typeface="Pangolin"/>
                <a:ea typeface="Pangolin"/>
                <a:cs typeface="Pangolin"/>
                <a:sym typeface="Pangolin"/>
              </a:rPr>
              <a:t> con datos de economía de combustible. Este incluye 11 atributos, como modelo del carro (</a:t>
            </a:r>
            <a:r>
              <a:rPr lang="es-ES" sz="1000" dirty="0" err="1">
                <a:solidFill>
                  <a:schemeClr val="dk1"/>
                </a:solidFill>
                <a:latin typeface="Pangolin"/>
                <a:ea typeface="Pangolin"/>
                <a:cs typeface="Pangolin"/>
                <a:sym typeface="Pangolin"/>
              </a:rPr>
              <a:t>model</a:t>
            </a:r>
            <a:r>
              <a:rPr lang="es-ES" sz="1000" dirty="0">
                <a:solidFill>
                  <a:schemeClr val="dk1"/>
                </a:solidFill>
                <a:latin typeface="Pangolin"/>
                <a:ea typeface="Pangolin"/>
                <a:cs typeface="Pangolin"/>
                <a:sym typeface="Pangolin"/>
              </a:rPr>
              <a:t>), año de fabricación (</a:t>
            </a:r>
            <a:r>
              <a:rPr lang="es-ES" sz="1000" dirty="0" err="1">
                <a:solidFill>
                  <a:schemeClr val="dk1"/>
                </a:solidFill>
                <a:latin typeface="Pangolin"/>
                <a:ea typeface="Pangolin"/>
                <a:cs typeface="Pangolin"/>
                <a:sym typeface="Pangolin"/>
              </a:rPr>
              <a:t>year</a:t>
            </a:r>
            <a:r>
              <a:rPr lang="es-ES" sz="1000" dirty="0">
                <a:solidFill>
                  <a:schemeClr val="dk1"/>
                </a:solidFill>
                <a:latin typeface="Pangolin"/>
                <a:ea typeface="Pangolin"/>
                <a:cs typeface="Pangolin"/>
                <a:sym typeface="Pangolin"/>
              </a:rPr>
              <a:t>) y millas por galón en carretera (</a:t>
            </a:r>
            <a:r>
              <a:rPr lang="es-ES" sz="1000" dirty="0" err="1">
                <a:solidFill>
                  <a:schemeClr val="dk1"/>
                </a:solidFill>
                <a:latin typeface="Pangolin"/>
                <a:ea typeface="Pangolin"/>
                <a:cs typeface="Pangolin"/>
                <a:sym typeface="Pangolin"/>
              </a:rPr>
              <a:t>hwy</a:t>
            </a:r>
            <a:r>
              <a:rPr lang="es-ES" sz="1000" dirty="0">
                <a:solidFill>
                  <a:schemeClr val="dk1"/>
                </a:solidFill>
                <a:latin typeface="Pangolin"/>
                <a:ea typeface="Pangolin"/>
                <a:cs typeface="Pangolin"/>
                <a:sym typeface="Pangolin"/>
              </a:rPr>
              <a:t>).</a:t>
            </a: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Puedes usar </a:t>
            </a:r>
            <a:r>
              <a:rPr lang="es-ES" sz="1000" dirty="0" err="1">
                <a:solidFill>
                  <a:schemeClr val="dk1"/>
                </a:solidFill>
                <a:highlight>
                  <a:srgbClr val="C0C0C0"/>
                </a:highlight>
                <a:latin typeface="Pangolin"/>
                <a:ea typeface="Pangolin"/>
                <a:cs typeface="Pangolin"/>
                <a:sym typeface="Pangolin"/>
              </a:rPr>
              <a:t>ggplot</a:t>
            </a:r>
            <a:r>
              <a:rPr lang="es-ES" sz="1000" dirty="0">
                <a:solidFill>
                  <a:schemeClr val="dk1"/>
                </a:solidFill>
                <a:latin typeface="Pangolin"/>
                <a:ea typeface="Pangolin"/>
                <a:cs typeface="Pangolin"/>
                <a:sym typeface="Pangolin"/>
              </a:rPr>
              <a:t>, que está incluido en </a:t>
            </a:r>
            <a:r>
              <a:rPr lang="es-ES" sz="1000" dirty="0" err="1">
                <a:solidFill>
                  <a:schemeClr val="dk1"/>
                </a:solidFill>
                <a:latin typeface="Pangolin"/>
                <a:ea typeface="Pangolin"/>
                <a:cs typeface="Pangolin"/>
                <a:sym typeface="Pangolin"/>
              </a:rPr>
              <a:t>tidyverse</a:t>
            </a:r>
            <a:r>
              <a:rPr lang="es-ES" sz="1000" dirty="0">
                <a:solidFill>
                  <a:schemeClr val="dk1"/>
                </a:solidFill>
                <a:latin typeface="Pangolin"/>
                <a:ea typeface="Pangolin"/>
                <a:cs typeface="Pangolin"/>
                <a:sym typeface="Pangolin"/>
              </a:rPr>
              <a:t>, para visualizar la distribución de datos de</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millas por galón en carretera (</a:t>
            </a:r>
            <a:r>
              <a:rPr lang="es-ES" sz="1000" dirty="0" err="1">
                <a:solidFill>
                  <a:schemeClr val="dk1"/>
                </a:solidFill>
                <a:latin typeface="Pangolin"/>
                <a:ea typeface="Pangolin"/>
                <a:cs typeface="Pangolin"/>
                <a:sym typeface="Pangolin"/>
              </a:rPr>
              <a:t>hwy</a:t>
            </a:r>
            <a:r>
              <a:rPr lang="es-ES" sz="1000" dirty="0">
                <a:solidFill>
                  <a:schemeClr val="dk1"/>
                </a:solidFill>
                <a:latin typeface="Pangolin"/>
                <a:ea typeface="Pangolin"/>
                <a:cs typeface="Pangolin"/>
                <a:sym typeface="Pangolin"/>
              </a:rPr>
              <a:t>) usando un histograma, una curva de densidad, o ambos.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R incluye funciones nativas para calcular la media y mediana.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Para la moda, puedes crear tu propia función o usar </a:t>
            </a:r>
            <a:br>
              <a:rPr lang="es-ES" sz="1000" dirty="0">
                <a:solidFill>
                  <a:schemeClr val="dk1"/>
                </a:solidFill>
                <a:latin typeface="Pangolin"/>
                <a:ea typeface="Pangolin"/>
                <a:cs typeface="Pangolin"/>
                <a:sym typeface="Pangolin"/>
              </a:rPr>
            </a:br>
            <a:r>
              <a:rPr lang="es-ES" sz="1000" dirty="0" err="1">
                <a:solidFill>
                  <a:schemeClr val="dk1"/>
                </a:solidFill>
                <a:latin typeface="Pangolin"/>
                <a:ea typeface="Pangolin"/>
                <a:cs typeface="Pangolin"/>
                <a:sym typeface="Pangolin"/>
              </a:rPr>
              <a:t>Most</a:t>
            </a:r>
            <a:r>
              <a:rPr lang="es-ES" sz="1000" dirty="0">
                <a:solidFill>
                  <a:schemeClr val="dk1"/>
                </a:solidFill>
                <a:latin typeface="Pangolin"/>
                <a:ea typeface="Pangolin"/>
                <a:cs typeface="Pangolin"/>
                <a:sym typeface="Pangolin"/>
              </a:rPr>
              <a:t> </a:t>
            </a:r>
            <a:r>
              <a:rPr lang="es-ES" sz="1000" dirty="0" err="1">
                <a:solidFill>
                  <a:schemeClr val="dk1"/>
                </a:solidFill>
                <a:latin typeface="Pangolin"/>
                <a:ea typeface="Pangolin"/>
                <a:cs typeface="Pangolin"/>
                <a:sym typeface="Pangolin"/>
              </a:rPr>
              <a:t>Likely</a:t>
            </a:r>
            <a:r>
              <a:rPr lang="es-ES" sz="1000" dirty="0">
                <a:solidFill>
                  <a:schemeClr val="dk1"/>
                </a:solidFill>
                <a:latin typeface="Pangolin"/>
                <a:ea typeface="Pangolin"/>
                <a:cs typeface="Pangolin"/>
                <a:sym typeface="Pangolin"/>
              </a:rPr>
              <a:t> </a:t>
            </a:r>
            <a:r>
              <a:rPr lang="es-ES" sz="1000" dirty="0" err="1">
                <a:solidFill>
                  <a:schemeClr val="dk1"/>
                </a:solidFill>
                <a:latin typeface="Pangolin"/>
                <a:ea typeface="Pangolin"/>
                <a:cs typeface="Pangolin"/>
                <a:sym typeface="Pangolin"/>
              </a:rPr>
              <a:t>Values</a:t>
            </a:r>
            <a:r>
              <a:rPr lang="es-ES" sz="1000" dirty="0">
                <a:solidFill>
                  <a:schemeClr val="dk1"/>
                </a:solidFill>
                <a:latin typeface="Pangolin"/>
                <a:ea typeface="Pangolin"/>
                <a:cs typeface="Pangolin"/>
                <a:sym typeface="Pangolin"/>
              </a:rPr>
              <a:t> (</a:t>
            </a:r>
            <a:r>
              <a:rPr lang="es-ES" sz="1000" dirty="0" err="1">
                <a:solidFill>
                  <a:schemeClr val="dk1"/>
                </a:solidFill>
                <a:latin typeface="Pangolin"/>
                <a:ea typeface="Pangolin"/>
                <a:cs typeface="Pangolin"/>
                <a:sym typeface="Pangolin"/>
              </a:rPr>
              <a:t>mlv</a:t>
            </a:r>
            <a:r>
              <a:rPr lang="es-ES" sz="1000" dirty="0">
                <a:solidFill>
                  <a:schemeClr val="dk1"/>
                </a:solidFill>
                <a:latin typeface="Pangolin"/>
                <a:ea typeface="Pangolin"/>
                <a:cs typeface="Pangolin"/>
                <a:sym typeface="Pangolin"/>
              </a:rPr>
              <a:t>)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de la biblioteca </a:t>
            </a:r>
            <a:r>
              <a:rPr lang="es-ES" sz="1000" dirty="0" err="1">
                <a:solidFill>
                  <a:schemeClr val="dk1"/>
                </a:solidFill>
                <a:latin typeface="Pangolin"/>
                <a:ea typeface="Pangolin"/>
                <a:cs typeface="Pangolin"/>
                <a:sym typeface="Pangolin"/>
              </a:rPr>
              <a:t>modeest</a:t>
            </a:r>
            <a:r>
              <a:rPr lang="es-ES" sz="1000" dirty="0">
                <a:solidFill>
                  <a:schemeClr val="dk1"/>
                </a:solidFill>
                <a:latin typeface="Pangolin"/>
                <a:ea typeface="Pangolin"/>
                <a:cs typeface="Pangolin"/>
                <a:sym typeface="Pangolin"/>
              </a:rPr>
              <a:t>.</a:t>
            </a:r>
          </a:p>
        </p:txBody>
      </p:sp>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8" name="Group 17">
            <a:extLst>
              <a:ext uri="{FF2B5EF4-FFF2-40B4-BE49-F238E27FC236}">
                <a16:creationId xmlns:a16="http://schemas.microsoft.com/office/drawing/2014/main" id="{B0860EC0-885D-AE58-17CE-6132CEC555A5}"/>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9" name="Picture 18">
              <a:extLst>
                <a:ext uri="{FF2B5EF4-FFF2-40B4-BE49-F238E27FC236}">
                  <a16:creationId xmlns:a16="http://schemas.microsoft.com/office/drawing/2014/main" id="{7DBEBF9D-C56C-5EC9-7934-38BF63BC6F34}"/>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0" name="Group 19">
              <a:extLst>
                <a:ext uri="{FF2B5EF4-FFF2-40B4-BE49-F238E27FC236}">
                  <a16:creationId xmlns:a16="http://schemas.microsoft.com/office/drawing/2014/main" id="{CDDCAFC0-3396-9B56-FEFE-111C38FB8A8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1" name="Picture 20">
                <a:extLst>
                  <a:ext uri="{FF2B5EF4-FFF2-40B4-BE49-F238E27FC236}">
                    <a16:creationId xmlns:a16="http://schemas.microsoft.com/office/drawing/2014/main" id="{7CAC527A-8BB8-2E41-03EF-2C85D203F841}"/>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22" name="Picture 21">
                <a:extLst>
                  <a:ext uri="{FF2B5EF4-FFF2-40B4-BE49-F238E27FC236}">
                    <a16:creationId xmlns:a16="http://schemas.microsoft.com/office/drawing/2014/main" id="{E2E71766-82E3-7575-ACD2-DD8BA4398C19}"/>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23" name="Picture 22">
                <a:extLst>
                  <a:ext uri="{FF2B5EF4-FFF2-40B4-BE49-F238E27FC236}">
                    <a16:creationId xmlns:a16="http://schemas.microsoft.com/office/drawing/2014/main" id="{AD6C9C60-E2A6-D7A3-A933-9CDB33CFEDA4}"/>
                  </a:ext>
                </a:extLst>
              </p:cNvPr>
              <p:cNvPicPr>
                <a:picLocks noChangeAspect="1"/>
              </p:cNvPicPr>
              <p:nvPr/>
            </p:nvPicPr>
            <p:blipFill>
              <a:blip r:embed="rId1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84EF624-089F-CA86-1078-0511D2BCF46E}"/>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a:spLocks/>
          </p:cNvSpPr>
          <p:nvPr/>
        </p:nvSpPr>
        <p:spPr>
          <a:xfrm>
            <a:off x="599280" y="790575"/>
            <a:ext cx="5778073" cy="1107996"/>
          </a:xfrm>
          <a:prstGeom prst="rect">
            <a:avLst/>
          </a:prstGeom>
          <a:noFill/>
        </p:spPr>
        <p:txBody>
          <a:bodyPr wrap="square" rtlCol="0">
            <a:spAutoFit/>
          </a:bodyPr>
          <a:lstStyle/>
          <a:p>
            <a:pPr lvl="0">
              <a:defRPr/>
            </a:pPr>
            <a:r>
              <a:rPr lang="de-AT" sz="1100" b="1" dirty="0">
                <a:latin typeface="Segoe UI" panose="020B0502040204020203" pitchFamily="34" charset="0"/>
                <a:cs typeface="Segoe UI" panose="020B0502040204020203" pitchFamily="34" charset="0"/>
              </a:rPr>
              <a:t>Fuentes</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Downey, A. (2014). Think stats: exploratory data analysis. O'Reilly Media, Inc.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Field, A. (2022). An adventure in statistics: The reality enigma. Sage. </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es-ES" sz="1100" b="1" dirty="0">
                <a:solidFill>
                  <a:srgbClr val="333333"/>
                </a:solidFill>
                <a:latin typeface="Source Sans Pro" panose="020B0503030403020204" pitchFamily="34" charset="0"/>
                <a:ea typeface="+mn-ea"/>
                <a:cs typeface="+mn-cs"/>
              </a:rPr>
              <a:t>Cómo citar este documento:</a:t>
            </a:r>
            <a:br>
              <a:rPr lang="es-ES" sz="1100" b="1" dirty="0">
                <a:solidFill>
                  <a:srgbClr val="333333"/>
                </a:solidFill>
                <a:latin typeface="Source Sans Pro" panose="020B0503030403020204" pitchFamily="34" charset="0"/>
                <a:ea typeface="+mn-ea"/>
                <a:cs typeface="+mn-cs"/>
              </a:rPr>
            </a:br>
            <a:br>
              <a:rPr lang="es-ES"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Medidas de Tendencia Central. University of Applied Sciences St. Pölten (USTP). https://www.comixplain.cc</a:t>
            </a:r>
            <a:br>
              <a:rPr lang="es-ES" sz="1100" dirty="0">
                <a:solidFill>
                  <a:srgbClr val="333333"/>
                </a:solidFill>
                <a:latin typeface="Source Sans Pro" panose="020B0503030403020204" pitchFamily="34" charset="0"/>
                <a:ea typeface="+mn-ea"/>
                <a:cs typeface="+mn-cs"/>
              </a:rPr>
            </a:br>
            <a:br>
              <a:rPr lang="es-ES" sz="1100" b="1" dirty="0">
                <a:solidFill>
                  <a:srgbClr val="333333"/>
                </a:solidFill>
                <a:latin typeface="Source Sans Pro" panose="020B0503030403020204" pitchFamily="34" charset="0"/>
                <a:ea typeface="+mn-ea"/>
                <a:cs typeface="+mn-cs"/>
              </a:rPr>
            </a:br>
            <a:r>
              <a:rPr lang="es-ES" sz="1100" b="1" dirty="0">
                <a:solidFill>
                  <a:srgbClr val="333333"/>
                </a:solidFill>
                <a:latin typeface="Source Sans Pro" panose="020B0503030403020204" pitchFamily="34" charset="0"/>
                <a:ea typeface="+mn-ea"/>
                <a:cs typeface="+mn-cs"/>
              </a:rPr>
              <a:t>Este cómic fue adaptado de:</a:t>
            </a:r>
            <a:br>
              <a:rPr lang="es-ES" sz="1100" dirty="0">
                <a:solidFill>
                  <a:srgbClr val="333333"/>
                </a:solidFill>
                <a:latin typeface="Source Sans Pro" panose="020B0503030403020204" pitchFamily="34" charset="0"/>
                <a:ea typeface="+mn-ea"/>
                <a:cs typeface="+mn-cs"/>
              </a:rPr>
            </a:br>
            <a:br>
              <a:rPr lang="es-419" sz="1100" dirty="0">
                <a:solidFill>
                  <a:srgbClr val="333333"/>
                </a:solidFill>
                <a:latin typeface="Source Sans Pro" panose="020B0503030403020204" pitchFamily="34" charset="0"/>
                <a:ea typeface="+mn-ea"/>
                <a:cs typeface="+mn-cs"/>
              </a:rPr>
            </a:br>
            <a:r>
              <a:rPr lang="es-419" sz="1100" dirty="0">
                <a:solidFill>
                  <a:srgbClr val="333333"/>
                </a:solidFill>
                <a:latin typeface="Source Sans Pro" panose="020B0503030403020204" pitchFamily="34" charset="0"/>
                <a:ea typeface="+mn-ea"/>
                <a:cs typeface="+mn-cs"/>
              </a:rPr>
              <a:t>Medidas de Tendencia Central </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by</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Comixplain</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Team</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Victor-Adriel De-Jesus-Oliveira, Hsiang-Yun Wu, Christina Stoiber, Magdalena Boucher, and Alena Ertl,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with</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illustrations</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by</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Magdalena Boucher and Alena Ertl,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all</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employed</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by</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Sankt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Pölten</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University</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of</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Applied</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Sciences</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is</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licensed</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under</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es-419"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A4C1447-3C1F-45A8-A213-56C966138D6C}">
  <ds:schemaRefs>
    <ds:schemaRef ds:uri="http://purl.org/dc/dcmitype/"/>
    <ds:schemaRef ds:uri="http://purl.org/dc/terms/"/>
    <ds:schemaRef ds:uri="94bcf745-830c-42f4-885c-a1d7342e6e36"/>
    <ds:schemaRef ds:uri="http://schemas.microsoft.com/office/2006/metadata/properties"/>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da1b7603-f8b8-47c9-9682-dc6aa8e9acd7"/>
    <ds:schemaRef ds:uri="http://www.w3.org/XML/1998/namespace"/>
  </ds:schemaRefs>
</ds:datastoreItem>
</file>

<file path=customXml/itemProps2.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3.xml><?xml version="1.0" encoding="utf-8"?>
<ds:datastoreItem xmlns:ds="http://schemas.openxmlformats.org/officeDocument/2006/customXml" ds:itemID="{A61CD86E-5793-4233-AB25-E36C58D8FF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37</TotalTime>
  <Words>1901</Words>
  <Application>Microsoft Office PowerPoint</Application>
  <PresentationFormat>A4 Paper (210x297 mm)</PresentationFormat>
  <Paragraphs>303</Paragraphs>
  <Slides>11</Slides>
  <Notes>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Momopresentation Updated 2</vt:lpstr>
      <vt:lpstr>Calibri</vt:lpstr>
      <vt:lpstr>Segoe UI</vt:lpstr>
      <vt:lpstr>Arial</vt:lpstr>
      <vt:lpstr>KG Always A Good Time</vt:lpstr>
      <vt:lpstr>Source Sans Pro</vt:lpstr>
      <vt:lpstr>Pangolin</vt:lpstr>
      <vt:lpstr>Calibri Light</vt:lpstr>
      <vt:lpstr>Office</vt:lpstr>
      <vt:lpstr>Medidas de Tendencia Central</vt:lpstr>
      <vt:lpstr>PowerPoint Presentation</vt:lpstr>
      <vt:lpstr>1</vt:lpstr>
      <vt:lpstr>2</vt:lpstr>
      <vt:lpstr>3</vt:lpstr>
      <vt:lpstr>4</vt:lpstr>
      <vt:lpstr>5</vt:lpstr>
      <vt:lpstr>6</vt:lpstr>
      <vt:lpstr>7</vt:lpstr>
      <vt:lpstr>8</vt:lpstr>
      <vt:lpstr>Cómo citar este documento:  De-Jesus-Oliveira, V.-A., Boucher, M., Boucher, A., Wu, H.-Y., &amp; Stoiber, C. (2025). Medidas de Tendencia Central. University of Applied Sciences St. Pölten (USTP). https://www.comixplain.cc  Este cómic fue adaptado de:  Medidas de Tendencia Central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Medidas de Tendencia Central</dc:title>
  <dc:creator>Boucher Magdalena</dc:creator>
  <cp:lastModifiedBy>de-Jesus-Oliveira Victor-Adriel</cp:lastModifiedBy>
  <cp:revision>59</cp:revision>
  <dcterms:created xsi:type="dcterms:W3CDTF">2022-09-19T11:21:57Z</dcterms:created>
  <dcterms:modified xsi:type="dcterms:W3CDTF">2025-11-09T06:51:49Z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
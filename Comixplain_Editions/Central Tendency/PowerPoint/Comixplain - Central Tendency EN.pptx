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6" r:id="rId6"/>
    <p:sldId id="259" r:id="rId7"/>
    <p:sldId id="260" r:id="rId8"/>
    <p:sldId id="261" r:id="rId9"/>
    <p:sldId id="262" r:id="rId10"/>
    <p:sldId id="263" r:id="rId11"/>
    <p:sldId id="268" r:id="rId12"/>
    <p:sldId id="264" r:id="rId13"/>
    <p:sldId id="269" r:id="rId14"/>
    <p:sldId id="270" r:id="rId15"/>
    <p:sldId id="282" r:id="rId16"/>
    <p:sldId id="267" r:id="rId17"/>
  </p:sldIdLst>
  <p:sldSz cx="6858000" cy="9906000" type="A4"/>
  <p:notesSz cx="6858000" cy="9144000"/>
  <p:embeddedFontLst>
    <p:embeddedFont>
      <p:font typeface="Pangolin" panose="00000500000000000000" pitchFamily="2" charset="0"/>
      <p:regular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EEF7BF9-C479-48EC-8CB1-BBF355A7A12B}">
          <p14:sldIdLst>
            <p14:sldId id="285"/>
          </p14:sldIdLst>
        </p14:section>
        <p14:section name="Body" id="{867776CF-0948-4FFB-A8DD-875A28C04E22}">
          <p14:sldIdLst>
            <p14:sldId id="266"/>
            <p14:sldId id="259"/>
            <p14:sldId id="260"/>
            <p14:sldId id="261"/>
            <p14:sldId id="262"/>
            <p14:sldId id="263"/>
            <p14:sldId id="268"/>
            <p14:sldId id="264"/>
          </p14:sldIdLst>
        </p14:section>
        <p14:section name="Optional - R" id="{4774CB5F-3627-4980-B474-EE74BB6C67DB}">
          <p14:sldIdLst>
            <p14:sldId id="269"/>
            <p14:sldId id="270"/>
            <p14:sldId id="282"/>
          </p14:sldIdLst>
        </p14:section>
        <p14:section name="Sources" id="{B5C9727D-4248-47B1-85CD-21A431B8028F}">
          <p14:sldIdLst>
            <p14:sldId id="267"/>
          </p14:sldIdLst>
        </p14:section>
        <p14:section name="Personalized for Class" id="{9E182FCE-B333-4A3E-B688-16E7F6C7DB9A}">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1E0463-8F43-4422-8F9C-BB7FE2569275}" v="31" dt="2025-11-09T06:52:15.3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74" autoAdjust="0"/>
    <p:restoredTop sz="96374" autoAdjust="0"/>
  </p:normalViewPr>
  <p:slideViewPr>
    <p:cSldViewPr snapToGrid="0">
      <p:cViewPr varScale="1">
        <p:scale>
          <a:sx n="77" d="100"/>
          <a:sy n="77" d="100"/>
        </p:scale>
        <p:origin x="3150" y="10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2.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modSld">
      <pc:chgData name="de-Jesus-Oliveira Victor-Adriel" userId="a708fc36-3c1b-42ab-b5e9-2e1fa3c6605e" providerId="ADAL" clId="{39AA12F0-CB51-4D67-A3A6-7C3EC2C345CA}" dt="2025-11-09T06:52:50.661" v="81" actId="478"/>
      <pc:docMkLst>
        <pc:docMk/>
      </pc:docMkLst>
      <pc:sldChg chg="addSp delSp modSp mod">
        <pc:chgData name="de-Jesus-Oliveira Victor-Adriel" userId="a708fc36-3c1b-42ab-b5e9-2e1fa3c6605e" providerId="ADAL" clId="{39AA12F0-CB51-4D67-A3A6-7C3EC2C345CA}" dt="2025-11-09T06:52:50.661" v="81" actId="478"/>
        <pc:sldMkLst>
          <pc:docMk/>
          <pc:sldMk cId="1310685907" sldId="259"/>
        </pc:sldMkLst>
        <pc:grpChg chg="add del mod">
          <ac:chgData name="de-Jesus-Oliveira Victor-Adriel" userId="a708fc36-3c1b-42ab-b5e9-2e1fa3c6605e" providerId="ADAL" clId="{39AA12F0-CB51-4D67-A3A6-7C3EC2C345CA}" dt="2025-11-09T06:52:50.661" v="81" actId="478"/>
          <ac:grpSpMkLst>
            <pc:docMk/>
            <pc:sldMk cId="1310685907" sldId="259"/>
            <ac:grpSpMk id="4" creationId="{AC581009-38BF-B245-BDC6-6C2063C7B2BE}"/>
          </ac:grpSpMkLst>
        </pc:grpChg>
        <pc:grpChg chg="mod">
          <ac:chgData name="de-Jesus-Oliveira Victor-Adriel" userId="a708fc36-3c1b-42ab-b5e9-2e1fa3c6605e" providerId="ADAL" clId="{39AA12F0-CB51-4D67-A3A6-7C3EC2C345CA}" dt="2025-11-08T13:59:43.535" v="36"/>
          <ac:grpSpMkLst>
            <pc:docMk/>
            <pc:sldMk cId="1310685907" sldId="259"/>
            <ac:grpSpMk id="6" creationId="{65FC9D1F-6315-E870-2B5D-29A376A3291C}"/>
          </ac:grpSpMkLst>
        </pc:grpChg>
        <pc:grpChg chg="add mod">
          <ac:chgData name="de-Jesus-Oliveira Victor-Adriel" userId="a708fc36-3c1b-42ab-b5e9-2e1fa3c6605e" providerId="ADAL" clId="{39AA12F0-CB51-4D67-A3A6-7C3EC2C345CA}" dt="2025-11-09T06:52:03.100" v="62"/>
          <ac:grpSpMkLst>
            <pc:docMk/>
            <pc:sldMk cId="1310685907" sldId="259"/>
            <ac:grpSpMk id="13" creationId="{F5BC8CDC-D5BD-FEEF-616D-CA3DBA480B27}"/>
          </ac:grpSpMkLst>
        </pc:grpChg>
        <pc:grpChg chg="mod">
          <ac:chgData name="de-Jesus-Oliveira Victor-Adriel" userId="a708fc36-3c1b-42ab-b5e9-2e1fa3c6605e" providerId="ADAL" clId="{39AA12F0-CB51-4D67-A3A6-7C3EC2C345CA}" dt="2025-11-09T06:52:03.100" v="62"/>
          <ac:grpSpMkLst>
            <pc:docMk/>
            <pc:sldMk cId="1310685907" sldId="259"/>
            <ac:grpSpMk id="27" creationId="{94FCF8BF-3504-4C39-BFAC-8263B863BB35}"/>
          </ac:grpSpMkLst>
        </pc:grpChg>
        <pc:picChg chg="mod">
          <ac:chgData name="de-Jesus-Oliveira Victor-Adriel" userId="a708fc36-3c1b-42ab-b5e9-2e1fa3c6605e" providerId="ADAL" clId="{39AA12F0-CB51-4D67-A3A6-7C3EC2C345CA}" dt="2025-11-08T13:59:43.535" v="36"/>
          <ac:picMkLst>
            <pc:docMk/>
            <pc:sldMk cId="1310685907" sldId="259"/>
            <ac:picMk id="5" creationId="{4EB4C1C6-D85D-8806-1A73-056B2A669C9A}"/>
          </ac:picMkLst>
        </pc:picChg>
        <pc:picChg chg="mod">
          <ac:chgData name="de-Jesus-Oliveira Victor-Adriel" userId="a708fc36-3c1b-42ab-b5e9-2e1fa3c6605e" providerId="ADAL" clId="{39AA12F0-CB51-4D67-A3A6-7C3EC2C345CA}" dt="2025-11-08T13:59:43.535" v="36"/>
          <ac:picMkLst>
            <pc:docMk/>
            <pc:sldMk cId="1310685907" sldId="259"/>
            <ac:picMk id="8" creationId="{B8D5A02B-6853-E356-26FB-57EFD969A45F}"/>
          </ac:picMkLst>
        </pc:picChg>
        <pc:picChg chg="mod">
          <ac:chgData name="de-Jesus-Oliveira Victor-Adriel" userId="a708fc36-3c1b-42ab-b5e9-2e1fa3c6605e" providerId="ADAL" clId="{39AA12F0-CB51-4D67-A3A6-7C3EC2C345CA}" dt="2025-11-08T13:59:43.535" v="36"/>
          <ac:picMkLst>
            <pc:docMk/>
            <pc:sldMk cId="1310685907" sldId="259"/>
            <ac:picMk id="9" creationId="{C4377DFC-C472-3A90-E5FA-66052DAD462B}"/>
          </ac:picMkLst>
        </pc:picChg>
        <pc:picChg chg="mod">
          <ac:chgData name="de-Jesus-Oliveira Victor-Adriel" userId="a708fc36-3c1b-42ab-b5e9-2e1fa3c6605e" providerId="ADAL" clId="{39AA12F0-CB51-4D67-A3A6-7C3EC2C345CA}" dt="2025-11-08T13:59:43.535" v="36"/>
          <ac:picMkLst>
            <pc:docMk/>
            <pc:sldMk cId="1310685907" sldId="259"/>
            <ac:picMk id="11" creationId="{09416577-FD01-256D-3B79-C02951910E0F}"/>
          </ac:picMkLst>
        </pc:picChg>
        <pc:picChg chg="mod">
          <ac:chgData name="de-Jesus-Oliveira Victor-Adriel" userId="a708fc36-3c1b-42ab-b5e9-2e1fa3c6605e" providerId="ADAL" clId="{39AA12F0-CB51-4D67-A3A6-7C3EC2C345CA}" dt="2025-11-09T06:52:03.100" v="62"/>
          <ac:picMkLst>
            <pc:docMk/>
            <pc:sldMk cId="1310685907" sldId="259"/>
            <ac:picMk id="17" creationId="{714D3AA0-26C3-43E2-1D11-51246336C397}"/>
          </ac:picMkLst>
        </pc:picChg>
        <pc:picChg chg="mod">
          <ac:chgData name="de-Jesus-Oliveira Victor-Adriel" userId="a708fc36-3c1b-42ab-b5e9-2e1fa3c6605e" providerId="ADAL" clId="{39AA12F0-CB51-4D67-A3A6-7C3EC2C345CA}" dt="2025-11-09T06:52:03.100" v="62"/>
          <ac:picMkLst>
            <pc:docMk/>
            <pc:sldMk cId="1310685907" sldId="259"/>
            <ac:picMk id="28" creationId="{7CB689A8-0BE7-3791-E62A-5AEA646E6245}"/>
          </ac:picMkLst>
        </pc:picChg>
        <pc:picChg chg="mod">
          <ac:chgData name="de-Jesus-Oliveira Victor-Adriel" userId="a708fc36-3c1b-42ab-b5e9-2e1fa3c6605e" providerId="ADAL" clId="{39AA12F0-CB51-4D67-A3A6-7C3EC2C345CA}" dt="2025-11-09T06:52:03.100" v="62"/>
          <ac:picMkLst>
            <pc:docMk/>
            <pc:sldMk cId="1310685907" sldId="259"/>
            <ac:picMk id="51" creationId="{082B1FC8-EF3F-EF64-ED38-FBC8117B3C6B}"/>
          </ac:picMkLst>
        </pc:picChg>
        <pc:picChg chg="mod">
          <ac:chgData name="de-Jesus-Oliveira Victor-Adriel" userId="a708fc36-3c1b-42ab-b5e9-2e1fa3c6605e" providerId="ADAL" clId="{39AA12F0-CB51-4D67-A3A6-7C3EC2C345CA}" dt="2025-11-09T06:52:03.100" v="62"/>
          <ac:picMkLst>
            <pc:docMk/>
            <pc:sldMk cId="1310685907" sldId="259"/>
            <ac:picMk id="52" creationId="{A782F9F6-F2C9-AD6F-7CCF-B9276443639C}"/>
          </ac:picMkLst>
        </pc:picChg>
      </pc:sldChg>
      <pc:sldChg chg="addSp delSp modSp mod">
        <pc:chgData name="de-Jesus-Oliveira Victor-Adriel" userId="a708fc36-3c1b-42ab-b5e9-2e1fa3c6605e" providerId="ADAL" clId="{39AA12F0-CB51-4D67-A3A6-7C3EC2C345CA}" dt="2025-11-09T06:52:47.747" v="80" actId="478"/>
        <pc:sldMkLst>
          <pc:docMk/>
          <pc:sldMk cId="2321304525" sldId="260"/>
        </pc:sldMkLst>
        <pc:grpChg chg="add del mod">
          <ac:chgData name="de-Jesus-Oliveira Victor-Adriel" userId="a708fc36-3c1b-42ab-b5e9-2e1fa3c6605e" providerId="ADAL" clId="{39AA12F0-CB51-4D67-A3A6-7C3EC2C345CA}" dt="2025-11-09T06:52:47.747" v="80" actId="478"/>
          <ac:grpSpMkLst>
            <pc:docMk/>
            <pc:sldMk cId="2321304525" sldId="260"/>
            <ac:grpSpMk id="8" creationId="{55EE85D9-03A4-38CA-9DD0-5348A08757C3}"/>
          </ac:grpSpMkLst>
        </pc:grpChg>
        <pc:grpChg chg="mod">
          <ac:chgData name="de-Jesus-Oliveira Victor-Adriel" userId="a708fc36-3c1b-42ab-b5e9-2e1fa3c6605e" providerId="ADAL" clId="{39AA12F0-CB51-4D67-A3A6-7C3EC2C345CA}" dt="2025-11-08T14:00:07.136" v="43"/>
          <ac:grpSpMkLst>
            <pc:docMk/>
            <pc:sldMk cId="2321304525" sldId="260"/>
            <ac:grpSpMk id="14" creationId="{710293FC-1F53-8AF8-F815-51A91184A20F}"/>
          </ac:grpSpMkLst>
        </pc:grpChg>
        <pc:grpChg chg="add mod">
          <ac:chgData name="de-Jesus-Oliveira Victor-Adriel" userId="a708fc36-3c1b-42ab-b5e9-2e1fa3c6605e" providerId="ADAL" clId="{39AA12F0-CB51-4D67-A3A6-7C3EC2C345CA}" dt="2025-11-09T06:52:04.839" v="63"/>
          <ac:grpSpMkLst>
            <pc:docMk/>
            <pc:sldMk cId="2321304525" sldId="260"/>
            <ac:grpSpMk id="38" creationId="{AB603755-C360-6AFD-38FC-8B0CCE1C18E1}"/>
          </ac:grpSpMkLst>
        </pc:grpChg>
        <pc:grpChg chg="mod">
          <ac:chgData name="de-Jesus-Oliveira Victor-Adriel" userId="a708fc36-3c1b-42ab-b5e9-2e1fa3c6605e" providerId="ADAL" clId="{39AA12F0-CB51-4D67-A3A6-7C3EC2C345CA}" dt="2025-11-09T06:52:04.839" v="63"/>
          <ac:grpSpMkLst>
            <pc:docMk/>
            <pc:sldMk cId="2321304525" sldId="260"/>
            <ac:grpSpMk id="40" creationId="{FA7F3565-965A-FD29-B04A-6370020B6F24}"/>
          </ac:grpSpMkLst>
        </pc:grpChg>
        <pc:picChg chg="mod">
          <ac:chgData name="de-Jesus-Oliveira Victor-Adriel" userId="a708fc36-3c1b-42ab-b5e9-2e1fa3c6605e" providerId="ADAL" clId="{39AA12F0-CB51-4D67-A3A6-7C3EC2C345CA}" dt="2025-11-08T14:00:07.136" v="43"/>
          <ac:picMkLst>
            <pc:docMk/>
            <pc:sldMk cId="2321304525" sldId="260"/>
            <ac:picMk id="12" creationId="{8CA97ECD-50B9-2356-0527-4599D86ACD7E}"/>
          </ac:picMkLst>
        </pc:picChg>
        <pc:picChg chg="mod">
          <ac:chgData name="de-Jesus-Oliveira Victor-Adriel" userId="a708fc36-3c1b-42ab-b5e9-2e1fa3c6605e" providerId="ADAL" clId="{39AA12F0-CB51-4D67-A3A6-7C3EC2C345CA}" dt="2025-11-08T14:00:07.136" v="43"/>
          <ac:picMkLst>
            <pc:docMk/>
            <pc:sldMk cId="2321304525" sldId="260"/>
            <ac:picMk id="19" creationId="{28774355-64FD-CE63-DEF3-A11322C18F03}"/>
          </ac:picMkLst>
        </pc:picChg>
        <pc:picChg chg="mod">
          <ac:chgData name="de-Jesus-Oliveira Victor-Adriel" userId="a708fc36-3c1b-42ab-b5e9-2e1fa3c6605e" providerId="ADAL" clId="{39AA12F0-CB51-4D67-A3A6-7C3EC2C345CA}" dt="2025-11-08T14:00:07.136" v="43"/>
          <ac:picMkLst>
            <pc:docMk/>
            <pc:sldMk cId="2321304525" sldId="260"/>
            <ac:picMk id="36" creationId="{C392480C-281C-BFC6-C9B2-E5D1D9788E74}"/>
          </ac:picMkLst>
        </pc:picChg>
        <pc:picChg chg="mod">
          <ac:chgData name="de-Jesus-Oliveira Victor-Adriel" userId="a708fc36-3c1b-42ab-b5e9-2e1fa3c6605e" providerId="ADAL" clId="{39AA12F0-CB51-4D67-A3A6-7C3EC2C345CA}" dt="2025-11-08T14:00:07.136" v="43"/>
          <ac:picMkLst>
            <pc:docMk/>
            <pc:sldMk cId="2321304525" sldId="260"/>
            <ac:picMk id="37" creationId="{F15C7549-589F-B78A-5E7D-5DCE4FA69B65}"/>
          </ac:picMkLst>
        </pc:picChg>
        <pc:picChg chg="mod">
          <ac:chgData name="de-Jesus-Oliveira Victor-Adriel" userId="a708fc36-3c1b-42ab-b5e9-2e1fa3c6605e" providerId="ADAL" clId="{39AA12F0-CB51-4D67-A3A6-7C3EC2C345CA}" dt="2025-11-09T06:52:04.839" v="63"/>
          <ac:picMkLst>
            <pc:docMk/>
            <pc:sldMk cId="2321304525" sldId="260"/>
            <ac:picMk id="39" creationId="{01364687-F332-15DC-4E1C-44385BD0284C}"/>
          </ac:picMkLst>
        </pc:picChg>
        <pc:picChg chg="mod">
          <ac:chgData name="de-Jesus-Oliveira Victor-Adriel" userId="a708fc36-3c1b-42ab-b5e9-2e1fa3c6605e" providerId="ADAL" clId="{39AA12F0-CB51-4D67-A3A6-7C3EC2C345CA}" dt="2025-11-09T06:52:04.839" v="63"/>
          <ac:picMkLst>
            <pc:docMk/>
            <pc:sldMk cId="2321304525" sldId="260"/>
            <ac:picMk id="41" creationId="{C0BB8FDF-5A8F-0373-34A5-7F2337D56E97}"/>
          </ac:picMkLst>
        </pc:picChg>
        <pc:picChg chg="mod">
          <ac:chgData name="de-Jesus-Oliveira Victor-Adriel" userId="a708fc36-3c1b-42ab-b5e9-2e1fa3c6605e" providerId="ADAL" clId="{39AA12F0-CB51-4D67-A3A6-7C3EC2C345CA}" dt="2025-11-09T06:52:04.839" v="63"/>
          <ac:picMkLst>
            <pc:docMk/>
            <pc:sldMk cId="2321304525" sldId="260"/>
            <ac:picMk id="42" creationId="{1D3D9E11-E205-460A-5D5E-E47F8101CDF1}"/>
          </ac:picMkLst>
        </pc:picChg>
        <pc:picChg chg="mod">
          <ac:chgData name="de-Jesus-Oliveira Victor-Adriel" userId="a708fc36-3c1b-42ab-b5e9-2e1fa3c6605e" providerId="ADAL" clId="{39AA12F0-CB51-4D67-A3A6-7C3EC2C345CA}" dt="2025-11-09T06:52:04.839" v="63"/>
          <ac:picMkLst>
            <pc:docMk/>
            <pc:sldMk cId="2321304525" sldId="260"/>
            <ac:picMk id="43" creationId="{D0883682-0E4A-0456-A653-B54073C7C49D}"/>
          </ac:picMkLst>
        </pc:picChg>
      </pc:sldChg>
      <pc:sldChg chg="addSp delSp modSp mod">
        <pc:chgData name="de-Jesus-Oliveira Victor-Adriel" userId="a708fc36-3c1b-42ab-b5e9-2e1fa3c6605e" providerId="ADAL" clId="{39AA12F0-CB51-4D67-A3A6-7C3EC2C345CA}" dt="2025-11-09T06:52:45.349" v="79" actId="478"/>
        <pc:sldMkLst>
          <pc:docMk/>
          <pc:sldMk cId="3895346216" sldId="261"/>
        </pc:sldMkLst>
        <pc:grpChg chg="add del mod">
          <ac:chgData name="de-Jesus-Oliveira Victor-Adriel" userId="a708fc36-3c1b-42ab-b5e9-2e1fa3c6605e" providerId="ADAL" clId="{39AA12F0-CB51-4D67-A3A6-7C3EC2C345CA}" dt="2025-11-09T06:52:45.349" v="79" actId="478"/>
          <ac:grpSpMkLst>
            <pc:docMk/>
            <pc:sldMk cId="3895346216" sldId="261"/>
            <ac:grpSpMk id="13" creationId="{2ACE040A-03F9-0A25-1DA6-3EFE827D0CC5}"/>
          </ac:grpSpMkLst>
        </pc:grpChg>
        <pc:grpChg chg="mod">
          <ac:chgData name="de-Jesus-Oliveira Victor-Adriel" userId="a708fc36-3c1b-42ab-b5e9-2e1fa3c6605e" providerId="ADAL" clId="{39AA12F0-CB51-4D67-A3A6-7C3EC2C345CA}" dt="2025-11-08T14:00:11.181" v="44"/>
          <ac:grpSpMkLst>
            <pc:docMk/>
            <pc:sldMk cId="3895346216" sldId="261"/>
            <ac:grpSpMk id="15" creationId="{D2253D37-70A4-C9AF-2653-9EDED791D765}"/>
          </ac:grpSpMkLst>
        </pc:grpChg>
        <pc:grpChg chg="add mod">
          <ac:chgData name="de-Jesus-Oliveira Victor-Adriel" userId="a708fc36-3c1b-42ab-b5e9-2e1fa3c6605e" providerId="ADAL" clId="{39AA12F0-CB51-4D67-A3A6-7C3EC2C345CA}" dt="2025-11-09T06:52:06.004" v="64"/>
          <ac:grpSpMkLst>
            <pc:docMk/>
            <pc:sldMk cId="3895346216" sldId="261"/>
            <ac:grpSpMk id="39" creationId="{336350EB-7A39-1965-32F7-A3F79883450D}"/>
          </ac:grpSpMkLst>
        </pc:grpChg>
        <pc:grpChg chg="mod">
          <ac:chgData name="de-Jesus-Oliveira Victor-Adriel" userId="a708fc36-3c1b-42ab-b5e9-2e1fa3c6605e" providerId="ADAL" clId="{39AA12F0-CB51-4D67-A3A6-7C3EC2C345CA}" dt="2025-11-09T06:52:06.004" v="64"/>
          <ac:grpSpMkLst>
            <pc:docMk/>
            <pc:sldMk cId="3895346216" sldId="261"/>
            <ac:grpSpMk id="41" creationId="{300E0158-4C20-3D96-FE8C-FCE8FFFDC1ED}"/>
          </ac:grpSpMkLst>
        </pc:grpChg>
        <pc:picChg chg="mod">
          <ac:chgData name="de-Jesus-Oliveira Victor-Adriel" userId="a708fc36-3c1b-42ab-b5e9-2e1fa3c6605e" providerId="ADAL" clId="{39AA12F0-CB51-4D67-A3A6-7C3EC2C345CA}" dt="2025-11-08T14:00:11.181" v="44"/>
          <ac:picMkLst>
            <pc:docMk/>
            <pc:sldMk cId="3895346216" sldId="261"/>
            <ac:picMk id="14" creationId="{FCC0239C-8084-A0F2-4138-87E3F29DBE58}"/>
          </ac:picMkLst>
        </pc:picChg>
        <pc:picChg chg="mod">
          <ac:chgData name="de-Jesus-Oliveira Victor-Adriel" userId="a708fc36-3c1b-42ab-b5e9-2e1fa3c6605e" providerId="ADAL" clId="{39AA12F0-CB51-4D67-A3A6-7C3EC2C345CA}" dt="2025-11-08T14:00:11.181" v="44"/>
          <ac:picMkLst>
            <pc:docMk/>
            <pc:sldMk cId="3895346216" sldId="261"/>
            <ac:picMk id="17" creationId="{0D3C9DF9-7974-56E0-2530-57D90E15BE98}"/>
          </ac:picMkLst>
        </pc:picChg>
        <pc:picChg chg="mod">
          <ac:chgData name="de-Jesus-Oliveira Victor-Adriel" userId="a708fc36-3c1b-42ab-b5e9-2e1fa3c6605e" providerId="ADAL" clId="{39AA12F0-CB51-4D67-A3A6-7C3EC2C345CA}" dt="2025-11-08T14:00:11.181" v="44"/>
          <ac:picMkLst>
            <pc:docMk/>
            <pc:sldMk cId="3895346216" sldId="261"/>
            <ac:picMk id="18" creationId="{3559A47D-CDB6-185B-D2AD-556AE60B0A7B}"/>
          </ac:picMkLst>
        </pc:picChg>
        <pc:picChg chg="mod">
          <ac:chgData name="de-Jesus-Oliveira Victor-Adriel" userId="a708fc36-3c1b-42ab-b5e9-2e1fa3c6605e" providerId="ADAL" clId="{39AA12F0-CB51-4D67-A3A6-7C3EC2C345CA}" dt="2025-11-08T14:00:11.181" v="44"/>
          <ac:picMkLst>
            <pc:docMk/>
            <pc:sldMk cId="3895346216" sldId="261"/>
            <ac:picMk id="19" creationId="{2E9CD11E-4C0E-0740-077A-C9353A847E0D}"/>
          </ac:picMkLst>
        </pc:picChg>
        <pc:picChg chg="mod">
          <ac:chgData name="de-Jesus-Oliveira Victor-Adriel" userId="a708fc36-3c1b-42ab-b5e9-2e1fa3c6605e" providerId="ADAL" clId="{39AA12F0-CB51-4D67-A3A6-7C3EC2C345CA}" dt="2025-11-09T06:52:06.004" v="64"/>
          <ac:picMkLst>
            <pc:docMk/>
            <pc:sldMk cId="3895346216" sldId="261"/>
            <ac:picMk id="40" creationId="{CA3BBB3C-58D7-6391-E4EF-F34485055BCA}"/>
          </ac:picMkLst>
        </pc:picChg>
        <pc:picChg chg="mod">
          <ac:chgData name="de-Jesus-Oliveira Victor-Adriel" userId="a708fc36-3c1b-42ab-b5e9-2e1fa3c6605e" providerId="ADAL" clId="{39AA12F0-CB51-4D67-A3A6-7C3EC2C345CA}" dt="2025-11-09T06:52:06.004" v="64"/>
          <ac:picMkLst>
            <pc:docMk/>
            <pc:sldMk cId="3895346216" sldId="261"/>
            <ac:picMk id="42" creationId="{E91FFE90-8851-ED7D-A469-54C4DB837616}"/>
          </ac:picMkLst>
        </pc:picChg>
        <pc:picChg chg="mod">
          <ac:chgData name="de-Jesus-Oliveira Victor-Adriel" userId="a708fc36-3c1b-42ab-b5e9-2e1fa3c6605e" providerId="ADAL" clId="{39AA12F0-CB51-4D67-A3A6-7C3EC2C345CA}" dt="2025-11-09T06:52:06.004" v="64"/>
          <ac:picMkLst>
            <pc:docMk/>
            <pc:sldMk cId="3895346216" sldId="261"/>
            <ac:picMk id="43" creationId="{6C477EC8-8AFB-3F31-2F42-D63B30581636}"/>
          </ac:picMkLst>
        </pc:picChg>
        <pc:picChg chg="mod">
          <ac:chgData name="de-Jesus-Oliveira Victor-Adriel" userId="a708fc36-3c1b-42ab-b5e9-2e1fa3c6605e" providerId="ADAL" clId="{39AA12F0-CB51-4D67-A3A6-7C3EC2C345CA}" dt="2025-11-09T06:52:06.004" v="64"/>
          <ac:picMkLst>
            <pc:docMk/>
            <pc:sldMk cId="3895346216" sldId="261"/>
            <ac:picMk id="44" creationId="{5255DD2E-B603-D67E-5B16-CC73C18CD0F0}"/>
          </ac:picMkLst>
        </pc:picChg>
      </pc:sldChg>
      <pc:sldChg chg="addSp delSp modSp mod">
        <pc:chgData name="de-Jesus-Oliveira Victor-Adriel" userId="a708fc36-3c1b-42ab-b5e9-2e1fa3c6605e" providerId="ADAL" clId="{39AA12F0-CB51-4D67-A3A6-7C3EC2C345CA}" dt="2025-11-09T06:52:42.271" v="78" actId="478"/>
        <pc:sldMkLst>
          <pc:docMk/>
          <pc:sldMk cId="2379314157" sldId="262"/>
        </pc:sldMkLst>
        <pc:grpChg chg="add del mod">
          <ac:chgData name="de-Jesus-Oliveira Victor-Adriel" userId="a708fc36-3c1b-42ab-b5e9-2e1fa3c6605e" providerId="ADAL" clId="{39AA12F0-CB51-4D67-A3A6-7C3EC2C345CA}" dt="2025-11-09T06:52:42.271" v="78" actId="478"/>
          <ac:grpSpMkLst>
            <pc:docMk/>
            <pc:sldMk cId="2379314157" sldId="262"/>
            <ac:grpSpMk id="8" creationId="{D8652AFB-2A98-96ED-799C-7CD3A80E7ADB}"/>
          </ac:grpSpMkLst>
        </pc:grpChg>
        <pc:grpChg chg="mod">
          <ac:chgData name="de-Jesus-Oliveira Victor-Adriel" userId="a708fc36-3c1b-42ab-b5e9-2e1fa3c6605e" providerId="ADAL" clId="{39AA12F0-CB51-4D67-A3A6-7C3EC2C345CA}" dt="2025-11-08T14:00:14.760" v="45"/>
          <ac:grpSpMkLst>
            <pc:docMk/>
            <pc:sldMk cId="2379314157" sldId="262"/>
            <ac:grpSpMk id="13" creationId="{7370E8D8-CA09-5FEA-C550-EE13A2691136}"/>
          </ac:grpSpMkLst>
        </pc:grpChg>
        <pc:grpChg chg="add mod">
          <ac:chgData name="de-Jesus-Oliveira Victor-Adriel" userId="a708fc36-3c1b-42ab-b5e9-2e1fa3c6605e" providerId="ADAL" clId="{39AA12F0-CB51-4D67-A3A6-7C3EC2C345CA}" dt="2025-11-09T06:52:07.215" v="65"/>
          <ac:grpSpMkLst>
            <pc:docMk/>
            <pc:sldMk cId="2379314157" sldId="262"/>
            <ac:grpSpMk id="86" creationId="{5C04452F-F2DB-6ABA-8D80-2B33A5E5908E}"/>
          </ac:grpSpMkLst>
        </pc:grpChg>
        <pc:grpChg chg="mod">
          <ac:chgData name="de-Jesus-Oliveira Victor-Adriel" userId="a708fc36-3c1b-42ab-b5e9-2e1fa3c6605e" providerId="ADAL" clId="{39AA12F0-CB51-4D67-A3A6-7C3EC2C345CA}" dt="2025-11-09T06:52:07.215" v="65"/>
          <ac:grpSpMkLst>
            <pc:docMk/>
            <pc:sldMk cId="2379314157" sldId="262"/>
            <ac:grpSpMk id="92" creationId="{46DDD0FF-D33F-E0BF-1C69-502DD961C286}"/>
          </ac:grpSpMkLst>
        </pc:grpChg>
        <pc:picChg chg="mod">
          <ac:chgData name="de-Jesus-Oliveira Victor-Adriel" userId="a708fc36-3c1b-42ab-b5e9-2e1fa3c6605e" providerId="ADAL" clId="{39AA12F0-CB51-4D67-A3A6-7C3EC2C345CA}" dt="2025-11-08T14:00:14.760" v="45"/>
          <ac:picMkLst>
            <pc:docMk/>
            <pc:sldMk cId="2379314157" sldId="262"/>
            <ac:picMk id="12" creationId="{93F96B91-DAD7-28F8-179C-2F4C63FA8A52}"/>
          </ac:picMkLst>
        </pc:picChg>
        <pc:picChg chg="mod">
          <ac:chgData name="de-Jesus-Oliveira Victor-Adriel" userId="a708fc36-3c1b-42ab-b5e9-2e1fa3c6605e" providerId="ADAL" clId="{39AA12F0-CB51-4D67-A3A6-7C3EC2C345CA}" dt="2025-11-08T14:00:14.760" v="45"/>
          <ac:picMkLst>
            <pc:docMk/>
            <pc:sldMk cId="2379314157" sldId="262"/>
            <ac:picMk id="17" creationId="{9A80F822-C16C-3807-DECB-CBF748D1B397}"/>
          </ac:picMkLst>
        </pc:picChg>
        <pc:picChg chg="mod">
          <ac:chgData name="de-Jesus-Oliveira Victor-Adriel" userId="a708fc36-3c1b-42ab-b5e9-2e1fa3c6605e" providerId="ADAL" clId="{39AA12F0-CB51-4D67-A3A6-7C3EC2C345CA}" dt="2025-11-08T14:00:14.760" v="45"/>
          <ac:picMkLst>
            <pc:docMk/>
            <pc:sldMk cId="2379314157" sldId="262"/>
            <ac:picMk id="71" creationId="{6A9919E3-67E0-42CE-6578-05047B9B1594}"/>
          </ac:picMkLst>
        </pc:picChg>
        <pc:picChg chg="mod">
          <ac:chgData name="de-Jesus-Oliveira Victor-Adriel" userId="a708fc36-3c1b-42ab-b5e9-2e1fa3c6605e" providerId="ADAL" clId="{39AA12F0-CB51-4D67-A3A6-7C3EC2C345CA}" dt="2025-11-08T14:00:14.760" v="45"/>
          <ac:picMkLst>
            <pc:docMk/>
            <pc:sldMk cId="2379314157" sldId="262"/>
            <ac:picMk id="75" creationId="{7A54B2B1-AD13-E761-0286-2D24FB4F1DCF}"/>
          </ac:picMkLst>
        </pc:picChg>
        <pc:picChg chg="mod">
          <ac:chgData name="de-Jesus-Oliveira Victor-Adriel" userId="a708fc36-3c1b-42ab-b5e9-2e1fa3c6605e" providerId="ADAL" clId="{39AA12F0-CB51-4D67-A3A6-7C3EC2C345CA}" dt="2025-11-09T06:52:07.215" v="65"/>
          <ac:picMkLst>
            <pc:docMk/>
            <pc:sldMk cId="2379314157" sldId="262"/>
            <ac:picMk id="91" creationId="{9765C82C-185B-E484-31F9-6289B4DE8965}"/>
          </ac:picMkLst>
        </pc:picChg>
        <pc:picChg chg="mod">
          <ac:chgData name="de-Jesus-Oliveira Victor-Adriel" userId="a708fc36-3c1b-42ab-b5e9-2e1fa3c6605e" providerId="ADAL" clId="{39AA12F0-CB51-4D67-A3A6-7C3EC2C345CA}" dt="2025-11-09T06:52:07.215" v="65"/>
          <ac:picMkLst>
            <pc:docMk/>
            <pc:sldMk cId="2379314157" sldId="262"/>
            <ac:picMk id="93" creationId="{0D2225EC-C942-60D4-D090-15E7283E7CE2}"/>
          </ac:picMkLst>
        </pc:picChg>
        <pc:picChg chg="mod">
          <ac:chgData name="de-Jesus-Oliveira Victor-Adriel" userId="a708fc36-3c1b-42ab-b5e9-2e1fa3c6605e" providerId="ADAL" clId="{39AA12F0-CB51-4D67-A3A6-7C3EC2C345CA}" dt="2025-11-09T06:52:07.215" v="65"/>
          <ac:picMkLst>
            <pc:docMk/>
            <pc:sldMk cId="2379314157" sldId="262"/>
            <ac:picMk id="94" creationId="{20467939-25CC-E74F-E745-7DE8F8F83D8B}"/>
          </ac:picMkLst>
        </pc:picChg>
        <pc:picChg chg="mod">
          <ac:chgData name="de-Jesus-Oliveira Victor-Adriel" userId="a708fc36-3c1b-42ab-b5e9-2e1fa3c6605e" providerId="ADAL" clId="{39AA12F0-CB51-4D67-A3A6-7C3EC2C345CA}" dt="2025-11-09T06:52:07.215" v="65"/>
          <ac:picMkLst>
            <pc:docMk/>
            <pc:sldMk cId="2379314157" sldId="262"/>
            <ac:picMk id="95" creationId="{198DE29F-31C3-69EF-235E-33D7ACEC36FA}"/>
          </ac:picMkLst>
        </pc:picChg>
      </pc:sldChg>
      <pc:sldChg chg="addSp delSp modSp mod">
        <pc:chgData name="de-Jesus-Oliveira Victor-Adriel" userId="a708fc36-3c1b-42ab-b5e9-2e1fa3c6605e" providerId="ADAL" clId="{39AA12F0-CB51-4D67-A3A6-7C3EC2C345CA}" dt="2025-11-09T06:52:38.649" v="77" actId="478"/>
        <pc:sldMkLst>
          <pc:docMk/>
          <pc:sldMk cId="360291344" sldId="263"/>
        </pc:sldMkLst>
        <pc:grpChg chg="add del mod ord">
          <ac:chgData name="de-Jesus-Oliveira Victor-Adriel" userId="a708fc36-3c1b-42ab-b5e9-2e1fa3c6605e" providerId="ADAL" clId="{39AA12F0-CB51-4D67-A3A6-7C3EC2C345CA}" dt="2025-11-09T06:52:38.649" v="77" actId="478"/>
          <ac:grpSpMkLst>
            <pc:docMk/>
            <pc:sldMk cId="360291344" sldId="263"/>
            <ac:grpSpMk id="7" creationId="{88D4C0A9-D0B3-7AEA-C7FD-CF7332B08A73}"/>
          </ac:grpSpMkLst>
        </pc:grpChg>
        <pc:grpChg chg="mod">
          <ac:chgData name="de-Jesus-Oliveira Victor-Adriel" userId="a708fc36-3c1b-42ab-b5e9-2e1fa3c6605e" providerId="ADAL" clId="{39AA12F0-CB51-4D67-A3A6-7C3EC2C345CA}" dt="2025-11-08T14:00:18.044" v="46"/>
          <ac:grpSpMkLst>
            <pc:docMk/>
            <pc:sldMk cId="360291344" sldId="263"/>
            <ac:grpSpMk id="9" creationId="{967FDF9A-9472-F941-42F0-AA0CB90C29F1}"/>
          </ac:grpSpMkLst>
        </pc:grpChg>
        <pc:grpChg chg="add mod">
          <ac:chgData name="de-Jesus-Oliveira Victor-Adriel" userId="a708fc36-3c1b-42ab-b5e9-2e1fa3c6605e" providerId="ADAL" clId="{39AA12F0-CB51-4D67-A3A6-7C3EC2C345CA}" dt="2025-11-09T06:52:08.414" v="66"/>
          <ac:grpSpMkLst>
            <pc:docMk/>
            <pc:sldMk cId="360291344" sldId="263"/>
            <ac:grpSpMk id="13" creationId="{F02A0641-1A7A-8CC6-FB58-828F8BAAAF6F}"/>
          </ac:grpSpMkLst>
        </pc:grpChg>
        <pc:grpChg chg="mod">
          <ac:chgData name="de-Jesus-Oliveira Victor-Adriel" userId="a708fc36-3c1b-42ab-b5e9-2e1fa3c6605e" providerId="ADAL" clId="{39AA12F0-CB51-4D67-A3A6-7C3EC2C345CA}" dt="2025-11-09T06:52:08.414" v="66"/>
          <ac:grpSpMkLst>
            <pc:docMk/>
            <pc:sldMk cId="360291344" sldId="263"/>
            <ac:grpSpMk id="15" creationId="{04AE10BA-8510-B7FD-D808-776055B29A1B}"/>
          </ac:grpSpMkLst>
        </pc:grpChg>
        <pc:picChg chg="mod">
          <ac:chgData name="de-Jesus-Oliveira Victor-Adriel" userId="a708fc36-3c1b-42ab-b5e9-2e1fa3c6605e" providerId="ADAL" clId="{39AA12F0-CB51-4D67-A3A6-7C3EC2C345CA}" dt="2025-11-08T14:00:18.044" v="46"/>
          <ac:picMkLst>
            <pc:docMk/>
            <pc:sldMk cId="360291344" sldId="263"/>
            <ac:picMk id="8" creationId="{C6CCF13B-5996-67CE-4124-3CB7656C0E86}"/>
          </ac:picMkLst>
        </pc:picChg>
        <pc:picChg chg="mod">
          <ac:chgData name="de-Jesus-Oliveira Victor-Adriel" userId="a708fc36-3c1b-42ab-b5e9-2e1fa3c6605e" providerId="ADAL" clId="{39AA12F0-CB51-4D67-A3A6-7C3EC2C345CA}" dt="2025-11-08T14:00:18.044" v="46"/>
          <ac:picMkLst>
            <pc:docMk/>
            <pc:sldMk cId="360291344" sldId="263"/>
            <ac:picMk id="10" creationId="{F5F72810-AC9B-2079-FF10-1F121876BF6E}"/>
          </ac:picMkLst>
        </pc:picChg>
        <pc:picChg chg="mod">
          <ac:chgData name="de-Jesus-Oliveira Victor-Adriel" userId="a708fc36-3c1b-42ab-b5e9-2e1fa3c6605e" providerId="ADAL" clId="{39AA12F0-CB51-4D67-A3A6-7C3EC2C345CA}" dt="2025-11-08T14:00:18.044" v="46"/>
          <ac:picMkLst>
            <pc:docMk/>
            <pc:sldMk cId="360291344" sldId="263"/>
            <ac:picMk id="11" creationId="{94893E90-D813-7152-F0EF-909D5B220611}"/>
          </ac:picMkLst>
        </pc:picChg>
        <pc:picChg chg="mod">
          <ac:chgData name="de-Jesus-Oliveira Victor-Adriel" userId="a708fc36-3c1b-42ab-b5e9-2e1fa3c6605e" providerId="ADAL" clId="{39AA12F0-CB51-4D67-A3A6-7C3EC2C345CA}" dt="2025-11-08T14:00:18.044" v="46"/>
          <ac:picMkLst>
            <pc:docMk/>
            <pc:sldMk cId="360291344" sldId="263"/>
            <ac:picMk id="12" creationId="{460DA2B5-C9C8-9F63-E862-7C32164573E3}"/>
          </ac:picMkLst>
        </pc:picChg>
        <pc:picChg chg="mod">
          <ac:chgData name="de-Jesus-Oliveira Victor-Adriel" userId="a708fc36-3c1b-42ab-b5e9-2e1fa3c6605e" providerId="ADAL" clId="{39AA12F0-CB51-4D67-A3A6-7C3EC2C345CA}" dt="2025-11-09T06:52:08.414" v="66"/>
          <ac:picMkLst>
            <pc:docMk/>
            <pc:sldMk cId="360291344" sldId="263"/>
            <ac:picMk id="14" creationId="{9579708D-C67C-00F4-E039-14BE45CC2A50}"/>
          </ac:picMkLst>
        </pc:picChg>
        <pc:picChg chg="mod">
          <ac:chgData name="de-Jesus-Oliveira Victor-Adriel" userId="a708fc36-3c1b-42ab-b5e9-2e1fa3c6605e" providerId="ADAL" clId="{39AA12F0-CB51-4D67-A3A6-7C3EC2C345CA}" dt="2025-11-09T06:52:08.414" v="66"/>
          <ac:picMkLst>
            <pc:docMk/>
            <pc:sldMk cId="360291344" sldId="263"/>
            <ac:picMk id="16" creationId="{1E71CAED-CBA9-53E5-1325-7DFA9DAAB4B1}"/>
          </ac:picMkLst>
        </pc:picChg>
        <pc:picChg chg="mod">
          <ac:chgData name="de-Jesus-Oliveira Victor-Adriel" userId="a708fc36-3c1b-42ab-b5e9-2e1fa3c6605e" providerId="ADAL" clId="{39AA12F0-CB51-4D67-A3A6-7C3EC2C345CA}" dt="2025-11-09T06:52:08.414" v="66"/>
          <ac:picMkLst>
            <pc:docMk/>
            <pc:sldMk cId="360291344" sldId="263"/>
            <ac:picMk id="17" creationId="{2793E5CD-61EB-DD61-3788-54174D167C9F}"/>
          </ac:picMkLst>
        </pc:picChg>
        <pc:picChg chg="mod">
          <ac:chgData name="de-Jesus-Oliveira Victor-Adriel" userId="a708fc36-3c1b-42ab-b5e9-2e1fa3c6605e" providerId="ADAL" clId="{39AA12F0-CB51-4D67-A3A6-7C3EC2C345CA}" dt="2025-11-09T06:52:08.414" v="66"/>
          <ac:picMkLst>
            <pc:docMk/>
            <pc:sldMk cId="360291344" sldId="263"/>
            <ac:picMk id="18" creationId="{684352FC-5100-0B7E-99E9-8CC55CB14C9F}"/>
          </ac:picMkLst>
        </pc:picChg>
      </pc:sldChg>
      <pc:sldChg chg="addSp delSp modSp mod">
        <pc:chgData name="de-Jesus-Oliveira Victor-Adriel" userId="a708fc36-3c1b-42ab-b5e9-2e1fa3c6605e" providerId="ADAL" clId="{39AA12F0-CB51-4D67-A3A6-7C3EC2C345CA}" dt="2025-11-09T06:52:33.339" v="75" actId="478"/>
        <pc:sldMkLst>
          <pc:docMk/>
          <pc:sldMk cId="2993848755" sldId="264"/>
        </pc:sldMkLst>
        <pc:spChg chg="ord">
          <ac:chgData name="de-Jesus-Oliveira Victor-Adriel" userId="a708fc36-3c1b-42ab-b5e9-2e1fa3c6605e" providerId="ADAL" clId="{39AA12F0-CB51-4D67-A3A6-7C3EC2C345CA}" dt="2025-11-08T14:00:55.679" v="55" actId="166"/>
          <ac:spMkLst>
            <pc:docMk/>
            <pc:sldMk cId="2993848755" sldId="264"/>
            <ac:spMk id="6" creationId="{4A7003EA-8517-4733-9CF8-C7B2246F0B01}"/>
          </ac:spMkLst>
        </pc:spChg>
        <pc:grpChg chg="add del mod ord">
          <ac:chgData name="de-Jesus-Oliveira Victor-Adriel" userId="a708fc36-3c1b-42ab-b5e9-2e1fa3c6605e" providerId="ADAL" clId="{39AA12F0-CB51-4D67-A3A6-7C3EC2C345CA}" dt="2025-11-09T06:52:33.339" v="75" actId="478"/>
          <ac:grpSpMkLst>
            <pc:docMk/>
            <pc:sldMk cId="2993848755" sldId="264"/>
            <ac:grpSpMk id="16" creationId="{7549B30A-2244-2EF6-29AE-D56B3C9C8109}"/>
          </ac:grpSpMkLst>
        </pc:grpChg>
        <pc:grpChg chg="mod">
          <ac:chgData name="de-Jesus-Oliveira Victor-Adriel" userId="a708fc36-3c1b-42ab-b5e9-2e1fa3c6605e" providerId="ADAL" clId="{39AA12F0-CB51-4D67-A3A6-7C3EC2C345CA}" dt="2025-11-08T14:00:33.670" v="50"/>
          <ac:grpSpMkLst>
            <pc:docMk/>
            <pc:sldMk cId="2993848755" sldId="264"/>
            <ac:grpSpMk id="28" creationId="{CB5E7F18-817B-3413-E8F0-E1AC43B209D0}"/>
          </ac:grpSpMkLst>
        </pc:grpChg>
        <pc:grpChg chg="add mod">
          <ac:chgData name="de-Jesus-Oliveira Victor-Adriel" userId="a708fc36-3c1b-42ab-b5e9-2e1fa3c6605e" providerId="ADAL" clId="{39AA12F0-CB51-4D67-A3A6-7C3EC2C345CA}" dt="2025-11-09T06:52:10.820" v="68"/>
          <ac:grpSpMkLst>
            <pc:docMk/>
            <pc:sldMk cId="2993848755" sldId="264"/>
            <ac:grpSpMk id="32" creationId="{1357694F-CE9D-FDA6-C001-5C8581A4FB0E}"/>
          </ac:grpSpMkLst>
        </pc:grpChg>
        <pc:grpChg chg="mod">
          <ac:chgData name="de-Jesus-Oliveira Victor-Adriel" userId="a708fc36-3c1b-42ab-b5e9-2e1fa3c6605e" providerId="ADAL" clId="{39AA12F0-CB51-4D67-A3A6-7C3EC2C345CA}" dt="2025-11-09T06:52:10.820" v="68"/>
          <ac:grpSpMkLst>
            <pc:docMk/>
            <pc:sldMk cId="2993848755" sldId="264"/>
            <ac:grpSpMk id="50" creationId="{7DDA22EB-14B4-7812-A4F7-EBFE542600C3}"/>
          </ac:grpSpMkLst>
        </pc:grpChg>
        <pc:picChg chg="ord">
          <ac:chgData name="de-Jesus-Oliveira Victor-Adriel" userId="a708fc36-3c1b-42ab-b5e9-2e1fa3c6605e" providerId="ADAL" clId="{39AA12F0-CB51-4D67-A3A6-7C3EC2C345CA}" dt="2025-11-08T14:00:46.390" v="53" actId="167"/>
          <ac:picMkLst>
            <pc:docMk/>
            <pc:sldMk cId="2993848755" sldId="264"/>
            <ac:picMk id="9" creationId="{16CD78C9-1E84-4DBA-A8DC-40BE6DE2C962}"/>
          </ac:picMkLst>
        </pc:picChg>
        <pc:picChg chg="mod">
          <ac:chgData name="de-Jesus-Oliveira Victor-Adriel" userId="a708fc36-3c1b-42ab-b5e9-2e1fa3c6605e" providerId="ADAL" clId="{39AA12F0-CB51-4D67-A3A6-7C3EC2C345CA}" dt="2025-11-08T14:00:33.670" v="50"/>
          <ac:picMkLst>
            <pc:docMk/>
            <pc:sldMk cId="2993848755" sldId="264"/>
            <ac:picMk id="27" creationId="{8CDD9216-85D5-6443-173E-B4EAF4206964}"/>
          </ac:picMkLst>
        </pc:picChg>
        <pc:picChg chg="mod">
          <ac:chgData name="de-Jesus-Oliveira Victor-Adriel" userId="a708fc36-3c1b-42ab-b5e9-2e1fa3c6605e" providerId="ADAL" clId="{39AA12F0-CB51-4D67-A3A6-7C3EC2C345CA}" dt="2025-11-08T14:00:33.670" v="50"/>
          <ac:picMkLst>
            <pc:docMk/>
            <pc:sldMk cId="2993848755" sldId="264"/>
            <ac:picMk id="29" creationId="{F8851E10-820A-0706-E0AD-C67CC467C503}"/>
          </ac:picMkLst>
        </pc:picChg>
        <pc:picChg chg="mod">
          <ac:chgData name="de-Jesus-Oliveira Victor-Adriel" userId="a708fc36-3c1b-42ab-b5e9-2e1fa3c6605e" providerId="ADAL" clId="{39AA12F0-CB51-4D67-A3A6-7C3EC2C345CA}" dt="2025-11-08T14:00:33.670" v="50"/>
          <ac:picMkLst>
            <pc:docMk/>
            <pc:sldMk cId="2993848755" sldId="264"/>
            <ac:picMk id="30" creationId="{3FF3A9EA-F315-003A-6685-D37303936DFC}"/>
          </ac:picMkLst>
        </pc:picChg>
        <pc:picChg chg="mod">
          <ac:chgData name="de-Jesus-Oliveira Victor-Adriel" userId="a708fc36-3c1b-42ab-b5e9-2e1fa3c6605e" providerId="ADAL" clId="{39AA12F0-CB51-4D67-A3A6-7C3EC2C345CA}" dt="2025-11-08T14:00:33.670" v="50"/>
          <ac:picMkLst>
            <pc:docMk/>
            <pc:sldMk cId="2993848755" sldId="264"/>
            <ac:picMk id="31" creationId="{143D5092-A9C5-F0AA-B9AC-F7130C785164}"/>
          </ac:picMkLst>
        </pc:picChg>
        <pc:picChg chg="mod">
          <ac:chgData name="de-Jesus-Oliveira Victor-Adriel" userId="a708fc36-3c1b-42ab-b5e9-2e1fa3c6605e" providerId="ADAL" clId="{39AA12F0-CB51-4D67-A3A6-7C3EC2C345CA}" dt="2025-11-09T06:52:10.820" v="68"/>
          <ac:picMkLst>
            <pc:docMk/>
            <pc:sldMk cId="2993848755" sldId="264"/>
            <ac:picMk id="33" creationId="{222B3331-E378-AC61-8737-AE92FA6066BC}"/>
          </ac:picMkLst>
        </pc:picChg>
        <pc:picChg chg="mod">
          <ac:chgData name="de-Jesus-Oliveira Victor-Adriel" userId="a708fc36-3c1b-42ab-b5e9-2e1fa3c6605e" providerId="ADAL" clId="{39AA12F0-CB51-4D67-A3A6-7C3EC2C345CA}" dt="2025-11-09T06:52:10.820" v="68"/>
          <ac:picMkLst>
            <pc:docMk/>
            <pc:sldMk cId="2993848755" sldId="264"/>
            <ac:picMk id="66" creationId="{B19CFD21-02BC-9916-30EE-799328ED0C8D}"/>
          </ac:picMkLst>
        </pc:picChg>
        <pc:picChg chg="mod">
          <ac:chgData name="de-Jesus-Oliveira Victor-Adriel" userId="a708fc36-3c1b-42ab-b5e9-2e1fa3c6605e" providerId="ADAL" clId="{39AA12F0-CB51-4D67-A3A6-7C3EC2C345CA}" dt="2025-11-09T06:52:10.820" v="68"/>
          <ac:picMkLst>
            <pc:docMk/>
            <pc:sldMk cId="2993848755" sldId="264"/>
            <ac:picMk id="72" creationId="{9593C8A0-A832-654C-7876-91EDED521318}"/>
          </ac:picMkLst>
        </pc:picChg>
        <pc:picChg chg="mod">
          <ac:chgData name="de-Jesus-Oliveira Victor-Adriel" userId="a708fc36-3c1b-42ab-b5e9-2e1fa3c6605e" providerId="ADAL" clId="{39AA12F0-CB51-4D67-A3A6-7C3EC2C345CA}" dt="2025-11-09T06:52:10.820" v="68"/>
          <ac:picMkLst>
            <pc:docMk/>
            <pc:sldMk cId="2993848755" sldId="264"/>
            <ac:picMk id="102" creationId="{189EEAA0-D265-D01F-F05E-15C071BFB285}"/>
          </ac:picMkLst>
        </pc:picChg>
      </pc:sldChg>
      <pc:sldChg chg="addSp delSp modSp mod">
        <pc:chgData name="de-Jesus-Oliveira Victor-Adriel" userId="a708fc36-3c1b-42ab-b5e9-2e1fa3c6605e" providerId="ADAL" clId="{39AA12F0-CB51-4D67-A3A6-7C3EC2C345CA}" dt="2025-11-07T17:01:16.805" v="24" actId="20577"/>
        <pc:sldMkLst>
          <pc:docMk/>
          <pc:sldMk cId="1717017816" sldId="266"/>
        </pc:sldMkLst>
        <pc:spChg chg="mod">
          <ac:chgData name="de-Jesus-Oliveira Victor-Adriel" userId="a708fc36-3c1b-42ab-b5e9-2e1fa3c6605e" providerId="ADAL" clId="{39AA12F0-CB51-4D67-A3A6-7C3EC2C345CA}" dt="2025-11-07T16:56:14.292" v="15" actId="20577"/>
          <ac:spMkLst>
            <pc:docMk/>
            <pc:sldMk cId="1717017816" sldId="266"/>
            <ac:spMk id="2" creationId="{36F7C832-7D7F-40CB-9479-79BC46A793B9}"/>
          </ac:spMkLst>
        </pc:spChg>
        <pc:spChg chg="add mod">
          <ac:chgData name="de-Jesus-Oliveira Victor-Adriel" userId="a708fc36-3c1b-42ab-b5e9-2e1fa3c6605e" providerId="ADAL" clId="{39AA12F0-CB51-4D67-A3A6-7C3EC2C345CA}" dt="2025-11-07T16:59:21.031" v="16"/>
          <ac:spMkLst>
            <pc:docMk/>
            <pc:sldMk cId="1717017816" sldId="266"/>
            <ac:spMk id="6" creationId="{137F9BB2-0FF1-FA8B-F3FA-CA3675240EF0}"/>
          </ac:spMkLst>
        </pc:spChg>
        <pc:spChg chg="add mod">
          <ac:chgData name="de-Jesus-Oliveira Victor-Adriel" userId="a708fc36-3c1b-42ab-b5e9-2e1fa3c6605e" providerId="ADAL" clId="{39AA12F0-CB51-4D67-A3A6-7C3EC2C345CA}" dt="2025-11-07T17:01:16.805" v="24" actId="20577"/>
          <ac:spMkLst>
            <pc:docMk/>
            <pc:sldMk cId="1717017816" sldId="266"/>
            <ac:spMk id="11" creationId="{19B14C1F-8D4F-5F60-724E-EF0ECF15C52C}"/>
          </ac:spMkLst>
        </pc:spChg>
        <pc:grpChg chg="add mod">
          <ac:chgData name="de-Jesus-Oliveira Victor-Adriel" userId="a708fc36-3c1b-42ab-b5e9-2e1fa3c6605e" providerId="ADAL" clId="{39AA12F0-CB51-4D67-A3A6-7C3EC2C345CA}" dt="2025-11-07T16:59:21.031" v="16"/>
          <ac:grpSpMkLst>
            <pc:docMk/>
            <pc:sldMk cId="1717017816" sldId="266"/>
            <ac:grpSpMk id="8" creationId="{F64A1C30-ABF6-6700-44CE-9CDB9BC789C0}"/>
          </ac:grpSpMkLst>
        </pc:grpChg>
        <pc:grpChg chg="add mod">
          <ac:chgData name="de-Jesus-Oliveira Victor-Adriel" userId="a708fc36-3c1b-42ab-b5e9-2e1fa3c6605e" providerId="ADAL" clId="{39AA12F0-CB51-4D67-A3A6-7C3EC2C345CA}" dt="2025-11-07T16:59:21.031" v="16"/>
          <ac:grpSpMkLst>
            <pc:docMk/>
            <pc:sldMk cId="1717017816" sldId="266"/>
            <ac:grpSpMk id="12" creationId="{B892C55F-C84D-AC00-B537-6B41348C7708}"/>
          </ac:grpSpMkLst>
        </pc:grpChg>
        <pc:picChg chg="add mod">
          <ac:chgData name="de-Jesus-Oliveira Victor-Adriel" userId="a708fc36-3c1b-42ab-b5e9-2e1fa3c6605e" providerId="ADAL" clId="{39AA12F0-CB51-4D67-A3A6-7C3EC2C345CA}" dt="2025-11-07T16:59:21.031" v="16"/>
          <ac:picMkLst>
            <pc:docMk/>
            <pc:sldMk cId="1717017816" sldId="266"/>
            <ac:picMk id="3" creationId="{EAF4A7A1-2B5A-FEF5-21CE-37B184664D67}"/>
          </ac:picMkLst>
        </pc:picChg>
        <pc:picChg chg="mod">
          <ac:chgData name="de-Jesus-Oliveira Victor-Adriel" userId="a708fc36-3c1b-42ab-b5e9-2e1fa3c6605e" providerId="ADAL" clId="{39AA12F0-CB51-4D67-A3A6-7C3EC2C345CA}" dt="2025-11-07T16:59:21.031" v="16"/>
          <ac:picMkLst>
            <pc:docMk/>
            <pc:sldMk cId="1717017816" sldId="266"/>
            <ac:picMk id="9" creationId="{15D3ADFC-9C6E-9A53-451B-3FA7D96B2EE7}"/>
          </ac:picMkLst>
        </pc:picChg>
        <pc:picChg chg="mod">
          <ac:chgData name="de-Jesus-Oliveira Victor-Adriel" userId="a708fc36-3c1b-42ab-b5e9-2e1fa3c6605e" providerId="ADAL" clId="{39AA12F0-CB51-4D67-A3A6-7C3EC2C345CA}" dt="2025-11-07T16:59:21.031" v="16"/>
          <ac:picMkLst>
            <pc:docMk/>
            <pc:sldMk cId="1717017816" sldId="266"/>
            <ac:picMk id="10" creationId="{1911545F-3723-2EE8-7E9E-811E2C88259F}"/>
          </ac:picMkLst>
        </pc:picChg>
        <pc:picChg chg="mod">
          <ac:chgData name="de-Jesus-Oliveira Victor-Adriel" userId="a708fc36-3c1b-42ab-b5e9-2e1fa3c6605e" providerId="ADAL" clId="{39AA12F0-CB51-4D67-A3A6-7C3EC2C345CA}" dt="2025-11-07T16:59:21.031" v="16"/>
          <ac:picMkLst>
            <pc:docMk/>
            <pc:sldMk cId="1717017816" sldId="266"/>
            <ac:picMk id="13" creationId="{84EEBE1C-A77C-59B9-83BB-E9156DDADFD2}"/>
          </ac:picMkLst>
        </pc:picChg>
        <pc:picChg chg="mod">
          <ac:chgData name="de-Jesus-Oliveira Victor-Adriel" userId="a708fc36-3c1b-42ab-b5e9-2e1fa3c6605e" providerId="ADAL" clId="{39AA12F0-CB51-4D67-A3A6-7C3EC2C345CA}" dt="2025-11-07T16:59:21.031" v="16"/>
          <ac:picMkLst>
            <pc:docMk/>
            <pc:sldMk cId="1717017816" sldId="266"/>
            <ac:picMk id="14" creationId="{3048DD9B-7DF6-0505-9D41-32C02D392BF6}"/>
          </ac:picMkLst>
        </pc:picChg>
        <pc:picChg chg="mod">
          <ac:chgData name="de-Jesus-Oliveira Victor-Adriel" userId="a708fc36-3c1b-42ab-b5e9-2e1fa3c6605e" providerId="ADAL" clId="{39AA12F0-CB51-4D67-A3A6-7C3EC2C345CA}" dt="2025-11-07T16:59:21.031" v="16"/>
          <ac:picMkLst>
            <pc:docMk/>
            <pc:sldMk cId="1717017816" sldId="266"/>
            <ac:picMk id="15" creationId="{12F2D8C7-3B9E-2578-5902-FB8A14B0F81C}"/>
          </ac:picMkLst>
        </pc:picChg>
      </pc:sldChg>
      <pc:sldChg chg="addSp modSp mod">
        <pc:chgData name="de-Jesus-Oliveira Victor-Adriel" userId="a708fc36-3c1b-42ab-b5e9-2e1fa3c6605e" providerId="ADAL" clId="{39AA12F0-CB51-4D67-A3A6-7C3EC2C345CA}" dt="2025-11-07T17:12:08.264" v="33" actId="6549"/>
        <pc:sldMkLst>
          <pc:docMk/>
          <pc:sldMk cId="171183961" sldId="267"/>
        </pc:sldMkLst>
        <pc:spChg chg="mod">
          <ac:chgData name="de-Jesus-Oliveira Victor-Adriel" userId="a708fc36-3c1b-42ab-b5e9-2e1fa3c6605e" providerId="ADAL" clId="{39AA12F0-CB51-4D67-A3A6-7C3EC2C345CA}" dt="2025-11-07T17:12:08.264" v="33" actId="6549"/>
          <ac:spMkLst>
            <pc:docMk/>
            <pc:sldMk cId="171183961" sldId="267"/>
            <ac:spMk id="3" creationId="{7D4C175C-6EE5-31C1-53D5-E28932057905}"/>
          </ac:spMkLst>
        </pc:spChg>
        <pc:picChg chg="add mod ord">
          <ac:chgData name="de-Jesus-Oliveira Victor-Adriel" userId="a708fc36-3c1b-42ab-b5e9-2e1fa3c6605e" providerId="ADAL" clId="{39AA12F0-CB51-4D67-A3A6-7C3EC2C345CA}" dt="2025-11-07T17:04:55.172" v="26" actId="167"/>
          <ac:picMkLst>
            <pc:docMk/>
            <pc:sldMk cId="171183961" sldId="267"/>
            <ac:picMk id="4" creationId="{62846867-46C3-CD3D-65F6-9D8BB1D505D2}"/>
          </ac:picMkLst>
        </pc:picChg>
      </pc:sldChg>
      <pc:sldChg chg="addSp delSp modSp mod">
        <pc:chgData name="de-Jesus-Oliveira Victor-Adriel" userId="a708fc36-3c1b-42ab-b5e9-2e1fa3c6605e" providerId="ADAL" clId="{39AA12F0-CB51-4D67-A3A6-7C3EC2C345CA}" dt="2025-11-09T06:52:36.298" v="76" actId="478"/>
        <pc:sldMkLst>
          <pc:docMk/>
          <pc:sldMk cId="3797596492" sldId="268"/>
        </pc:sldMkLst>
        <pc:grpChg chg="add del mod ord">
          <ac:chgData name="de-Jesus-Oliveira Victor-Adriel" userId="a708fc36-3c1b-42ab-b5e9-2e1fa3c6605e" providerId="ADAL" clId="{39AA12F0-CB51-4D67-A3A6-7C3EC2C345CA}" dt="2025-11-09T06:52:36.298" v="76" actId="478"/>
          <ac:grpSpMkLst>
            <pc:docMk/>
            <pc:sldMk cId="3797596492" sldId="268"/>
            <ac:grpSpMk id="5" creationId="{55783540-2C36-6DD9-70B4-CD922D6D540F}"/>
          </ac:grpSpMkLst>
        </pc:grpChg>
        <pc:grpChg chg="mod">
          <ac:chgData name="de-Jesus-Oliveira Victor-Adriel" userId="a708fc36-3c1b-42ab-b5e9-2e1fa3c6605e" providerId="ADAL" clId="{39AA12F0-CB51-4D67-A3A6-7C3EC2C345CA}" dt="2025-11-08T14:00:28.214" v="48"/>
          <ac:grpSpMkLst>
            <pc:docMk/>
            <pc:sldMk cId="3797596492" sldId="268"/>
            <ac:grpSpMk id="8" creationId="{2B0D0741-9DF2-87E2-D430-C6E95CBF823B}"/>
          </ac:grpSpMkLst>
        </pc:grpChg>
        <pc:grpChg chg="add mod">
          <ac:chgData name="de-Jesus-Oliveira Victor-Adriel" userId="a708fc36-3c1b-42ab-b5e9-2e1fa3c6605e" providerId="ADAL" clId="{39AA12F0-CB51-4D67-A3A6-7C3EC2C345CA}" dt="2025-11-09T06:52:09.549" v="67"/>
          <ac:grpSpMkLst>
            <pc:docMk/>
            <pc:sldMk cId="3797596492" sldId="268"/>
            <ac:grpSpMk id="12" creationId="{439E86CB-25F0-ADF0-6D2D-98069D253451}"/>
          </ac:grpSpMkLst>
        </pc:grpChg>
        <pc:grpChg chg="mod">
          <ac:chgData name="de-Jesus-Oliveira Victor-Adriel" userId="a708fc36-3c1b-42ab-b5e9-2e1fa3c6605e" providerId="ADAL" clId="{39AA12F0-CB51-4D67-A3A6-7C3EC2C345CA}" dt="2025-11-09T06:52:09.549" v="67"/>
          <ac:grpSpMkLst>
            <pc:docMk/>
            <pc:sldMk cId="3797596492" sldId="268"/>
            <ac:grpSpMk id="14" creationId="{FB0D1106-8878-3266-D52A-F7B8EF6AE534}"/>
          </ac:grpSpMkLst>
        </pc:grpChg>
        <pc:picChg chg="mod">
          <ac:chgData name="de-Jesus-Oliveira Victor-Adriel" userId="a708fc36-3c1b-42ab-b5e9-2e1fa3c6605e" providerId="ADAL" clId="{39AA12F0-CB51-4D67-A3A6-7C3EC2C345CA}" dt="2025-11-08T14:00:28.214" v="48"/>
          <ac:picMkLst>
            <pc:docMk/>
            <pc:sldMk cId="3797596492" sldId="268"/>
            <ac:picMk id="7" creationId="{E821EE6F-2012-2DFA-ABDF-242EE2F5283C}"/>
          </ac:picMkLst>
        </pc:picChg>
        <pc:picChg chg="mod">
          <ac:chgData name="de-Jesus-Oliveira Victor-Adriel" userId="a708fc36-3c1b-42ab-b5e9-2e1fa3c6605e" providerId="ADAL" clId="{39AA12F0-CB51-4D67-A3A6-7C3EC2C345CA}" dt="2025-11-08T14:00:28.214" v="48"/>
          <ac:picMkLst>
            <pc:docMk/>
            <pc:sldMk cId="3797596492" sldId="268"/>
            <ac:picMk id="9" creationId="{7F6DE3FD-4D8A-1137-1D06-9EA393A9086C}"/>
          </ac:picMkLst>
        </pc:picChg>
        <pc:picChg chg="mod">
          <ac:chgData name="de-Jesus-Oliveira Victor-Adriel" userId="a708fc36-3c1b-42ab-b5e9-2e1fa3c6605e" providerId="ADAL" clId="{39AA12F0-CB51-4D67-A3A6-7C3EC2C345CA}" dt="2025-11-08T14:00:28.214" v="48"/>
          <ac:picMkLst>
            <pc:docMk/>
            <pc:sldMk cId="3797596492" sldId="268"/>
            <ac:picMk id="10" creationId="{8A4F0C08-CC38-D8B6-9618-D3800EF4870B}"/>
          </ac:picMkLst>
        </pc:picChg>
        <pc:picChg chg="mod">
          <ac:chgData name="de-Jesus-Oliveira Victor-Adriel" userId="a708fc36-3c1b-42ab-b5e9-2e1fa3c6605e" providerId="ADAL" clId="{39AA12F0-CB51-4D67-A3A6-7C3EC2C345CA}" dt="2025-11-08T14:00:28.214" v="48"/>
          <ac:picMkLst>
            <pc:docMk/>
            <pc:sldMk cId="3797596492" sldId="268"/>
            <ac:picMk id="11" creationId="{A1DB58C0-2CE2-A4AA-3801-273DEF7DBCB6}"/>
          </ac:picMkLst>
        </pc:picChg>
        <pc:picChg chg="mod">
          <ac:chgData name="de-Jesus-Oliveira Victor-Adriel" userId="a708fc36-3c1b-42ab-b5e9-2e1fa3c6605e" providerId="ADAL" clId="{39AA12F0-CB51-4D67-A3A6-7C3EC2C345CA}" dt="2025-11-09T06:52:09.549" v="67"/>
          <ac:picMkLst>
            <pc:docMk/>
            <pc:sldMk cId="3797596492" sldId="268"/>
            <ac:picMk id="13" creationId="{2F09192D-8D65-E72E-6848-17BEAD97E324}"/>
          </ac:picMkLst>
        </pc:picChg>
        <pc:picChg chg="mod">
          <ac:chgData name="de-Jesus-Oliveira Victor-Adriel" userId="a708fc36-3c1b-42ab-b5e9-2e1fa3c6605e" providerId="ADAL" clId="{39AA12F0-CB51-4D67-A3A6-7C3EC2C345CA}" dt="2025-11-09T06:52:09.549" v="67"/>
          <ac:picMkLst>
            <pc:docMk/>
            <pc:sldMk cId="3797596492" sldId="268"/>
            <ac:picMk id="15" creationId="{BB897139-BB80-6F1D-A1C7-C7D2FC4EB6B2}"/>
          </ac:picMkLst>
        </pc:picChg>
        <pc:picChg chg="mod">
          <ac:chgData name="de-Jesus-Oliveira Victor-Adriel" userId="a708fc36-3c1b-42ab-b5e9-2e1fa3c6605e" providerId="ADAL" clId="{39AA12F0-CB51-4D67-A3A6-7C3EC2C345CA}" dt="2025-11-09T06:52:09.549" v="67"/>
          <ac:picMkLst>
            <pc:docMk/>
            <pc:sldMk cId="3797596492" sldId="268"/>
            <ac:picMk id="16" creationId="{61F25C1E-FCFB-DB7A-2BE3-CDEA2EB67512}"/>
          </ac:picMkLst>
        </pc:picChg>
        <pc:picChg chg="mod">
          <ac:chgData name="de-Jesus-Oliveira Victor-Adriel" userId="a708fc36-3c1b-42ab-b5e9-2e1fa3c6605e" providerId="ADAL" clId="{39AA12F0-CB51-4D67-A3A6-7C3EC2C345CA}" dt="2025-11-09T06:52:09.549" v="67"/>
          <ac:picMkLst>
            <pc:docMk/>
            <pc:sldMk cId="3797596492" sldId="268"/>
            <ac:picMk id="17" creationId="{F6D0F156-79FD-4A97-EC47-A7D5EE5580C8}"/>
          </ac:picMkLst>
        </pc:picChg>
      </pc:sldChg>
      <pc:sldChg chg="addSp delSp modSp mod">
        <pc:chgData name="de-Jesus-Oliveira Victor-Adriel" userId="a708fc36-3c1b-42ab-b5e9-2e1fa3c6605e" providerId="ADAL" clId="{39AA12F0-CB51-4D67-A3A6-7C3EC2C345CA}" dt="2025-11-09T06:52:29.513" v="74" actId="478"/>
        <pc:sldMkLst>
          <pc:docMk/>
          <pc:sldMk cId="339145208" sldId="269"/>
        </pc:sldMkLst>
        <pc:spChg chg="ord">
          <ac:chgData name="de-Jesus-Oliveira Victor-Adriel" userId="a708fc36-3c1b-42ab-b5e9-2e1fa3c6605e" providerId="ADAL" clId="{39AA12F0-CB51-4D67-A3A6-7C3EC2C345CA}" dt="2025-11-08T14:01:09.027" v="57" actId="166"/>
          <ac:spMkLst>
            <pc:docMk/>
            <pc:sldMk cId="339145208" sldId="269"/>
            <ac:spMk id="105" creationId="{2EB3240F-7D30-F7A4-FAF7-5A404A21C50B}"/>
          </ac:spMkLst>
        </pc:spChg>
        <pc:grpChg chg="add del mod">
          <ac:chgData name="de-Jesus-Oliveira Victor-Adriel" userId="a708fc36-3c1b-42ab-b5e9-2e1fa3c6605e" providerId="ADAL" clId="{39AA12F0-CB51-4D67-A3A6-7C3EC2C345CA}" dt="2025-11-09T06:52:29.513" v="74" actId="478"/>
          <ac:grpSpMkLst>
            <pc:docMk/>
            <pc:sldMk cId="339145208" sldId="269"/>
            <ac:grpSpMk id="3" creationId="{A9B8FE6E-ACE9-8855-D02E-5D6727A40D8A}"/>
          </ac:grpSpMkLst>
        </pc:grpChg>
        <pc:grpChg chg="mod">
          <ac:chgData name="de-Jesus-Oliveira Victor-Adriel" userId="a708fc36-3c1b-42ab-b5e9-2e1fa3c6605e" providerId="ADAL" clId="{39AA12F0-CB51-4D67-A3A6-7C3EC2C345CA}" dt="2025-11-08T14:01:04.510" v="56"/>
          <ac:grpSpMkLst>
            <pc:docMk/>
            <pc:sldMk cId="339145208" sldId="269"/>
            <ac:grpSpMk id="7" creationId="{86A7EDA3-E7DD-3C65-8C01-CA2019D3A918}"/>
          </ac:grpSpMkLst>
        </pc:grpChg>
        <pc:grpChg chg="add mod">
          <ac:chgData name="de-Jesus-Oliveira Victor-Adriel" userId="a708fc36-3c1b-42ab-b5e9-2e1fa3c6605e" providerId="ADAL" clId="{39AA12F0-CB51-4D67-A3A6-7C3EC2C345CA}" dt="2025-11-09T06:52:11.771" v="69"/>
          <ac:grpSpMkLst>
            <pc:docMk/>
            <pc:sldMk cId="339145208" sldId="269"/>
            <ac:grpSpMk id="18" creationId="{87348036-8018-4375-08B3-789B293F3E45}"/>
          </ac:grpSpMkLst>
        </pc:grpChg>
        <pc:grpChg chg="mod">
          <ac:chgData name="de-Jesus-Oliveira Victor-Adriel" userId="a708fc36-3c1b-42ab-b5e9-2e1fa3c6605e" providerId="ADAL" clId="{39AA12F0-CB51-4D67-A3A6-7C3EC2C345CA}" dt="2025-11-09T06:52:11.771" v="69"/>
          <ac:grpSpMkLst>
            <pc:docMk/>
            <pc:sldMk cId="339145208" sldId="269"/>
            <ac:grpSpMk id="20" creationId="{AA41751D-4F35-DB78-9E02-6858F8D1D10F}"/>
          </ac:grpSpMkLst>
        </pc:grpChg>
        <pc:picChg chg="mod">
          <ac:chgData name="de-Jesus-Oliveira Victor-Adriel" userId="a708fc36-3c1b-42ab-b5e9-2e1fa3c6605e" providerId="ADAL" clId="{39AA12F0-CB51-4D67-A3A6-7C3EC2C345CA}" dt="2025-11-08T14:01:04.510" v="56"/>
          <ac:picMkLst>
            <pc:docMk/>
            <pc:sldMk cId="339145208" sldId="269"/>
            <ac:picMk id="5" creationId="{C4D9FC71-9406-0B4B-2AA5-46BAEC1A5355}"/>
          </ac:picMkLst>
        </pc:picChg>
        <pc:picChg chg="mod">
          <ac:chgData name="de-Jesus-Oliveira Victor-Adriel" userId="a708fc36-3c1b-42ab-b5e9-2e1fa3c6605e" providerId="ADAL" clId="{39AA12F0-CB51-4D67-A3A6-7C3EC2C345CA}" dt="2025-11-08T14:01:04.510" v="56"/>
          <ac:picMkLst>
            <pc:docMk/>
            <pc:sldMk cId="339145208" sldId="269"/>
            <ac:picMk id="10" creationId="{C7A01E08-5EEA-DB87-E964-CEF404838106}"/>
          </ac:picMkLst>
        </pc:picChg>
        <pc:picChg chg="mod">
          <ac:chgData name="de-Jesus-Oliveira Victor-Adriel" userId="a708fc36-3c1b-42ab-b5e9-2e1fa3c6605e" providerId="ADAL" clId="{39AA12F0-CB51-4D67-A3A6-7C3EC2C345CA}" dt="2025-11-08T14:01:04.510" v="56"/>
          <ac:picMkLst>
            <pc:docMk/>
            <pc:sldMk cId="339145208" sldId="269"/>
            <ac:picMk id="13" creationId="{0B68BD8E-87F4-09C6-3914-B2BD893FA2C8}"/>
          </ac:picMkLst>
        </pc:picChg>
        <pc:picChg chg="mod">
          <ac:chgData name="de-Jesus-Oliveira Victor-Adriel" userId="a708fc36-3c1b-42ab-b5e9-2e1fa3c6605e" providerId="ADAL" clId="{39AA12F0-CB51-4D67-A3A6-7C3EC2C345CA}" dt="2025-11-08T14:01:04.510" v="56"/>
          <ac:picMkLst>
            <pc:docMk/>
            <pc:sldMk cId="339145208" sldId="269"/>
            <ac:picMk id="17" creationId="{86FF428B-1646-EA45-EBE0-402B555B8548}"/>
          </ac:picMkLst>
        </pc:picChg>
        <pc:picChg chg="mod">
          <ac:chgData name="de-Jesus-Oliveira Victor-Adriel" userId="a708fc36-3c1b-42ab-b5e9-2e1fa3c6605e" providerId="ADAL" clId="{39AA12F0-CB51-4D67-A3A6-7C3EC2C345CA}" dt="2025-11-09T06:52:11.771" v="69"/>
          <ac:picMkLst>
            <pc:docMk/>
            <pc:sldMk cId="339145208" sldId="269"/>
            <ac:picMk id="19" creationId="{CDBE3559-2F5E-7D25-CD65-9825C1C2C896}"/>
          </ac:picMkLst>
        </pc:picChg>
        <pc:picChg chg="mod">
          <ac:chgData name="de-Jesus-Oliveira Victor-Adriel" userId="a708fc36-3c1b-42ab-b5e9-2e1fa3c6605e" providerId="ADAL" clId="{39AA12F0-CB51-4D67-A3A6-7C3EC2C345CA}" dt="2025-11-09T06:52:11.771" v="69"/>
          <ac:picMkLst>
            <pc:docMk/>
            <pc:sldMk cId="339145208" sldId="269"/>
            <ac:picMk id="21" creationId="{959389F0-0996-9D1C-C2E3-E58E6485ED7A}"/>
          </ac:picMkLst>
        </pc:picChg>
        <pc:picChg chg="mod">
          <ac:chgData name="de-Jesus-Oliveira Victor-Adriel" userId="a708fc36-3c1b-42ab-b5e9-2e1fa3c6605e" providerId="ADAL" clId="{39AA12F0-CB51-4D67-A3A6-7C3EC2C345CA}" dt="2025-11-09T06:52:11.771" v="69"/>
          <ac:picMkLst>
            <pc:docMk/>
            <pc:sldMk cId="339145208" sldId="269"/>
            <ac:picMk id="22" creationId="{D7D623D2-9EA2-E3AB-A860-2B186A2B0367}"/>
          </ac:picMkLst>
        </pc:picChg>
        <pc:picChg chg="mod">
          <ac:chgData name="de-Jesus-Oliveira Victor-Adriel" userId="a708fc36-3c1b-42ab-b5e9-2e1fa3c6605e" providerId="ADAL" clId="{39AA12F0-CB51-4D67-A3A6-7C3EC2C345CA}" dt="2025-11-09T06:52:11.771" v="69"/>
          <ac:picMkLst>
            <pc:docMk/>
            <pc:sldMk cId="339145208" sldId="269"/>
            <ac:picMk id="23" creationId="{95C7A65E-D3BF-041B-4EB9-1299837605AF}"/>
          </ac:picMkLst>
        </pc:picChg>
      </pc:sldChg>
      <pc:sldChg chg="addSp delSp modSp mod">
        <pc:chgData name="de-Jesus-Oliveira Victor-Adriel" userId="a708fc36-3c1b-42ab-b5e9-2e1fa3c6605e" providerId="ADAL" clId="{39AA12F0-CB51-4D67-A3A6-7C3EC2C345CA}" dt="2025-11-09T06:52:26.202" v="73" actId="478"/>
        <pc:sldMkLst>
          <pc:docMk/>
          <pc:sldMk cId="870581511" sldId="270"/>
        </pc:sldMkLst>
        <pc:spChg chg="ord">
          <ac:chgData name="de-Jesus-Oliveira Victor-Adriel" userId="a708fc36-3c1b-42ab-b5e9-2e1fa3c6605e" providerId="ADAL" clId="{39AA12F0-CB51-4D67-A3A6-7C3EC2C345CA}" dt="2025-11-08T14:01:17.087" v="59" actId="166"/>
          <ac:spMkLst>
            <pc:docMk/>
            <pc:sldMk cId="870581511" sldId="270"/>
            <ac:spMk id="7" creationId="{C45E850A-6298-4C65-9625-CA0A47CDE0FE}"/>
          </ac:spMkLst>
        </pc:spChg>
        <pc:grpChg chg="add del mod">
          <ac:chgData name="de-Jesus-Oliveira Victor-Adriel" userId="a708fc36-3c1b-42ab-b5e9-2e1fa3c6605e" providerId="ADAL" clId="{39AA12F0-CB51-4D67-A3A6-7C3EC2C345CA}" dt="2025-11-09T06:52:26.202" v="73" actId="478"/>
          <ac:grpSpMkLst>
            <pc:docMk/>
            <pc:sldMk cId="870581511" sldId="270"/>
            <ac:grpSpMk id="6" creationId="{8D9D98E0-EBFE-7AA5-729E-9B0508433E14}"/>
          </ac:grpSpMkLst>
        </pc:grpChg>
        <pc:grpChg chg="mod">
          <ac:chgData name="de-Jesus-Oliveira Victor-Adriel" userId="a708fc36-3c1b-42ab-b5e9-2e1fa3c6605e" providerId="ADAL" clId="{39AA12F0-CB51-4D67-A3A6-7C3EC2C345CA}" dt="2025-11-08T14:01:12.880" v="58"/>
          <ac:grpSpMkLst>
            <pc:docMk/>
            <pc:sldMk cId="870581511" sldId="270"/>
            <ac:grpSpMk id="10" creationId="{38D41A60-4C05-E695-672F-5020E7E204CE}"/>
          </ac:grpSpMkLst>
        </pc:grpChg>
        <pc:grpChg chg="add mod">
          <ac:chgData name="de-Jesus-Oliveira Victor-Adriel" userId="a708fc36-3c1b-42ab-b5e9-2e1fa3c6605e" providerId="ADAL" clId="{39AA12F0-CB51-4D67-A3A6-7C3EC2C345CA}" dt="2025-11-09T06:52:13.089" v="70"/>
          <ac:grpSpMkLst>
            <pc:docMk/>
            <pc:sldMk cId="870581511" sldId="270"/>
            <ac:grpSpMk id="23" creationId="{BEB4714C-C59C-97A3-9A30-C6C6ED2D21B3}"/>
          </ac:grpSpMkLst>
        </pc:grpChg>
        <pc:grpChg chg="mod">
          <ac:chgData name="de-Jesus-Oliveira Victor-Adriel" userId="a708fc36-3c1b-42ab-b5e9-2e1fa3c6605e" providerId="ADAL" clId="{39AA12F0-CB51-4D67-A3A6-7C3EC2C345CA}" dt="2025-11-09T06:52:13.089" v="70"/>
          <ac:grpSpMkLst>
            <pc:docMk/>
            <pc:sldMk cId="870581511" sldId="270"/>
            <ac:grpSpMk id="26" creationId="{BBC8932B-243D-F2B9-7BD7-ED139E4AD657}"/>
          </ac:grpSpMkLst>
        </pc:grpChg>
        <pc:picChg chg="mod">
          <ac:chgData name="de-Jesus-Oliveira Victor-Adriel" userId="a708fc36-3c1b-42ab-b5e9-2e1fa3c6605e" providerId="ADAL" clId="{39AA12F0-CB51-4D67-A3A6-7C3EC2C345CA}" dt="2025-11-08T14:01:12.880" v="58"/>
          <ac:picMkLst>
            <pc:docMk/>
            <pc:sldMk cId="870581511" sldId="270"/>
            <ac:picMk id="8" creationId="{3988ED17-004D-F257-489D-CE4670CBDB76}"/>
          </ac:picMkLst>
        </pc:picChg>
        <pc:picChg chg="mod">
          <ac:chgData name="de-Jesus-Oliveira Victor-Adriel" userId="a708fc36-3c1b-42ab-b5e9-2e1fa3c6605e" providerId="ADAL" clId="{39AA12F0-CB51-4D67-A3A6-7C3EC2C345CA}" dt="2025-11-08T14:01:12.880" v="58"/>
          <ac:picMkLst>
            <pc:docMk/>
            <pc:sldMk cId="870581511" sldId="270"/>
            <ac:picMk id="18" creationId="{4070F1D7-056D-E50B-1456-56371E302810}"/>
          </ac:picMkLst>
        </pc:picChg>
        <pc:picChg chg="mod">
          <ac:chgData name="de-Jesus-Oliveira Victor-Adriel" userId="a708fc36-3c1b-42ab-b5e9-2e1fa3c6605e" providerId="ADAL" clId="{39AA12F0-CB51-4D67-A3A6-7C3EC2C345CA}" dt="2025-11-08T14:01:12.880" v="58"/>
          <ac:picMkLst>
            <pc:docMk/>
            <pc:sldMk cId="870581511" sldId="270"/>
            <ac:picMk id="20" creationId="{1A33ABCA-8F84-76DB-9BA4-794FC003B814}"/>
          </ac:picMkLst>
        </pc:picChg>
        <pc:picChg chg="mod">
          <ac:chgData name="de-Jesus-Oliveira Victor-Adriel" userId="a708fc36-3c1b-42ab-b5e9-2e1fa3c6605e" providerId="ADAL" clId="{39AA12F0-CB51-4D67-A3A6-7C3EC2C345CA}" dt="2025-11-08T14:01:12.880" v="58"/>
          <ac:picMkLst>
            <pc:docMk/>
            <pc:sldMk cId="870581511" sldId="270"/>
            <ac:picMk id="22" creationId="{E8C938C2-EAE5-88EC-A541-ACF189EA019C}"/>
          </ac:picMkLst>
        </pc:picChg>
        <pc:picChg chg="mod">
          <ac:chgData name="de-Jesus-Oliveira Victor-Adriel" userId="a708fc36-3c1b-42ab-b5e9-2e1fa3c6605e" providerId="ADAL" clId="{39AA12F0-CB51-4D67-A3A6-7C3EC2C345CA}" dt="2025-11-09T06:52:13.089" v="70"/>
          <ac:picMkLst>
            <pc:docMk/>
            <pc:sldMk cId="870581511" sldId="270"/>
            <ac:picMk id="24" creationId="{7BBB38DB-7B48-79D4-7243-04EFE464570B}"/>
          </ac:picMkLst>
        </pc:picChg>
        <pc:picChg chg="mod">
          <ac:chgData name="de-Jesus-Oliveira Victor-Adriel" userId="a708fc36-3c1b-42ab-b5e9-2e1fa3c6605e" providerId="ADAL" clId="{39AA12F0-CB51-4D67-A3A6-7C3EC2C345CA}" dt="2025-11-09T06:52:13.089" v="70"/>
          <ac:picMkLst>
            <pc:docMk/>
            <pc:sldMk cId="870581511" sldId="270"/>
            <ac:picMk id="30" creationId="{0C231BD2-3B3B-1ABF-DDD6-5EB546378E3A}"/>
          </ac:picMkLst>
        </pc:picChg>
        <pc:picChg chg="mod">
          <ac:chgData name="de-Jesus-Oliveira Victor-Adriel" userId="a708fc36-3c1b-42ab-b5e9-2e1fa3c6605e" providerId="ADAL" clId="{39AA12F0-CB51-4D67-A3A6-7C3EC2C345CA}" dt="2025-11-09T06:52:13.089" v="70"/>
          <ac:picMkLst>
            <pc:docMk/>
            <pc:sldMk cId="870581511" sldId="270"/>
            <ac:picMk id="33" creationId="{D24022D1-42EE-6A65-5A73-D2F2CEA81A6A}"/>
          </ac:picMkLst>
        </pc:picChg>
        <pc:picChg chg="mod">
          <ac:chgData name="de-Jesus-Oliveira Victor-Adriel" userId="a708fc36-3c1b-42ab-b5e9-2e1fa3c6605e" providerId="ADAL" clId="{39AA12F0-CB51-4D67-A3A6-7C3EC2C345CA}" dt="2025-11-09T06:52:13.089" v="70"/>
          <ac:picMkLst>
            <pc:docMk/>
            <pc:sldMk cId="870581511" sldId="270"/>
            <ac:picMk id="34" creationId="{C558075B-59AC-B9F7-29A5-68FDC54CA11F}"/>
          </ac:picMkLst>
        </pc:picChg>
      </pc:sldChg>
      <pc:sldChg chg="addSp delSp modSp mod">
        <pc:chgData name="de-Jesus-Oliveira Victor-Adriel" userId="a708fc36-3c1b-42ab-b5e9-2e1fa3c6605e" providerId="ADAL" clId="{39AA12F0-CB51-4D67-A3A6-7C3EC2C345CA}" dt="2025-11-09T06:52:23.215" v="72" actId="478"/>
        <pc:sldMkLst>
          <pc:docMk/>
          <pc:sldMk cId="3240356758" sldId="282"/>
        </pc:sldMkLst>
        <pc:spChg chg="ord">
          <ac:chgData name="de-Jesus-Oliveira Victor-Adriel" userId="a708fc36-3c1b-42ab-b5e9-2e1fa3c6605e" providerId="ADAL" clId="{39AA12F0-CB51-4D67-A3A6-7C3EC2C345CA}" dt="2025-11-08T14:01:24.374" v="61" actId="166"/>
          <ac:spMkLst>
            <pc:docMk/>
            <pc:sldMk cId="3240356758" sldId="282"/>
            <ac:spMk id="6" creationId="{4A7003EA-8517-4733-9CF8-C7B2246F0B01}"/>
          </ac:spMkLst>
        </pc:spChg>
        <pc:grpChg chg="add del mod">
          <ac:chgData name="de-Jesus-Oliveira Victor-Adriel" userId="a708fc36-3c1b-42ab-b5e9-2e1fa3c6605e" providerId="ADAL" clId="{39AA12F0-CB51-4D67-A3A6-7C3EC2C345CA}" dt="2025-11-09T06:52:23.215" v="72" actId="478"/>
          <ac:grpSpMkLst>
            <pc:docMk/>
            <pc:sldMk cId="3240356758" sldId="282"/>
            <ac:grpSpMk id="10" creationId="{8A071BED-39AB-118C-A49C-A11147CA311E}"/>
          </ac:grpSpMkLst>
        </pc:grpChg>
        <pc:grpChg chg="mod">
          <ac:chgData name="de-Jesus-Oliveira Victor-Adriel" userId="a708fc36-3c1b-42ab-b5e9-2e1fa3c6605e" providerId="ADAL" clId="{39AA12F0-CB51-4D67-A3A6-7C3EC2C345CA}" dt="2025-11-08T14:01:19.177" v="60"/>
          <ac:grpSpMkLst>
            <pc:docMk/>
            <pc:sldMk cId="3240356758" sldId="282"/>
            <ac:grpSpMk id="22" creationId="{034F74B1-56CE-FB40-EF2F-BCEF440D5B3C}"/>
          </ac:grpSpMkLst>
        </pc:grpChg>
        <pc:grpChg chg="add mod">
          <ac:chgData name="de-Jesus-Oliveira Victor-Adriel" userId="a708fc36-3c1b-42ab-b5e9-2e1fa3c6605e" providerId="ADAL" clId="{39AA12F0-CB51-4D67-A3A6-7C3EC2C345CA}" dt="2025-11-09T06:52:15.301" v="71"/>
          <ac:grpSpMkLst>
            <pc:docMk/>
            <pc:sldMk cId="3240356758" sldId="282"/>
            <ac:grpSpMk id="26" creationId="{BF1340A0-08BF-5027-5C69-C6C32BB5D337}"/>
          </ac:grpSpMkLst>
        </pc:grpChg>
        <pc:grpChg chg="mod">
          <ac:chgData name="de-Jesus-Oliveira Victor-Adriel" userId="a708fc36-3c1b-42ab-b5e9-2e1fa3c6605e" providerId="ADAL" clId="{39AA12F0-CB51-4D67-A3A6-7C3EC2C345CA}" dt="2025-11-09T06:52:15.301" v="71"/>
          <ac:grpSpMkLst>
            <pc:docMk/>
            <pc:sldMk cId="3240356758" sldId="282"/>
            <ac:grpSpMk id="30" creationId="{321AC6E6-21FA-63C8-14CA-2EE163466DB8}"/>
          </ac:grpSpMkLst>
        </pc:grpChg>
        <pc:picChg chg="mod">
          <ac:chgData name="de-Jesus-Oliveira Victor-Adriel" userId="a708fc36-3c1b-42ab-b5e9-2e1fa3c6605e" providerId="ADAL" clId="{39AA12F0-CB51-4D67-A3A6-7C3EC2C345CA}" dt="2025-11-08T14:01:19.177" v="60"/>
          <ac:picMkLst>
            <pc:docMk/>
            <pc:sldMk cId="3240356758" sldId="282"/>
            <ac:picMk id="20" creationId="{EB0D5C27-A4C9-C1E9-72EA-D5F45BBD8C23}"/>
          </ac:picMkLst>
        </pc:picChg>
        <pc:picChg chg="mod">
          <ac:chgData name="de-Jesus-Oliveira Victor-Adriel" userId="a708fc36-3c1b-42ab-b5e9-2e1fa3c6605e" providerId="ADAL" clId="{39AA12F0-CB51-4D67-A3A6-7C3EC2C345CA}" dt="2025-11-08T14:01:19.177" v="60"/>
          <ac:picMkLst>
            <pc:docMk/>
            <pc:sldMk cId="3240356758" sldId="282"/>
            <ac:picMk id="23" creationId="{35BAE0E7-C82F-69D8-E36A-5D45DBABF7D3}"/>
          </ac:picMkLst>
        </pc:picChg>
        <pc:picChg chg="mod">
          <ac:chgData name="de-Jesus-Oliveira Victor-Adriel" userId="a708fc36-3c1b-42ab-b5e9-2e1fa3c6605e" providerId="ADAL" clId="{39AA12F0-CB51-4D67-A3A6-7C3EC2C345CA}" dt="2025-11-08T14:01:19.177" v="60"/>
          <ac:picMkLst>
            <pc:docMk/>
            <pc:sldMk cId="3240356758" sldId="282"/>
            <ac:picMk id="24" creationId="{4DDD03B3-C6E1-D682-3687-84F633DB6B12}"/>
          </ac:picMkLst>
        </pc:picChg>
        <pc:picChg chg="mod">
          <ac:chgData name="de-Jesus-Oliveira Victor-Adriel" userId="a708fc36-3c1b-42ab-b5e9-2e1fa3c6605e" providerId="ADAL" clId="{39AA12F0-CB51-4D67-A3A6-7C3EC2C345CA}" dt="2025-11-08T14:01:19.177" v="60"/>
          <ac:picMkLst>
            <pc:docMk/>
            <pc:sldMk cId="3240356758" sldId="282"/>
            <ac:picMk id="25" creationId="{9D9DFF75-3313-4CFB-E97F-1FD7A09F76D6}"/>
          </ac:picMkLst>
        </pc:picChg>
        <pc:picChg chg="mod">
          <ac:chgData name="de-Jesus-Oliveira Victor-Adriel" userId="a708fc36-3c1b-42ab-b5e9-2e1fa3c6605e" providerId="ADAL" clId="{39AA12F0-CB51-4D67-A3A6-7C3EC2C345CA}" dt="2025-11-09T06:52:15.301" v="71"/>
          <ac:picMkLst>
            <pc:docMk/>
            <pc:sldMk cId="3240356758" sldId="282"/>
            <ac:picMk id="28" creationId="{3CDA7C26-DA71-8A36-113A-F4C34DC2B35B}"/>
          </ac:picMkLst>
        </pc:picChg>
        <pc:picChg chg="mod">
          <ac:chgData name="de-Jesus-Oliveira Victor-Adriel" userId="a708fc36-3c1b-42ab-b5e9-2e1fa3c6605e" providerId="ADAL" clId="{39AA12F0-CB51-4D67-A3A6-7C3EC2C345CA}" dt="2025-11-09T06:52:15.301" v="71"/>
          <ac:picMkLst>
            <pc:docMk/>
            <pc:sldMk cId="3240356758" sldId="282"/>
            <ac:picMk id="33" creationId="{06AC6FA9-D86C-3F8E-E11E-34D76AEAAC58}"/>
          </ac:picMkLst>
        </pc:picChg>
        <pc:picChg chg="mod">
          <ac:chgData name="de-Jesus-Oliveira Victor-Adriel" userId="a708fc36-3c1b-42ab-b5e9-2e1fa3c6605e" providerId="ADAL" clId="{39AA12F0-CB51-4D67-A3A6-7C3EC2C345CA}" dt="2025-11-09T06:52:15.301" v="71"/>
          <ac:picMkLst>
            <pc:docMk/>
            <pc:sldMk cId="3240356758" sldId="282"/>
            <ac:picMk id="34" creationId="{931C667A-1F6B-DA6A-31B9-1B7298527447}"/>
          </ac:picMkLst>
        </pc:picChg>
        <pc:picChg chg="mod">
          <ac:chgData name="de-Jesus-Oliveira Victor-Adriel" userId="a708fc36-3c1b-42ab-b5e9-2e1fa3c6605e" providerId="ADAL" clId="{39AA12F0-CB51-4D67-A3A6-7C3EC2C345CA}" dt="2025-11-09T06:52:15.301" v="71"/>
          <ac:picMkLst>
            <pc:docMk/>
            <pc:sldMk cId="3240356758" sldId="282"/>
            <ac:picMk id="35" creationId="{AB4C43E9-9268-2FA7-C10E-D95609213B7C}"/>
          </ac:picMkLst>
        </pc:picChg>
      </pc:sldChg>
      <pc:sldChg chg="modSp mod">
        <pc:chgData name="de-Jesus-Oliveira Victor-Adriel" userId="a708fc36-3c1b-42ab-b5e9-2e1fa3c6605e" providerId="ADAL" clId="{39AA12F0-CB51-4D67-A3A6-7C3EC2C345CA}" dt="2025-11-07T17:17:17.924" v="35" actId="20577"/>
        <pc:sldMkLst>
          <pc:docMk/>
          <pc:sldMk cId="313680254" sldId="285"/>
        </pc:sldMkLst>
        <pc:spChg chg="mod">
          <ac:chgData name="de-Jesus-Oliveira Victor-Adriel" userId="a708fc36-3c1b-42ab-b5e9-2e1fa3c6605e" providerId="ADAL" clId="{39AA12F0-CB51-4D67-A3A6-7C3EC2C345CA}" dt="2025-11-07T17:17:17.924" v="35" actId="20577"/>
          <ac:spMkLst>
            <pc:docMk/>
            <pc:sldMk cId="313680254" sldId="285"/>
            <ac:spMk id="4" creationId="{82B15DD6-0713-4687-9E23-12B35F8AE7C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09.11.2025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09.11.2025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09.11.2025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09.11.2025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09.11.2025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09.11.2025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9.png"/><Relationship Id="rId4" Type="http://schemas.openxmlformats.org/officeDocument/2006/relationships/image" Target="../media/image16.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7.png"/><Relationship Id="rId3" Type="http://schemas.openxmlformats.org/officeDocument/2006/relationships/image" Target="../media/image38.png"/><Relationship Id="rId7" Type="http://schemas.openxmlformats.org/officeDocument/2006/relationships/image" Target="../media/image40.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28.png"/><Relationship Id="rId15" Type="http://schemas.openxmlformats.org/officeDocument/2006/relationships/image" Target="../media/image9.png"/><Relationship Id="rId10" Type="http://schemas.openxmlformats.org/officeDocument/2006/relationships/image" Target="../media/image43.svg"/><Relationship Id="rId4" Type="http://schemas.openxmlformats.org/officeDocument/2006/relationships/image" Target="../media/image32.png"/><Relationship Id="rId9" Type="http://schemas.openxmlformats.org/officeDocument/2006/relationships/image" Target="../media/image42.png"/><Relationship Id="rId1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46.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43.svg"/><Relationship Id="rId5" Type="http://schemas.openxmlformats.org/officeDocument/2006/relationships/image" Target="../media/image39.png"/><Relationship Id="rId15" Type="http://schemas.openxmlformats.org/officeDocument/2006/relationships/image" Target="../media/image9.png"/><Relationship Id="rId10" Type="http://schemas.openxmlformats.org/officeDocument/2006/relationships/image" Target="../media/image42.png"/><Relationship Id="rId4" Type="http://schemas.openxmlformats.org/officeDocument/2006/relationships/image" Target="../media/image28.png"/><Relationship Id="rId9" Type="http://schemas.openxmlformats.org/officeDocument/2006/relationships/image" Target="../media/image41.svg"/><Relationship Id="rId1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965753"/>
            <a:ext cx="4497388" cy="156966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Central Tendency</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3139321"/>
          </a:xfrm>
          <a:prstGeom prst="rect">
            <a:avLst/>
          </a:prstGeom>
          <a:noFill/>
        </p:spPr>
        <p:txBody>
          <a:bodyPr wrap="square" rtlCol="0">
            <a:spAutoFit/>
          </a:bodyPr>
          <a:lstStyle/>
          <a:p>
            <a:r>
              <a:rPr lang="en-US" sz="1100" dirty="0">
                <a:latin typeface="Segoe UI" panose="020B0502040204020203" pitchFamily="34" charset="0"/>
                <a:cs typeface="Segoe UI" panose="020B0502040204020203" pitchFamily="34" charset="0"/>
              </a:rPr>
              <a:t>This comic was created as part of the </a:t>
            </a:r>
            <a:r>
              <a:rPr lang="en-US" sz="1100" dirty="0" err="1">
                <a:latin typeface="Segoe UI" panose="020B0502040204020203" pitchFamily="34" charset="0"/>
                <a:cs typeface="Segoe UI" panose="020B0502040204020203" pitchFamily="34" charset="0"/>
              </a:rPr>
              <a:t>Comixplain</a:t>
            </a:r>
            <a:r>
              <a:rPr lang="en-US" sz="1100" dirty="0">
                <a:latin typeface="Segoe UI" panose="020B0502040204020203" pitchFamily="34" charset="0"/>
                <a:cs typeface="Segoe UI" panose="020B0502040204020203" pitchFamily="34" charset="0"/>
              </a:rPr>
              <a:t> research project, funded by the University of Applied Sciences St. </a:t>
            </a:r>
            <a:r>
              <a:rPr lang="en-US" sz="1100" dirty="0" err="1">
                <a:latin typeface="Segoe UI" panose="020B0502040204020203" pitchFamily="34" charset="0"/>
                <a:cs typeface="Segoe UI" panose="020B0502040204020203" pitchFamily="34" charset="0"/>
              </a:rPr>
              <a:t>Pölten</a:t>
            </a:r>
            <a:r>
              <a:rPr lang="en-US" sz="1100" dirty="0">
                <a:latin typeface="Segoe UI" panose="020B0502040204020203" pitchFamily="34" charset="0"/>
                <a:cs typeface="Segoe UI" panose="020B0502040204020203" pitchFamily="34" charset="0"/>
              </a:rPr>
              <a:t> (USTP) through the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Project 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EAF4A7A1-2B5A-FEF5-21CE-37B184664D6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6" name="Textfeld 1">
            <a:extLst>
              <a:ext uri="{FF2B5EF4-FFF2-40B4-BE49-F238E27FC236}">
                <a16:creationId xmlns:a16="http://schemas.microsoft.com/office/drawing/2014/main" id="{137F9BB2-0FF1-FA8B-F3FA-CA3675240EF0}"/>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F64A1C30-ABF6-6700-44CE-9CDB9BC789C0}"/>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15D3ADFC-9C6E-9A53-451B-3FA7D96B2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1911545F-3723-2EE8-7E9E-811E2C8825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19B14C1F-8D4F-5F60-724E-EF0ECF15C52C}"/>
              </a:ext>
            </a:extLst>
          </p:cNvPr>
          <p:cNvSpPr txBox="1"/>
          <p:nvPr/>
        </p:nvSpPr>
        <p:spPr>
          <a:xfrm>
            <a:off x="2354893" y="7607440"/>
            <a:ext cx="3788805"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Central Tendency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B892C55F-C84D-AC00-B537-6B41348C7708}"/>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84EEBE1C-A77C-59B9-83BB-E9156DDADFD2}"/>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3048DD9B-7DF6-0505-9D41-32C02D392BF6}"/>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12F2D8C7-3B9E-2578-5902-FB8A14B0F81C}"/>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4192119"/>
            <a:ext cx="107951"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40347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1144" y="7329132"/>
            <a:ext cx="475489" cy="420625"/>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2" name="Title 1">
            <a:extLst>
              <a:ext uri="{FF2B5EF4-FFF2-40B4-BE49-F238E27FC236}">
                <a16:creationId xmlns:a16="http://schemas.microsoft.com/office/drawing/2014/main" id="{1D6318BD-2508-770C-1108-C765666AC341}"/>
              </a:ext>
              <a:ext uri="{C183D7F6-B498-43B3-948B-1728B52AA6E4}">
                <adec:decorative xmlns:adec="http://schemas.microsoft.com/office/drawing/2017/decorative" val="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50" name="Textfeld 49">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25" name="Rechteck 24">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sz="1000" dirty="0" err="1">
                <a:solidFill>
                  <a:schemeClr val="tx1"/>
                </a:solidFill>
                <a:latin typeface="Pangolin" panose="00000500000000000000" pitchFamily="2" charset="0"/>
              </a:rPr>
              <a:t>It‘s</a:t>
            </a:r>
            <a:r>
              <a:rPr lang="de-AT" sz="1000" dirty="0">
                <a:solidFill>
                  <a:schemeClr val="tx1"/>
                </a:solidFill>
                <a:latin typeface="Pangolin" panose="00000500000000000000" pitchFamily="2" charset="0"/>
              </a:rPr>
              <a:t> a </a:t>
            </a:r>
            <a:r>
              <a:rPr lang="de-AT" sz="1000" dirty="0" err="1">
                <a:solidFill>
                  <a:schemeClr val="tx1"/>
                </a:solidFill>
                <a:latin typeface="Pangolin" panose="00000500000000000000" pitchFamily="2" charset="0"/>
              </a:rPr>
              <a:t>busy</a:t>
            </a:r>
            <a:r>
              <a:rPr lang="de-AT" sz="1000" dirty="0">
                <a:solidFill>
                  <a:schemeClr val="tx1"/>
                </a:solidFill>
                <a:latin typeface="Pangolin" panose="00000500000000000000" pitchFamily="2" charset="0"/>
              </a:rPr>
              <a:t> </a:t>
            </a:r>
            <a:r>
              <a:rPr lang="de-AT" sz="1000" dirty="0" err="1">
                <a:solidFill>
                  <a:schemeClr val="tx1"/>
                </a:solidFill>
                <a:latin typeface="Pangolin" panose="00000500000000000000" pitchFamily="2" charset="0"/>
              </a:rPr>
              <a:t>day</a:t>
            </a:r>
            <a:r>
              <a:rPr lang="de-AT" sz="1000" dirty="0">
                <a:solidFill>
                  <a:schemeClr val="tx1"/>
                </a:solidFill>
                <a:latin typeface="Pangolin" panose="00000500000000000000" pitchFamily="2" charset="0"/>
              </a:rPr>
              <a:t> at </a:t>
            </a:r>
            <a:r>
              <a:rPr lang="de-AT" sz="1000" dirty="0" err="1">
                <a:solidFill>
                  <a:schemeClr val="tx1"/>
                </a:solidFill>
                <a:latin typeface="Pangolin" panose="00000500000000000000" pitchFamily="2" charset="0"/>
              </a:rPr>
              <a:t>the</a:t>
            </a:r>
            <a:endParaRPr lang="de-AT" sz="1000" dirty="0">
              <a:solidFill>
                <a:schemeClr val="tx1"/>
              </a:solidFill>
              <a:latin typeface="Pangolin" panose="00000500000000000000" pitchFamily="2" charset="0"/>
            </a:endParaRPr>
          </a:p>
          <a:p>
            <a:pPr algn="ctr"/>
            <a:r>
              <a:rPr lang="de-AT" sz="1000" dirty="0" err="1">
                <a:solidFill>
                  <a:schemeClr val="tx1"/>
                </a:solidFill>
                <a:latin typeface="Pangolin" panose="00000500000000000000" pitchFamily="2" charset="0"/>
              </a:rPr>
              <a:t>central</a:t>
            </a:r>
            <a:r>
              <a:rPr lang="de-AT" sz="1000" dirty="0">
                <a:solidFill>
                  <a:schemeClr val="tx1"/>
                </a:solidFill>
                <a:latin typeface="Pangolin" panose="00000500000000000000" pitchFamily="2" charset="0"/>
              </a:rPr>
              <a:t> </a:t>
            </a:r>
            <a:r>
              <a:rPr lang="de-AT" sz="1000" dirty="0" err="1">
                <a:solidFill>
                  <a:schemeClr val="tx1"/>
                </a:solidFill>
                <a:latin typeface="Pangolin" panose="00000500000000000000" pitchFamily="2" charset="0"/>
              </a:rPr>
              <a:t>office</a:t>
            </a:r>
            <a:r>
              <a:rPr lang="de-AT" sz="1000" dirty="0">
                <a:solidFill>
                  <a:schemeClr val="tx1"/>
                </a:solidFill>
                <a:latin typeface="Pangolin" panose="00000500000000000000" pitchFamily="2" charset="0"/>
              </a:rPr>
              <a:t>…</a:t>
            </a: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603474" cy="350703"/>
          </a:xfrm>
          <a:custGeom>
            <a:avLst/>
            <a:gdLst>
              <a:gd name="connsiteX0" fmla="*/ 0 w 603474"/>
              <a:gd name="connsiteY0" fmla="*/ 58452 h 350703"/>
              <a:gd name="connsiteX1" fmla="*/ 58452 w 603474"/>
              <a:gd name="connsiteY1" fmla="*/ 0 h 350703"/>
              <a:gd name="connsiteX2" fmla="*/ 100579 w 603474"/>
              <a:gd name="connsiteY2" fmla="*/ 0 h 350703"/>
              <a:gd name="connsiteX3" fmla="*/ 100579 w 603474"/>
              <a:gd name="connsiteY3" fmla="*/ 0 h 350703"/>
              <a:gd name="connsiteX4" fmla="*/ 251448 w 603474"/>
              <a:gd name="connsiteY4" fmla="*/ 0 h 350703"/>
              <a:gd name="connsiteX5" fmla="*/ 545022 w 603474"/>
              <a:gd name="connsiteY5" fmla="*/ 0 h 350703"/>
              <a:gd name="connsiteX6" fmla="*/ 603474 w 603474"/>
              <a:gd name="connsiteY6" fmla="*/ 58452 h 350703"/>
              <a:gd name="connsiteX7" fmla="*/ 603474 w 603474"/>
              <a:gd name="connsiteY7" fmla="*/ 204577 h 350703"/>
              <a:gd name="connsiteX8" fmla="*/ 603474 w 603474"/>
              <a:gd name="connsiteY8" fmla="*/ 204577 h 350703"/>
              <a:gd name="connsiteX9" fmla="*/ 603474 w 603474"/>
              <a:gd name="connsiteY9" fmla="*/ 292253 h 350703"/>
              <a:gd name="connsiteX10" fmla="*/ 603474 w 603474"/>
              <a:gd name="connsiteY10" fmla="*/ 292251 h 350703"/>
              <a:gd name="connsiteX11" fmla="*/ 545022 w 603474"/>
              <a:gd name="connsiteY11" fmla="*/ 350703 h 350703"/>
              <a:gd name="connsiteX12" fmla="*/ 251448 w 603474"/>
              <a:gd name="connsiteY12" fmla="*/ 350703 h 350703"/>
              <a:gd name="connsiteX13" fmla="*/ 52194 w 603474"/>
              <a:gd name="connsiteY13" fmla="*/ 506068 h 350703"/>
              <a:gd name="connsiteX14" fmla="*/ 100579 w 603474"/>
              <a:gd name="connsiteY14" fmla="*/ 350703 h 350703"/>
              <a:gd name="connsiteX15" fmla="*/ 58452 w 603474"/>
              <a:gd name="connsiteY15" fmla="*/ 350703 h 350703"/>
              <a:gd name="connsiteX16" fmla="*/ 0 w 603474"/>
              <a:gd name="connsiteY16" fmla="*/ 292251 h 350703"/>
              <a:gd name="connsiteX17" fmla="*/ 0 w 603474"/>
              <a:gd name="connsiteY17" fmla="*/ 292253 h 350703"/>
              <a:gd name="connsiteX18" fmla="*/ 0 w 603474"/>
              <a:gd name="connsiteY18" fmla="*/ 204577 h 350703"/>
              <a:gd name="connsiteX19" fmla="*/ 0 w 603474"/>
              <a:gd name="connsiteY19" fmla="*/ 204577 h 350703"/>
              <a:gd name="connsiteX20" fmla="*/ 0 w 603474"/>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3474" h="350703" fill="none" extrusionOk="0">
                <a:moveTo>
                  <a:pt x="0" y="58452"/>
                </a:moveTo>
                <a:cubicBezTo>
                  <a:pt x="-863" y="26686"/>
                  <a:pt x="26998" y="-5765"/>
                  <a:pt x="58452" y="0"/>
                </a:cubicBezTo>
                <a:cubicBezTo>
                  <a:pt x="78184" y="1858"/>
                  <a:pt x="83060" y="-1961"/>
                  <a:pt x="100579" y="0"/>
                </a:cubicBezTo>
                <a:lnTo>
                  <a:pt x="100579" y="0"/>
                </a:lnTo>
                <a:cubicBezTo>
                  <a:pt x="170931" y="632"/>
                  <a:pt x="200553" y="-1532"/>
                  <a:pt x="251448" y="0"/>
                </a:cubicBezTo>
                <a:cubicBezTo>
                  <a:pt x="315258" y="3205"/>
                  <a:pt x="444446" y="-14407"/>
                  <a:pt x="545022" y="0"/>
                </a:cubicBezTo>
                <a:cubicBezTo>
                  <a:pt x="579541" y="3983"/>
                  <a:pt x="604040" y="25586"/>
                  <a:pt x="603474" y="58452"/>
                </a:cubicBezTo>
                <a:cubicBezTo>
                  <a:pt x="610307" y="129846"/>
                  <a:pt x="606907" y="159959"/>
                  <a:pt x="603474" y="204577"/>
                </a:cubicBezTo>
                <a:lnTo>
                  <a:pt x="603474" y="204577"/>
                </a:lnTo>
                <a:cubicBezTo>
                  <a:pt x="600069" y="242563"/>
                  <a:pt x="602016" y="273195"/>
                  <a:pt x="603474" y="292253"/>
                </a:cubicBezTo>
                <a:lnTo>
                  <a:pt x="603474" y="292251"/>
                </a:lnTo>
                <a:cubicBezTo>
                  <a:pt x="603859" y="325948"/>
                  <a:pt x="577472" y="344728"/>
                  <a:pt x="545022" y="350703"/>
                </a:cubicBezTo>
                <a:cubicBezTo>
                  <a:pt x="457981" y="339320"/>
                  <a:pt x="326455" y="358371"/>
                  <a:pt x="251448" y="350703"/>
                </a:cubicBezTo>
                <a:cubicBezTo>
                  <a:pt x="176914" y="405549"/>
                  <a:pt x="134353" y="432018"/>
                  <a:pt x="52194" y="506068"/>
                </a:cubicBezTo>
                <a:cubicBezTo>
                  <a:pt x="64830" y="465565"/>
                  <a:pt x="92410" y="403094"/>
                  <a:pt x="100579" y="350703"/>
                </a:cubicBezTo>
                <a:cubicBezTo>
                  <a:pt x="85600" y="352589"/>
                  <a:pt x="71445" y="352093"/>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603474" h="350703" stroke="0" extrusionOk="0">
                <a:moveTo>
                  <a:pt x="0" y="58452"/>
                </a:moveTo>
                <a:cubicBezTo>
                  <a:pt x="-6542" y="21753"/>
                  <a:pt x="29167" y="-981"/>
                  <a:pt x="58452" y="0"/>
                </a:cubicBezTo>
                <a:cubicBezTo>
                  <a:pt x="67380" y="-1966"/>
                  <a:pt x="81522" y="-1360"/>
                  <a:pt x="100579" y="0"/>
                </a:cubicBezTo>
                <a:lnTo>
                  <a:pt x="100579" y="0"/>
                </a:lnTo>
                <a:cubicBezTo>
                  <a:pt x="155204" y="-5731"/>
                  <a:pt x="186061" y="-4246"/>
                  <a:pt x="251448" y="0"/>
                </a:cubicBezTo>
                <a:cubicBezTo>
                  <a:pt x="339629" y="-8018"/>
                  <a:pt x="432075" y="-12997"/>
                  <a:pt x="545022" y="0"/>
                </a:cubicBezTo>
                <a:cubicBezTo>
                  <a:pt x="581161" y="3605"/>
                  <a:pt x="598726" y="27536"/>
                  <a:pt x="603474" y="58452"/>
                </a:cubicBezTo>
                <a:cubicBezTo>
                  <a:pt x="603751" y="102424"/>
                  <a:pt x="606104" y="147534"/>
                  <a:pt x="603474" y="204577"/>
                </a:cubicBezTo>
                <a:lnTo>
                  <a:pt x="603474" y="204577"/>
                </a:lnTo>
                <a:cubicBezTo>
                  <a:pt x="604871" y="245793"/>
                  <a:pt x="601429" y="274671"/>
                  <a:pt x="603474" y="292253"/>
                </a:cubicBezTo>
                <a:lnTo>
                  <a:pt x="603474" y="292251"/>
                </a:lnTo>
                <a:cubicBezTo>
                  <a:pt x="609023" y="323218"/>
                  <a:pt x="578234" y="350763"/>
                  <a:pt x="545022" y="350703"/>
                </a:cubicBezTo>
                <a:cubicBezTo>
                  <a:pt x="418400" y="356034"/>
                  <a:pt x="340863" y="350169"/>
                  <a:pt x="251448" y="350703"/>
                </a:cubicBezTo>
                <a:cubicBezTo>
                  <a:pt x="162504" y="431666"/>
                  <a:pt x="99465" y="483630"/>
                  <a:pt x="52194" y="506068"/>
                </a:cubicBezTo>
                <a:cubicBezTo>
                  <a:pt x="59301" y="464929"/>
                  <a:pt x="73454" y="417044"/>
                  <a:pt x="100579" y="350703"/>
                </a:cubicBezTo>
                <a:cubicBezTo>
                  <a:pt x="87983" y="349703"/>
                  <a:pt x="69526" y="349411"/>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41351"/>
                      <a:gd name="adj2" fmla="val 94301"/>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sigh</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FD535BCD-3CF7-4F76-ADE4-FB69248A04D6}"/>
              </a:ext>
            </a:extLst>
          </p:cNvPr>
          <p:cNvSpPr txBox="1"/>
          <p:nvPr/>
        </p:nvSpPr>
        <p:spPr>
          <a:xfrm>
            <a:off x="297141" y="3743876"/>
            <a:ext cx="1966262"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a:t>
            </a:r>
            <a:r>
              <a:rPr lang="de-DE" sz="1000" dirty="0" err="1">
                <a:solidFill>
                  <a:schemeClr val="tx1"/>
                </a:solidFill>
                <a:latin typeface="Pangolin" panose="00000500000000000000" pitchFamily="2" charset="0"/>
              </a:rPr>
              <a:t>newbie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ready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presentation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today</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6EF1BE89-8274-41B4-9325-6208789C84BA}"/>
              </a:ext>
            </a:extLst>
          </p:cNvPr>
          <p:cNvSpPr txBox="1"/>
          <p:nvPr/>
        </p:nvSpPr>
        <p:spPr>
          <a:xfrm>
            <a:off x="2403474" y="3666008"/>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Not </a:t>
            </a:r>
            <a:r>
              <a:rPr lang="de-DE" sz="1000" dirty="0" err="1">
                <a:solidFill>
                  <a:schemeClr val="tx1"/>
                </a:solidFill>
                <a:latin typeface="Pangolin" panose="00000500000000000000" pitchFamily="2" charset="0"/>
              </a:rPr>
              <a:t>really</a:t>
            </a:r>
            <a:r>
              <a:rPr lang="de-DE" sz="1000" dirty="0">
                <a:solidFill>
                  <a:schemeClr val="tx1"/>
                </a:solidFill>
                <a:latin typeface="Pangolin" panose="00000500000000000000" pitchFamily="2" charset="0"/>
              </a:rPr>
              <a:t>… I </a:t>
            </a:r>
            <a:r>
              <a:rPr lang="de-DE" sz="1000" dirty="0" err="1">
                <a:solidFill>
                  <a:schemeClr val="tx1"/>
                </a:solidFill>
                <a:latin typeface="Pangolin" panose="00000500000000000000" pitchFamily="2" charset="0"/>
              </a:rPr>
              <a:t>collected</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lot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data</a:t>
            </a:r>
            <a:r>
              <a:rPr lang="de-DE" sz="1000" dirty="0">
                <a:solidFill>
                  <a:schemeClr val="tx1"/>
                </a:solidFill>
                <a:latin typeface="Pangolin" panose="00000500000000000000" pitchFamily="2" charset="0"/>
              </a:rPr>
              <a:t>, but I </a:t>
            </a:r>
            <a:r>
              <a:rPr lang="de-DE" sz="1000" dirty="0" err="1">
                <a:solidFill>
                  <a:schemeClr val="tx1"/>
                </a:solidFill>
                <a:latin typeface="Pangolin" panose="00000500000000000000" pitchFamily="2" charset="0"/>
              </a:rPr>
              <a:t>only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have</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few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minutes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present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everything</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735FDD67-08E8-4151-8A65-D74BC6B368CC}"/>
              </a:ext>
            </a:extLst>
          </p:cNvPr>
          <p:cNvSpPr txBox="1"/>
          <p:nvPr/>
        </p:nvSpPr>
        <p:spPr>
          <a:xfrm>
            <a:off x="3394633" y="4395493"/>
            <a:ext cx="788896" cy="1015663"/>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Why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don‘t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just </a:t>
            </a:r>
            <a:r>
              <a:rPr lang="de-DE" sz="1000" dirty="0" err="1">
                <a:solidFill>
                  <a:schemeClr val="tx1"/>
                </a:solidFill>
                <a:latin typeface="Pangolin" panose="00000500000000000000" pitchFamily="2" charset="0"/>
              </a:rPr>
              <a:t>show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most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interesting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aspects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5C958BC1-8337-4871-8F17-BBA99AB6E256}"/>
              </a:ext>
            </a:extLst>
          </p:cNvPr>
          <p:cNvSpPr txBox="1"/>
          <p:nvPr/>
        </p:nvSpPr>
        <p:spPr>
          <a:xfrm>
            <a:off x="4574429" y="3668001"/>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But </a:t>
            </a:r>
            <a:r>
              <a:rPr lang="de-DE" sz="1000" dirty="0" err="1">
                <a:solidFill>
                  <a:schemeClr val="tx1"/>
                </a:solidFill>
                <a:latin typeface="Pangolin" panose="00000500000000000000" pitchFamily="2" charset="0"/>
              </a:rPr>
              <a:t>there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are</a:t>
            </a:r>
            <a:r>
              <a:rPr lang="de-DE" sz="1000" dirty="0">
                <a:solidFill>
                  <a:schemeClr val="tx1"/>
                </a:solidFill>
                <a:latin typeface="Pangolin" panose="00000500000000000000" pitchFamily="2" charset="0"/>
              </a:rPr>
              <a:t> so </a:t>
            </a:r>
            <a:r>
              <a:rPr lang="de-DE" sz="1000" dirty="0" err="1">
                <a:solidFill>
                  <a:schemeClr val="tx1"/>
                </a:solidFill>
                <a:latin typeface="Pangolin" panose="00000500000000000000" pitchFamily="2" charset="0"/>
              </a:rPr>
              <a:t>many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interesting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aspects</a:t>
            </a:r>
            <a:r>
              <a:rPr lang="de-DE" sz="1000" dirty="0">
                <a:solidFill>
                  <a:schemeClr val="tx1"/>
                </a:solidFill>
                <a:latin typeface="Pangolin" panose="00000500000000000000" pitchFamily="2" charset="0"/>
              </a:rPr>
              <a:t>! I just </a:t>
            </a:r>
            <a:r>
              <a:rPr lang="de-DE" sz="1000" dirty="0" err="1">
                <a:solidFill>
                  <a:schemeClr val="tx1"/>
                </a:solidFill>
                <a:latin typeface="Pangolin" panose="00000500000000000000" pitchFamily="2" charset="0"/>
              </a:rPr>
              <a:t>don‘t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focus</a:t>
            </a:r>
            <a:r>
              <a:rPr lang="de-DE" sz="1000" dirty="0">
                <a:solidFill>
                  <a:schemeClr val="tx1"/>
                </a:solidFill>
                <a:latin typeface="Pangolin" panose="00000500000000000000" pitchFamily="2" charset="0"/>
              </a:rPr>
              <a:t> on…</a:t>
            </a:r>
            <a:endParaRPr lang="de-AT" sz="1000" dirty="0">
              <a:solidFill>
                <a:schemeClr val="tx1"/>
              </a:solidFill>
              <a:latin typeface="Pangolin" panose="00000500000000000000" pitchFamily="2" charset="0"/>
            </a:endParaRPr>
          </a:p>
        </p:txBody>
      </p:sp>
      <p:sp>
        <p:nvSpPr>
          <p:cNvPr id="44" name="Textfeld 43">
            <a:extLst>
              <a:ext uri="{FF2B5EF4-FFF2-40B4-BE49-F238E27FC236}">
                <a16:creationId xmlns:a16="http://schemas.microsoft.com/office/drawing/2014/main" id="{6974D561-8548-4C46-98A0-42EA1DCD7898}"/>
              </a:ext>
            </a:extLst>
          </p:cNvPr>
          <p:cNvSpPr txBox="1"/>
          <p:nvPr/>
        </p:nvSpPr>
        <p:spPr>
          <a:xfrm>
            <a:off x="5782424" y="4745567"/>
            <a:ext cx="517099" cy="246221"/>
          </a:xfrm>
          <a:prstGeom prst="rect">
            <a:avLst/>
          </a:prstGeom>
          <a:noFill/>
        </p:spPr>
        <p:txBody>
          <a:bodyPr wrap="square">
            <a:spAutoFit/>
          </a:bodyPr>
          <a:lstStyle/>
          <a:p>
            <a:pPr algn="ctr"/>
            <a:r>
              <a:rPr lang="de-DE" sz="1000" dirty="0" err="1">
                <a:latin typeface="Pangolin" panose="00000500000000000000" pitchFamily="2" charset="0"/>
              </a:rPr>
              <a:t>w</a:t>
            </a:r>
            <a:r>
              <a:rPr lang="de-DE" sz="1000" dirty="0" err="1">
                <a:solidFill>
                  <a:schemeClr val="tx1"/>
                </a:solidFill>
                <a:latin typeface="Pangolin" panose="00000500000000000000" pitchFamily="2" charset="0"/>
              </a:rPr>
              <a:t>ell</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9F562B83-7200-4986-A521-5724F41075AC}"/>
              </a:ext>
            </a:extLst>
          </p:cNvPr>
          <p:cNvSpPr txBox="1"/>
          <p:nvPr/>
        </p:nvSpPr>
        <p:spPr>
          <a:xfrm>
            <a:off x="328455" y="6900838"/>
            <a:ext cx="1543612" cy="707886"/>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could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start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with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a:solidFill>
                  <a:schemeClr val="tx1"/>
                </a:solidFill>
                <a:highlight>
                  <a:srgbClr val="C0C0C0"/>
                </a:highlight>
                <a:latin typeface="Pangolin" panose="00000500000000000000" pitchFamily="2" charset="0"/>
              </a:rPr>
              <a:t>CENTRAL TENDENCY.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It‘s</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good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get</a:t>
            </a:r>
            <a:r>
              <a:rPr lang="de-DE" sz="1000" dirty="0">
                <a:solidFill>
                  <a:schemeClr val="tx1"/>
                </a:solidFill>
                <a:latin typeface="Pangolin" panose="00000500000000000000" pitchFamily="2" charset="0"/>
              </a:rPr>
              <a:t> an </a:t>
            </a:r>
            <a:r>
              <a:rPr lang="de-DE" sz="1000" dirty="0" err="1">
                <a:solidFill>
                  <a:schemeClr val="tx1"/>
                </a:solidFill>
                <a:latin typeface="Pangolin" panose="00000500000000000000" pitchFamily="2" charset="0"/>
              </a:rPr>
              <a:t>overview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data</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45" name="Textfeld 44">
            <a:extLst>
              <a:ext uri="{FF2B5EF4-FFF2-40B4-BE49-F238E27FC236}">
                <a16:creationId xmlns:a16="http://schemas.microsoft.com/office/drawing/2014/main" id="{D014CC71-27EF-4927-9D32-ED8ABEA9F0DB}"/>
              </a:ext>
            </a:extLst>
          </p:cNvPr>
          <p:cNvSpPr txBox="1"/>
          <p:nvPr/>
        </p:nvSpPr>
        <p:spPr>
          <a:xfrm>
            <a:off x="1282150" y="7862775"/>
            <a:ext cx="92647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Uhh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explain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that</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9B723E9D-89AE-48B7-B489-6BC07430729F}"/>
              </a:ext>
            </a:extLst>
          </p:cNvPr>
          <p:cNvSpPr txBox="1"/>
          <p:nvPr/>
        </p:nvSpPr>
        <p:spPr>
          <a:xfrm>
            <a:off x="2640851" y="6806626"/>
            <a:ext cx="154821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a:t>
            </a:r>
            <a:r>
              <a:rPr lang="de-DE" sz="1000" dirty="0" err="1">
                <a:solidFill>
                  <a:schemeClr val="tx1"/>
                </a:solidFill>
                <a:latin typeface="Pangolin" panose="00000500000000000000" pitchFamily="2" charset="0"/>
              </a:rPr>
              <a:t>anybody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want</a:t>
            </a:r>
            <a:endParaRPr lang="de-DE" sz="1000" dirty="0">
              <a:solidFill>
                <a:schemeClr val="tx1"/>
              </a:solidFill>
              <a:latin typeface="Pangolin" panose="00000500000000000000" pitchFamily="2" charset="0"/>
            </a:endParaRPr>
          </a:p>
          <a:p>
            <a:pPr algn="ctr"/>
            <a:r>
              <a:rPr lang="de-DE" sz="1000" dirty="0" err="1">
                <a:solidFill>
                  <a:schemeClr val="tx1"/>
                </a:solidFill>
                <a:latin typeface="Pangolin" panose="00000500000000000000" pitchFamily="2" charset="0"/>
              </a:rPr>
              <a:t>some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ABF85928-FBFA-4364-800A-EC665780A970}"/>
              </a:ext>
            </a:extLst>
          </p:cNvPr>
          <p:cNvSpPr txBox="1"/>
          <p:nvPr/>
        </p:nvSpPr>
        <p:spPr>
          <a:xfrm>
            <a:off x="2583949" y="7324504"/>
            <a:ext cx="92647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Oh </a:t>
            </a:r>
            <a:r>
              <a:rPr lang="de-DE" sz="1000" dirty="0" err="1">
                <a:solidFill>
                  <a:schemeClr val="tx1"/>
                </a:solidFill>
                <a:latin typeface="Pangolin" panose="00000500000000000000" pitchFamily="2" charset="0"/>
              </a:rPr>
              <a:t>yes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these</a:t>
            </a:r>
            <a:r>
              <a:rPr lang="de-DE" sz="1000" dirty="0">
                <a:solidFill>
                  <a:schemeClr val="tx1"/>
                </a:solidFill>
                <a:latin typeface="Pangolin" panose="00000500000000000000" pitchFamily="2" charset="0"/>
              </a:rPr>
              <a:t> will do!</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2BC4AA0-9032-473E-A681-44E5A917C63B}"/>
              </a:ext>
            </a:extLst>
          </p:cNvPr>
          <p:cNvSpPr txBox="1"/>
          <p:nvPr/>
        </p:nvSpPr>
        <p:spPr>
          <a:xfrm>
            <a:off x="4599173" y="6789030"/>
            <a:ext cx="2026306"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Okay, </a:t>
            </a:r>
            <a:r>
              <a:rPr lang="de-DE" sz="1000" dirty="0" err="1">
                <a:solidFill>
                  <a:schemeClr val="tx1"/>
                </a:solidFill>
                <a:latin typeface="Pangolin" panose="00000500000000000000" pitchFamily="2" charset="0"/>
              </a:rPr>
              <a:t>see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these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Let‘s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measured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their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The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variable, and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have</a:t>
            </a:r>
            <a:endParaRPr lang="de-DE" sz="1000" dirty="0">
              <a:latin typeface="Pangolin" panose="00000500000000000000" pitchFamily="2" charset="0"/>
            </a:endParaRPr>
          </a:p>
          <a:p>
            <a:pPr algn="ctr"/>
            <a:r>
              <a:rPr lang="de-DE" sz="1000" dirty="0">
                <a:latin typeface="Pangolin" panose="00000500000000000000" pitchFamily="2" charset="0"/>
              </a:rPr>
              <a:t>     </a:t>
            </a:r>
            <a:r>
              <a:rPr lang="de-DE" sz="1000" dirty="0">
                <a:solidFill>
                  <a:schemeClr val="tx1"/>
                </a:solidFill>
                <a:latin typeface="Pangolin" panose="00000500000000000000" pitchFamily="2" charset="0"/>
              </a:rPr>
              <a:t>different </a:t>
            </a:r>
            <a:r>
              <a:rPr lang="de-DE" sz="1000" dirty="0" err="1">
                <a:solidFill>
                  <a:schemeClr val="tx1"/>
                </a:solidFill>
                <a:latin typeface="Pangolin" panose="00000500000000000000" pitchFamily="2" charset="0"/>
              </a:rPr>
              <a:t>values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grpSp>
        <p:nvGrpSpPr>
          <p:cNvPr id="13" name="Group 12">
            <a:extLst>
              <a:ext uri="{FF2B5EF4-FFF2-40B4-BE49-F238E27FC236}">
                <a16:creationId xmlns:a16="http://schemas.microsoft.com/office/drawing/2014/main" id="{F5BC8CDC-D5BD-FEEF-616D-CA3DBA480B27}"/>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7" name="Picture 16">
              <a:extLst>
                <a:ext uri="{FF2B5EF4-FFF2-40B4-BE49-F238E27FC236}">
                  <a16:creationId xmlns:a16="http://schemas.microsoft.com/office/drawing/2014/main" id="{714D3AA0-26C3-43E2-1D11-51246336C39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7" name="Group 26">
              <a:extLst>
                <a:ext uri="{FF2B5EF4-FFF2-40B4-BE49-F238E27FC236}">
                  <a16:creationId xmlns:a16="http://schemas.microsoft.com/office/drawing/2014/main" id="{94FCF8BF-3504-4C39-BFAC-8263B863BB35}"/>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8" name="Picture 27">
                <a:extLst>
                  <a:ext uri="{FF2B5EF4-FFF2-40B4-BE49-F238E27FC236}">
                    <a16:creationId xmlns:a16="http://schemas.microsoft.com/office/drawing/2014/main" id="{7CB689A8-0BE7-3791-E62A-5AEA646E6245}"/>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51" name="Picture 50">
                <a:extLst>
                  <a:ext uri="{FF2B5EF4-FFF2-40B4-BE49-F238E27FC236}">
                    <a16:creationId xmlns:a16="http://schemas.microsoft.com/office/drawing/2014/main" id="{082B1FC8-EF3F-EF64-ED38-FBC8117B3C6B}"/>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52" name="Picture 51">
                <a:extLst>
                  <a:ext uri="{FF2B5EF4-FFF2-40B4-BE49-F238E27FC236}">
                    <a16:creationId xmlns:a16="http://schemas.microsoft.com/office/drawing/2014/main" id="{A782F9F6-F2C9-AD6F-7CCF-B9276443639C}"/>
                  </a:ext>
                </a:extLst>
              </p:cNvPr>
              <p:cNvPicPr>
                <a:picLocks noChangeAspect="1"/>
              </p:cNvPicPr>
              <p:nvPr/>
            </p:nvPicPr>
            <p:blipFill>
              <a:blip r:embed="rId9"/>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343025"/>
            <a:ext cx="496321" cy="411316"/>
          </a:xfrm>
          <a:prstGeom prst="rect">
            <a:avLst/>
          </a:prstGeom>
        </p:spPr>
      </p:pic>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117" y="2587338"/>
            <a:ext cx="184155" cy="256702"/>
          </a:xfrm>
          <a:prstGeom prst="rect">
            <a:avLst/>
          </a:prstGeom>
        </p:spPr>
      </p:pic>
      <p:sp>
        <p:nvSpPr>
          <p:cNvPr id="29" name="Textfeld 28">
            <a:extLst>
              <a:ext uri="{FF2B5EF4-FFF2-40B4-BE49-F238E27FC236}">
                <a16:creationId xmlns:a16="http://schemas.microsoft.com/office/drawing/2014/main" id="{A301EB8C-E2AE-4E33-8028-83065537DBB6}"/>
              </a:ext>
              <a:ext uri="{C183D7F6-B498-43B3-948B-1728B52AA6E4}">
                <adec:decorative xmlns:adec="http://schemas.microsoft.com/office/drawing/2017/decorative" val="1"/>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2" name="Title 1">
            <a:extLst>
              <a:ext uri="{FF2B5EF4-FFF2-40B4-BE49-F238E27FC236}">
                <a16:creationId xmlns:a16="http://schemas.microsoft.com/office/drawing/2014/main" id="{A3C0B392-CD86-EF5F-20EA-09C033CD2A47}"/>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16" name="Textfeld 15">
            <a:extLst>
              <a:ext uri="{FF2B5EF4-FFF2-40B4-BE49-F238E27FC236}">
                <a16:creationId xmlns:a16="http://schemas.microsoft.com/office/drawing/2014/main" id="{B8DED1A4-D1B7-4DED-BCEA-DEE0CC84CB12}"/>
              </a:ext>
            </a:extLst>
          </p:cNvPr>
          <p:cNvSpPr txBox="1"/>
          <p:nvPr/>
        </p:nvSpPr>
        <p:spPr>
          <a:xfrm>
            <a:off x="227373" y="653457"/>
            <a:ext cx="2051050"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The </a:t>
            </a:r>
            <a:r>
              <a:rPr lang="de-DE" sz="1000" dirty="0" err="1">
                <a:solidFill>
                  <a:schemeClr val="tx1"/>
                </a:solidFill>
                <a:latin typeface="Pangolin" panose="00000500000000000000" pitchFamily="2" charset="0"/>
              </a:rPr>
              <a:t>best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describe</a:t>
            </a:r>
            <a:r>
              <a:rPr lang="de-DE" sz="1000" dirty="0">
                <a:solidFill>
                  <a:schemeClr val="tx1"/>
                </a:solidFill>
                <a:latin typeface="Pangolin" panose="00000500000000000000" pitchFamily="2" charset="0"/>
              </a:rPr>
              <a:t> a variable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report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values</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how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often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each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appears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That‘s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called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a:solidFill>
                  <a:schemeClr val="tx1"/>
                </a:solidFill>
                <a:highlight>
                  <a:srgbClr val="C0C0C0"/>
                </a:highlight>
                <a:latin typeface="Pangolin" panose="00000500000000000000" pitchFamily="2" charset="0"/>
              </a:rPr>
              <a:t>DISTRIBUTION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variable.</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421016" y="609554"/>
            <a:ext cx="1780092" cy="861774"/>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visualize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distribution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would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look</a:t>
            </a:r>
            <a:r>
              <a:rPr lang="de-DE" sz="1000" dirty="0">
                <a:solidFill>
                  <a:schemeClr val="tx1"/>
                </a:solidFill>
                <a:latin typeface="Pangolin" panose="00000500000000000000" pitchFamily="2" charset="0"/>
              </a:rPr>
              <a:t> like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since</a:t>
            </a:r>
            <a:r>
              <a:rPr lang="de-DE" sz="1000" dirty="0">
                <a:solidFill>
                  <a:schemeClr val="tx1"/>
                </a:solidFill>
                <a:latin typeface="Pangolin" panose="00000500000000000000" pitchFamily="2" charset="0"/>
              </a:rPr>
              <a:t> all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in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basket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have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around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same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1FFB374C-9CDA-4124-AB09-F4C06E5DE219}"/>
              </a:ext>
            </a:extLst>
          </p:cNvPr>
          <p:cNvSpPr txBox="1"/>
          <p:nvPr/>
        </p:nvSpPr>
        <p:spPr>
          <a:xfrm>
            <a:off x="3887979" y="2228524"/>
            <a:ext cx="1197741"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It</a:t>
            </a:r>
            <a:r>
              <a:rPr lang="de-DE" sz="1000" dirty="0" err="1">
                <a:latin typeface="Pangolin" panose="00000500000000000000" pitchFamily="2" charset="0"/>
              </a:rPr>
              <a:t>‘</a:t>
            </a:r>
            <a:r>
              <a:rPr lang="de-DE" sz="1000" dirty="0" err="1">
                <a:solidFill>
                  <a:schemeClr val="tx1"/>
                </a:solidFill>
                <a:latin typeface="Pangolin" panose="00000500000000000000" pitchFamily="2" charset="0"/>
              </a:rPr>
              <a: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kind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shaped</a:t>
            </a:r>
            <a:r>
              <a:rPr lang="de-DE" sz="1000" dirty="0">
                <a:solidFill>
                  <a:schemeClr val="tx1"/>
                </a:solidFill>
                <a:latin typeface="Pangolin" panose="00000500000000000000" pitchFamily="2" charset="0"/>
              </a:rPr>
              <a:t> like a bell…</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39230" y="3785716"/>
            <a:ext cx="1587263"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Yes. </a:t>
            </a:r>
            <a:r>
              <a:rPr lang="de-DE" sz="1000" dirty="0" err="1">
                <a:latin typeface="Pangolin" panose="00000500000000000000" pitchFamily="2" charset="0"/>
              </a:rPr>
              <a:t>If</a:t>
            </a:r>
            <a:r>
              <a:rPr lang="de-DE" sz="1000" dirty="0">
                <a:latin typeface="Pangolin" panose="00000500000000000000" pitchFamily="2" charset="0"/>
              </a:rPr>
              <a:t> </a:t>
            </a:r>
            <a:r>
              <a:rPr lang="de-DE" sz="1000" dirty="0" err="1">
                <a:latin typeface="Pangolin" panose="00000500000000000000" pitchFamily="2" charset="0"/>
              </a:rPr>
              <a:t>there</a:t>
            </a:r>
            <a:r>
              <a:rPr lang="de-DE" sz="1000" dirty="0">
                <a:latin typeface="Pangolin" panose="00000500000000000000" pitchFamily="2" charset="0"/>
              </a:rPr>
              <a:t> </a:t>
            </a:r>
            <a:r>
              <a:rPr lang="de-DE" sz="1000" dirty="0" err="1">
                <a:latin typeface="Pangolin" panose="00000500000000000000" pitchFamily="2" charset="0"/>
              </a:rPr>
              <a:t>were</a:t>
            </a:r>
            <a:r>
              <a:rPr lang="de-DE" sz="1000" dirty="0">
                <a:latin typeface="Pangolin" panose="00000500000000000000" pitchFamily="2" charset="0"/>
              </a:rPr>
              <a:t> </a:t>
            </a:r>
            <a:r>
              <a:rPr lang="de-DE" sz="1000" dirty="0" err="1">
                <a:latin typeface="Pangolin" panose="00000500000000000000" pitchFamily="2" charset="0"/>
              </a:rPr>
              <a:t>other</a:t>
            </a:r>
            <a:r>
              <a:rPr lang="de-DE" sz="1000" dirty="0">
                <a:latin typeface="Pangolin" panose="00000500000000000000" pitchFamily="2" charset="0"/>
              </a:rPr>
              <a:t> </a:t>
            </a:r>
            <a:r>
              <a:rPr lang="de-DE" sz="1000" dirty="0" err="1">
                <a:latin typeface="Pangolin" panose="00000500000000000000" pitchFamily="2" charset="0"/>
              </a:rPr>
              <a:t>apples</a:t>
            </a:r>
            <a:r>
              <a:rPr lang="de-DE" sz="1000" dirty="0">
                <a:latin typeface="Pangolin" panose="00000500000000000000" pitchFamily="2" charset="0"/>
              </a:rPr>
              <a:t> in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basket</a:t>
            </a:r>
            <a:r>
              <a:rPr lang="de-DE" sz="1000" dirty="0">
                <a:latin typeface="Pangolin" panose="00000500000000000000" pitchFamily="2" charset="0"/>
              </a:rPr>
              <a:t>, </a:t>
            </a:r>
            <a:r>
              <a:rPr lang="de-DE" sz="1000" dirty="0" err="1">
                <a:latin typeface="Pangolin" panose="00000500000000000000" pitchFamily="2" charset="0"/>
              </a:rPr>
              <a:t>our</a:t>
            </a:r>
            <a:r>
              <a:rPr lang="de-DE" sz="1000" dirty="0">
                <a:latin typeface="Pangolin" panose="00000500000000000000" pitchFamily="2" charset="0"/>
              </a:rPr>
              <a:t> </a:t>
            </a:r>
            <a:r>
              <a:rPr lang="de-DE" sz="1000" dirty="0" err="1">
                <a:latin typeface="Pangolin" panose="00000500000000000000" pitchFamily="2" charset="0"/>
              </a:rPr>
              <a:t>best</a:t>
            </a:r>
            <a:r>
              <a:rPr lang="de-DE" sz="1000" dirty="0">
                <a:latin typeface="Pangolin" panose="00000500000000000000" pitchFamily="2" charset="0"/>
              </a:rPr>
              <a:t> </a:t>
            </a:r>
            <a:r>
              <a:rPr lang="de-DE" sz="1000" dirty="0" err="1">
                <a:latin typeface="Pangolin" panose="00000500000000000000" pitchFamily="2" charset="0"/>
              </a:rPr>
              <a:t>guess</a:t>
            </a:r>
            <a:r>
              <a:rPr lang="de-DE" sz="1000" dirty="0">
                <a:latin typeface="Pangolin" panose="00000500000000000000" pitchFamily="2" charset="0"/>
              </a:rPr>
              <a:t> </a:t>
            </a: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their</a:t>
            </a:r>
            <a:r>
              <a:rPr lang="de-DE" sz="1000" dirty="0">
                <a:latin typeface="Pangolin" panose="00000500000000000000" pitchFamily="2" charset="0"/>
              </a:rPr>
              <a:t> </a:t>
            </a:r>
            <a:r>
              <a:rPr lang="de-DE" sz="1000" dirty="0" err="1">
                <a:latin typeface="Pangolin" panose="00000500000000000000" pitchFamily="2" charset="0"/>
              </a:rPr>
              <a:t>weight</a:t>
            </a:r>
            <a:r>
              <a:rPr lang="de-DE" sz="1000" dirty="0">
                <a:latin typeface="Pangolin" panose="00000500000000000000" pitchFamily="2" charset="0"/>
              </a:rPr>
              <a:t> </a:t>
            </a:r>
            <a:r>
              <a:rPr lang="de-DE" sz="1000" dirty="0" err="1">
                <a:latin typeface="Pangolin" panose="00000500000000000000" pitchFamily="2" charset="0"/>
              </a:rPr>
              <a:t>would</a:t>
            </a:r>
            <a:r>
              <a:rPr lang="de-DE" sz="1000" dirty="0">
                <a:latin typeface="Pangolin" panose="00000500000000000000" pitchFamily="2" charset="0"/>
              </a:rPr>
              <a:t> </a:t>
            </a:r>
            <a:r>
              <a:rPr lang="de-DE" sz="1000" dirty="0" err="1">
                <a:latin typeface="Pangolin" panose="00000500000000000000" pitchFamily="2" charset="0"/>
              </a:rPr>
              <a:t>be</a:t>
            </a:r>
            <a:r>
              <a:rPr lang="de-DE" sz="1000" dirty="0">
                <a:latin typeface="Pangolin" panose="00000500000000000000" pitchFamily="2" charset="0"/>
              </a:rPr>
              <a:t> a </a:t>
            </a:r>
            <a:r>
              <a:rPr lang="de-DE" sz="1000" dirty="0" err="1">
                <a:latin typeface="Pangolin" panose="00000500000000000000" pitchFamily="2" charset="0"/>
              </a:rPr>
              <a:t>value</a:t>
            </a:r>
            <a:r>
              <a:rPr lang="de-DE" sz="1000" dirty="0">
                <a:latin typeface="Pangolin" panose="00000500000000000000" pitchFamily="2" charset="0"/>
              </a:rPr>
              <a:t> </a:t>
            </a:r>
            <a:r>
              <a:rPr lang="de-DE" sz="1000" dirty="0" err="1">
                <a:latin typeface="Pangolin" panose="00000500000000000000" pitchFamily="2" charset="0"/>
              </a:rPr>
              <a:t>around</a:t>
            </a:r>
            <a:r>
              <a:rPr lang="de-DE" sz="1000" dirty="0">
                <a:latin typeface="Pangolin" panose="00000500000000000000" pitchFamily="2" charset="0"/>
              </a:rPr>
              <a:t> </a:t>
            </a:r>
            <a:r>
              <a:rPr lang="de-DE" sz="1000" dirty="0" err="1">
                <a:latin typeface="Pangolin" panose="00000500000000000000" pitchFamily="2" charset="0"/>
              </a:rPr>
              <a:t>that</a:t>
            </a:r>
            <a:r>
              <a:rPr lang="de-DE" sz="1000" dirty="0">
                <a:latin typeface="Pangolin" panose="00000500000000000000" pitchFamily="2" charset="0"/>
              </a:rPr>
              <a:t> same </a:t>
            </a:r>
            <a:r>
              <a:rPr lang="de-DE" sz="1000" dirty="0" err="1">
                <a:latin typeface="Pangolin" panose="00000500000000000000" pitchFamily="2" charset="0"/>
              </a:rPr>
              <a:t>spot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78772A87-45F8-4698-AF3D-5B671771C271}"/>
              </a:ext>
            </a:extLst>
          </p:cNvPr>
          <p:cNvSpPr txBox="1"/>
          <p:nvPr/>
        </p:nvSpPr>
        <p:spPr>
          <a:xfrm>
            <a:off x="2421016" y="5742937"/>
            <a:ext cx="1965101" cy="707886"/>
          </a:xfrm>
          <a:prstGeom prst="rect">
            <a:avLst/>
          </a:prstGeom>
          <a:noFill/>
        </p:spPr>
        <p:txBody>
          <a:bodyPr wrap="square">
            <a:spAutoFit/>
          </a:bodyPr>
          <a:lstStyle/>
          <a:p>
            <a:pPr algn="ctr"/>
            <a:r>
              <a:rPr lang="de-DE" sz="1000" dirty="0">
                <a:latin typeface="Pangolin" panose="00000500000000000000" pitchFamily="2" charset="0"/>
              </a:rPr>
              <a:t>T</a:t>
            </a:r>
            <a:r>
              <a:rPr lang="de-DE" sz="1000" dirty="0">
                <a:solidFill>
                  <a:schemeClr val="tx1"/>
                </a:solidFill>
                <a:latin typeface="Pangolin" panose="00000500000000000000" pitchFamily="2" charset="0"/>
              </a:rPr>
              <a:t>his </a:t>
            </a:r>
            <a:r>
              <a:rPr lang="de-DE" sz="1000" dirty="0" err="1">
                <a:solidFill>
                  <a:schemeClr val="tx1"/>
                </a:solidFill>
                <a:latin typeface="Pangolin" panose="00000500000000000000" pitchFamily="2" charset="0"/>
              </a:rPr>
              <a:t>central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point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distribution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represents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well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data</a:t>
            </a:r>
            <a:r>
              <a:rPr lang="de-DE" sz="1000" dirty="0">
                <a:solidFill>
                  <a:schemeClr val="tx1"/>
                </a:solidFill>
                <a:latin typeface="Pangolin" panose="00000500000000000000" pitchFamily="2" charset="0"/>
              </a:rPr>
              <a:t> - </a:t>
            </a:r>
            <a:r>
              <a:rPr lang="de-DE" sz="1000" dirty="0" err="1">
                <a:solidFill>
                  <a:schemeClr val="tx1"/>
                </a:solidFill>
                <a:latin typeface="Pangolin" panose="00000500000000000000" pitchFamily="2" charset="0"/>
              </a:rPr>
              <a:t>that‘s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a:solidFill>
                  <a:schemeClr val="tx1"/>
                </a:solidFill>
                <a:highlight>
                  <a:srgbClr val="C0C0C0"/>
                </a:highlight>
                <a:latin typeface="Pangolin" panose="00000500000000000000" pitchFamily="2" charset="0"/>
              </a:rPr>
              <a:t>CENTRAL TENDENCY</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190FC11-A2EC-4207-B1E2-295E72597F02}"/>
              </a:ext>
            </a:extLst>
          </p:cNvPr>
          <p:cNvSpPr txBox="1"/>
          <p:nvPr/>
        </p:nvSpPr>
        <p:spPr>
          <a:xfrm>
            <a:off x="4712276" y="4014191"/>
            <a:ext cx="1485089"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Ah, okay. But… </a:t>
            </a:r>
            <a:r>
              <a:rPr lang="de-DE" sz="1000" dirty="0" err="1">
                <a:solidFill>
                  <a:schemeClr val="tx1"/>
                </a:solidFill>
                <a:latin typeface="Pangolin" panose="00000500000000000000" pitchFamily="2" charset="0"/>
              </a:rPr>
              <a:t>how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would</a:t>
            </a:r>
            <a:r>
              <a:rPr lang="de-DE" sz="1000" dirty="0">
                <a:solidFill>
                  <a:schemeClr val="tx1"/>
                </a:solidFill>
                <a:latin typeface="Pangolin" panose="00000500000000000000" pitchFamily="2" charset="0"/>
              </a:rPr>
              <a:t> I </a:t>
            </a:r>
            <a:r>
              <a:rPr lang="de-DE" sz="1000" dirty="0" err="1">
                <a:solidFill>
                  <a:schemeClr val="tx1"/>
                </a:solidFill>
                <a:latin typeface="Pangolin" panose="00000500000000000000" pitchFamily="2" charset="0"/>
              </a:rPr>
              <a:t>calculate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it</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51400" y="6773244"/>
            <a:ext cx="2044698" cy="707886"/>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summarize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central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tendency</a:t>
            </a:r>
            <a:r>
              <a:rPr lang="de-DE" sz="1000" dirty="0">
                <a:solidFill>
                  <a:schemeClr val="tx1"/>
                </a:solidFill>
                <a:latin typeface="Pangolin" panose="00000500000000000000" pitchFamily="2" charset="0"/>
              </a:rPr>
              <a:t> in multiple </a:t>
            </a:r>
            <a:r>
              <a:rPr lang="de-DE" sz="1000" dirty="0" err="1">
                <a:solidFill>
                  <a:schemeClr val="tx1"/>
                </a:solidFill>
                <a:latin typeface="Pangolin" panose="00000500000000000000" pitchFamily="2" charset="0"/>
              </a:rPr>
              <a:t>ways</a:t>
            </a:r>
            <a:r>
              <a:rPr lang="de-DE" sz="1000" dirty="0">
                <a:solidFill>
                  <a:schemeClr val="tx1"/>
                </a:solidFill>
                <a:latin typeface="Pangolin" panose="00000500000000000000" pitchFamily="2" charset="0"/>
              </a:rPr>
              <a:t>. The </a:t>
            </a:r>
            <a:r>
              <a:rPr lang="de-DE" sz="1000" dirty="0">
                <a:solidFill>
                  <a:schemeClr val="tx1"/>
                </a:solidFill>
                <a:highlight>
                  <a:srgbClr val="C0C0C0"/>
                </a:highlight>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most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common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way</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it‘s</a:t>
            </a:r>
            <a:r>
              <a:rPr lang="de-DE" sz="1000" dirty="0">
                <a:solidFill>
                  <a:schemeClr val="tx1"/>
                </a:solidFill>
                <a:latin typeface="Pangolin" panose="00000500000000000000" pitchFamily="2" charset="0"/>
              </a:rPr>
              <a:t> easy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calculate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5386DD7A-1B0D-4506-B1D5-B2680BF8DE62}"/>
              </a:ext>
            </a:extLst>
          </p:cNvPr>
          <p:cNvSpPr txBox="1"/>
          <p:nvPr/>
        </p:nvSpPr>
        <p:spPr>
          <a:xfrm>
            <a:off x="2568578" y="6829102"/>
            <a:ext cx="1720846"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These </a:t>
            </a:r>
            <a:r>
              <a:rPr lang="de-DE" sz="1000" dirty="0" err="1">
                <a:solidFill>
                  <a:schemeClr val="tx1"/>
                </a:solidFill>
                <a:latin typeface="Pangolin" panose="00000500000000000000" pitchFamily="2" charset="0"/>
              </a:rPr>
              <a:t>are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six</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here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06227"/>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05623"/>
            <a:ext cx="203142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calculate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add</a:t>
            </a:r>
            <a:r>
              <a:rPr lang="de-DE" sz="1000" dirty="0">
                <a:solidFill>
                  <a:schemeClr val="tx1"/>
                </a:solidFill>
                <a:latin typeface="Pangolin" panose="00000500000000000000" pitchFamily="2" charset="0"/>
              </a:rPr>
              <a:t> all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together</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…and </a:t>
            </a:r>
            <a:r>
              <a:rPr lang="de-DE" sz="1000" dirty="0" err="1">
                <a:solidFill>
                  <a:schemeClr val="tx1"/>
                </a:solidFill>
                <a:latin typeface="Pangolin" panose="00000500000000000000" pitchFamily="2" charset="0"/>
              </a:rPr>
              <a:t>then</a:t>
            </a:r>
            <a:r>
              <a:rPr lang="de-DE" sz="1000" dirty="0">
                <a:solidFill>
                  <a:schemeClr val="tx1"/>
                </a:solidFill>
                <a:latin typeface="Pangolin" panose="00000500000000000000" pitchFamily="2" charset="0"/>
              </a:rPr>
              <a:t> divide </a:t>
            </a:r>
            <a:r>
              <a:rPr lang="de-DE" sz="1000" dirty="0" err="1">
                <a:solidFill>
                  <a:schemeClr val="tx1"/>
                </a:solidFill>
                <a:latin typeface="Pangolin" panose="00000500000000000000" pitchFamily="2" charset="0"/>
              </a:rPr>
              <a:t>by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number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have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715891" y="6797931"/>
            <a:ext cx="1782322" cy="246221"/>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That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gives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us</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661190" y="8864289"/>
            <a:ext cx="1290493"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Oh </a:t>
            </a:r>
            <a:r>
              <a:rPr lang="de-DE" sz="1000" dirty="0" err="1">
                <a:solidFill>
                  <a:schemeClr val="tx1"/>
                </a:solidFill>
                <a:latin typeface="Pangolin" panose="00000500000000000000" pitchFamily="2" charset="0"/>
              </a:rPr>
              <a:t>that</a:t>
            </a:r>
            <a:r>
              <a:rPr lang="de-DE" sz="1000" dirty="0" err="1">
                <a:latin typeface="Pangolin" panose="00000500000000000000" pitchFamily="2" charset="0"/>
              </a:rPr>
              <a:t>‘s</a:t>
            </a:r>
            <a:r>
              <a:rPr lang="de-DE" sz="1000" dirty="0">
                <a:latin typeface="Pangolin" panose="00000500000000000000" pitchFamily="2" charset="0"/>
              </a:rPr>
              <a:t> </a:t>
            </a:r>
            <a:r>
              <a:rPr lang="de-DE" sz="1000" dirty="0" err="1">
                <a:latin typeface="Pangolin" panose="00000500000000000000" pitchFamily="2" charset="0"/>
              </a:rPr>
              <a:t>really</a:t>
            </a:r>
            <a:r>
              <a:rPr lang="de-DE" sz="1000" dirty="0">
                <a:latin typeface="Pangolin" panose="00000500000000000000" pitchFamily="2" charset="0"/>
              </a:rPr>
              <a:t> </a:t>
            </a:r>
            <a:r>
              <a:rPr lang="de-DE" sz="1000" dirty="0" err="1">
                <a:latin typeface="Pangolin" panose="00000500000000000000" pitchFamily="2" charset="0"/>
              </a:rPr>
              <a:t>almost</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top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our</a:t>
            </a:r>
            <a:r>
              <a:rPr lang="de-DE" sz="1000" dirty="0">
                <a:latin typeface="Pangolin" panose="00000500000000000000" pitchFamily="2" charset="0"/>
              </a:rPr>
              <a:t> bell-</a:t>
            </a:r>
            <a:r>
              <a:rPr lang="de-DE" sz="1000" dirty="0" err="1">
                <a:latin typeface="Pangolin" panose="00000500000000000000" pitchFamily="2" charset="0"/>
              </a:rPr>
              <a:t>shaped</a:t>
            </a:r>
            <a:r>
              <a:rPr lang="de-DE" sz="1000" dirty="0">
                <a:latin typeface="Pangolin" panose="00000500000000000000" pitchFamily="2" charset="0"/>
              </a:rPr>
              <a:t> </a:t>
            </a:r>
            <a:r>
              <a:rPr lang="de-DE" sz="1000" dirty="0" err="1">
                <a:latin typeface="Pangolin" panose="00000500000000000000" pitchFamily="2" charset="0"/>
              </a:rPr>
              <a:t>graph</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38" name="Group 37">
            <a:extLst>
              <a:ext uri="{FF2B5EF4-FFF2-40B4-BE49-F238E27FC236}">
                <a16:creationId xmlns:a16="http://schemas.microsoft.com/office/drawing/2014/main" id="{AB603755-C360-6AFD-38FC-8B0CCE1C18E1}"/>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9" name="Picture 38">
              <a:extLst>
                <a:ext uri="{FF2B5EF4-FFF2-40B4-BE49-F238E27FC236}">
                  <a16:creationId xmlns:a16="http://schemas.microsoft.com/office/drawing/2014/main" id="{01364687-F332-15DC-4E1C-44385BD0284C}"/>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0" name="Group 39">
              <a:extLst>
                <a:ext uri="{FF2B5EF4-FFF2-40B4-BE49-F238E27FC236}">
                  <a16:creationId xmlns:a16="http://schemas.microsoft.com/office/drawing/2014/main" id="{FA7F3565-965A-FD29-B04A-6370020B6F24}"/>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1" name="Picture 40">
                <a:extLst>
                  <a:ext uri="{FF2B5EF4-FFF2-40B4-BE49-F238E27FC236}">
                    <a16:creationId xmlns:a16="http://schemas.microsoft.com/office/drawing/2014/main" id="{C0BB8FDF-5A8F-0373-34A5-7F2337D56E97}"/>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42" name="Picture 41">
                <a:extLst>
                  <a:ext uri="{FF2B5EF4-FFF2-40B4-BE49-F238E27FC236}">
                    <a16:creationId xmlns:a16="http://schemas.microsoft.com/office/drawing/2014/main" id="{1D3D9E11-E205-460A-5D5E-E47F8101CDF1}"/>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43" name="Picture 42">
                <a:extLst>
                  <a:ext uri="{FF2B5EF4-FFF2-40B4-BE49-F238E27FC236}">
                    <a16:creationId xmlns:a16="http://schemas.microsoft.com/office/drawing/2014/main" id="{D0883682-0E4A-0456-A653-B54073C7C49D}"/>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4476" y="3111165"/>
            <a:ext cx="251226" cy="116907"/>
          </a:xfrm>
          <a:prstGeom prst="rect">
            <a:avLst/>
          </a:prstGeom>
        </p:spPr>
      </p:pic>
      <p:sp>
        <p:nvSpPr>
          <p:cNvPr id="2" name="Title 1">
            <a:extLst>
              <a:ext uri="{FF2B5EF4-FFF2-40B4-BE49-F238E27FC236}">
                <a16:creationId xmlns:a16="http://schemas.microsoft.com/office/drawing/2014/main" id="{2B05A921-7439-58B4-6212-FA5259E6331B}"/>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8" name="Oval 7">
            <a:extLst>
              <a:ext uri="{FF2B5EF4-FFF2-40B4-BE49-F238E27FC236}">
                <a16:creationId xmlns:a16="http://schemas.microsoft.com/office/drawing/2014/main" id="{ADAA6EB7-C689-8D32-3A15-82085C1AF962}"/>
              </a:ext>
              <a:ext uri="{C183D7F6-B498-43B3-948B-1728B52AA6E4}">
                <adec:decorative xmlns:adec="http://schemas.microsoft.com/office/drawing/2017/decorative" val="1"/>
              </a:ext>
            </a:extLst>
          </p:cNvPr>
          <p:cNvSpPr/>
          <p:nvPr/>
        </p:nvSpPr>
        <p:spPr>
          <a:xfrm>
            <a:off x="5607049" y="1812924"/>
            <a:ext cx="79375" cy="107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AT" dirty="0"/>
          </a:p>
        </p:txBody>
      </p:sp>
      <p:sp>
        <p:nvSpPr>
          <p:cNvPr id="12" name="TextBox 11">
            <a:extLst>
              <a:ext uri="{FF2B5EF4-FFF2-40B4-BE49-F238E27FC236}">
                <a16:creationId xmlns:a16="http://schemas.microsoft.com/office/drawing/2014/main" id="{6D6C7AB3-2558-6369-F92F-2EF2E8C7B02A}"/>
              </a:ext>
              <a:ext uri="{C183D7F6-B498-43B3-948B-1728B52AA6E4}">
                <adec:decorative xmlns:adec="http://schemas.microsoft.com/office/drawing/2017/decorative" val="1"/>
              </a:ext>
            </a:extLst>
          </p:cNvPr>
          <p:cNvSpPr txBox="1"/>
          <p:nvPr/>
        </p:nvSpPr>
        <p:spPr>
          <a:xfrm>
            <a:off x="5538562" y="1604896"/>
            <a:ext cx="242374" cy="369332"/>
          </a:xfrm>
          <a:prstGeom prst="rect">
            <a:avLst/>
          </a:prstGeom>
          <a:noFill/>
        </p:spPr>
        <p:txBody>
          <a:bodyPr wrap="none" rtlCol="0">
            <a:spAutoFit/>
          </a:bodyPr>
          <a:lstStyle/>
          <a:p>
            <a:r>
              <a:rPr lang="en-GB" dirty="0">
                <a:latin typeface="Pangolin" panose="00000500000000000000" pitchFamily="2" charset="0"/>
              </a:rPr>
              <a:t>.</a:t>
            </a:r>
            <a:endParaRPr lang="en-AT" dirty="0">
              <a:latin typeface="Pangolin" panose="00000500000000000000" pitchFamily="2" charset="0"/>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23" name="Textfeld 22">
            <a:extLst>
              <a:ext uri="{FF2B5EF4-FFF2-40B4-BE49-F238E27FC236}">
                <a16:creationId xmlns:a16="http://schemas.microsoft.com/office/drawing/2014/main" id="{8017A561-8313-47B7-9BF1-5DD8DBE4A483}"/>
              </a:ext>
            </a:extLst>
          </p:cNvPr>
          <p:cNvSpPr txBox="1"/>
          <p:nvPr/>
        </p:nvSpPr>
        <p:spPr>
          <a:xfrm>
            <a:off x="222875" y="560708"/>
            <a:ext cx="1751922"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Exactly</a:t>
            </a:r>
            <a:r>
              <a:rPr lang="de-DE" sz="1000" dirty="0">
                <a:solidFill>
                  <a:schemeClr val="tx1"/>
                </a:solidFill>
                <a:latin typeface="Pangolin" panose="00000500000000000000" pitchFamily="2" charset="0"/>
              </a:rPr>
              <a:t>. But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not </a:t>
            </a:r>
            <a:r>
              <a:rPr lang="de-DE" sz="1000" dirty="0" err="1">
                <a:solidFill>
                  <a:schemeClr val="tx1"/>
                </a:solidFill>
                <a:latin typeface="Pangolin" panose="00000500000000000000" pitchFamily="2" charset="0"/>
              </a:rPr>
              <a:t>always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best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describe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8A4ED3B3-92DE-492B-ACB7-6AA70F3DA705}"/>
              </a:ext>
            </a:extLst>
          </p:cNvPr>
          <p:cNvSpPr txBox="1"/>
          <p:nvPr/>
        </p:nvSpPr>
        <p:spPr>
          <a:xfrm>
            <a:off x="1392829" y="1287597"/>
            <a:ext cx="875961"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Guys,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won‘t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believe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tiny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28106"/>
            <a:ext cx="1327337"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weighs</a:t>
            </a:r>
            <a:r>
              <a:rPr lang="de-DE" sz="1000" dirty="0">
                <a:solidFill>
                  <a:schemeClr val="tx1"/>
                </a:solidFill>
                <a:latin typeface="Pangolin" panose="00000500000000000000" pitchFamily="2" charset="0"/>
              </a:rPr>
              <a:t>, like, </a:t>
            </a:r>
            <a:r>
              <a:rPr lang="de-DE" sz="1000" dirty="0" err="1">
                <a:solidFill>
                  <a:schemeClr val="tx1"/>
                </a:solidFill>
                <a:latin typeface="Pangolin" panose="00000500000000000000" pitchFamily="2" charset="0"/>
              </a:rPr>
              <a:t>only</a:t>
            </a:r>
            <a:r>
              <a:rPr lang="de-DE" sz="1000" dirty="0">
                <a:solidFill>
                  <a:schemeClr val="tx1"/>
                </a:solidFill>
                <a:latin typeface="Pangolin" panose="00000500000000000000" pitchFamily="2" charset="0"/>
              </a:rPr>
              <a:t> 70 </a:t>
            </a:r>
            <a:r>
              <a:rPr lang="de-DE" sz="1000" dirty="0" err="1">
                <a:solidFill>
                  <a:schemeClr val="tx1"/>
                </a:solidFill>
                <a:latin typeface="Pangolin" panose="00000500000000000000" pitchFamily="2" charset="0"/>
              </a:rPr>
              <a:t>grams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092175"/>
            <a:ext cx="1151351"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Once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again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perfect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example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612840"/>
            <a:ext cx="203718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add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tiny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dataset</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calculate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E7236B77-27FD-406E-89D4-7815B397B10B}"/>
              </a:ext>
            </a:extLst>
          </p:cNvPr>
          <p:cNvSpPr txBox="1"/>
          <p:nvPr/>
        </p:nvSpPr>
        <p:spPr>
          <a:xfrm>
            <a:off x="4592837" y="2896380"/>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graph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looks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more</a:t>
            </a:r>
            <a:r>
              <a:rPr lang="de-DE" sz="1000" dirty="0">
                <a:solidFill>
                  <a:schemeClr val="tx1"/>
                </a:solidFill>
                <a:latin typeface="Pangolin" panose="00000500000000000000" pitchFamily="2" charset="0"/>
              </a:rPr>
              <a:t> like a rat            , and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far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away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from</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top, and </a:t>
            </a:r>
            <a:r>
              <a:rPr lang="de-DE" sz="1000" dirty="0" err="1">
                <a:solidFill>
                  <a:schemeClr val="tx1"/>
                </a:solidFill>
                <a:latin typeface="Pangolin" panose="00000500000000000000" pitchFamily="2" charset="0"/>
              </a:rPr>
              <a:t>closer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tail</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40A0344E-0BAA-4355-B00C-68543A8933F2}"/>
              </a:ext>
            </a:extLst>
          </p:cNvPr>
          <p:cNvSpPr txBox="1"/>
          <p:nvPr/>
        </p:nvSpPr>
        <p:spPr>
          <a:xfrm>
            <a:off x="252495" y="3634536"/>
            <a:ext cx="1354432" cy="507831"/>
          </a:xfrm>
          <a:prstGeom prst="rect">
            <a:avLst/>
          </a:prstGeom>
          <a:noFill/>
        </p:spPr>
        <p:txBody>
          <a:bodyPr wrap="square">
            <a:spAutoFit/>
          </a:bodyPr>
          <a:lstStyle/>
          <a:p>
            <a:pPr algn="ctr"/>
            <a:r>
              <a:rPr lang="de-DE" sz="900" dirty="0">
                <a:latin typeface="Pangolin" panose="00000500000000000000" pitchFamily="2" charset="0"/>
              </a:rPr>
              <a:t>Huh, </a:t>
            </a:r>
            <a:r>
              <a:rPr lang="de-DE" sz="900" dirty="0" err="1">
                <a:latin typeface="Pangolin" panose="00000500000000000000" pitchFamily="2" charset="0"/>
              </a:rPr>
              <a:t>y</a:t>
            </a:r>
            <a:r>
              <a:rPr lang="de-DE" sz="900" dirty="0" err="1">
                <a:solidFill>
                  <a:schemeClr val="tx1"/>
                </a:solidFill>
                <a:latin typeface="Pangolin" panose="00000500000000000000" pitchFamily="2" charset="0"/>
              </a:rPr>
              <a:t>ou‘re</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right</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Now</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the</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mean</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is</a:t>
            </a:r>
            <a:r>
              <a:rPr lang="de-DE" sz="900" dirty="0">
                <a:solidFill>
                  <a:schemeClr val="tx1"/>
                </a:solidFill>
                <a:latin typeface="Pangolin" panose="00000500000000000000" pitchFamily="2" charset="0"/>
              </a:rPr>
              <a:t> not </a:t>
            </a:r>
            <a:r>
              <a:rPr lang="de-DE" sz="900" dirty="0" err="1">
                <a:solidFill>
                  <a:schemeClr val="tx1"/>
                </a:solidFill>
                <a:latin typeface="Pangolin" panose="00000500000000000000" pitchFamily="2" charset="0"/>
              </a:rPr>
              <a:t>very</a:t>
            </a:r>
            <a:r>
              <a:rPr lang="de-DE" sz="900" dirty="0">
                <a:solidFill>
                  <a:schemeClr val="tx1"/>
                </a:solidFill>
                <a:latin typeface="Pangolin" panose="00000500000000000000" pitchFamily="2" charset="0"/>
              </a:rPr>
              <a:t> </a:t>
            </a:r>
            <a:r>
              <a:rPr lang="de-DE" sz="900" dirty="0" err="1">
                <a:solidFill>
                  <a:schemeClr val="tx1"/>
                </a:solidFill>
                <a:latin typeface="Pangolin" panose="00000500000000000000" pitchFamily="2" charset="0"/>
              </a:rPr>
              <a:t>representative</a:t>
            </a:r>
            <a:r>
              <a:rPr lang="de-DE" sz="900" dirty="0">
                <a:solidFill>
                  <a:schemeClr val="tx1"/>
                </a:solidFill>
                <a:latin typeface="Pangolin" panose="00000500000000000000" pitchFamily="2" charset="0"/>
              </a:rPr>
              <a:t>…</a:t>
            </a:r>
            <a:endParaRPr lang="de-AT" sz="9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202883"/>
            <a:ext cx="1354431"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True. But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still </a:t>
            </a:r>
            <a:r>
              <a:rPr lang="de-DE" sz="1000" dirty="0" err="1">
                <a:solidFill>
                  <a:schemeClr val="tx1"/>
                </a:solidFill>
                <a:latin typeface="Pangolin" panose="00000500000000000000" pitchFamily="2" charset="0"/>
              </a:rPr>
              <a:t>describe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central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tendency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through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a:solidFill>
                  <a:schemeClr val="tx1"/>
                </a:solidFill>
                <a:highlight>
                  <a:srgbClr val="C0C0C0"/>
                </a:highlight>
                <a:latin typeface="Pangolin" panose="00000500000000000000" pitchFamily="2" charset="0"/>
              </a:rPr>
              <a:t>MEDIAN</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471241" y="3721601"/>
            <a:ext cx="2093568"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order</a:t>
            </a:r>
            <a:r>
              <a:rPr lang="de-DE" sz="1000" dirty="0">
                <a:solidFill>
                  <a:schemeClr val="tx1"/>
                </a:solidFill>
                <a:latin typeface="Pangolin" panose="00000500000000000000" pitchFamily="2" charset="0"/>
              </a:rPr>
              <a:t> all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ascending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median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middle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446679" y="5356028"/>
            <a:ext cx="1431779"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The median </a:t>
            </a:r>
            <a:r>
              <a:rPr lang="de-DE" sz="1000" dirty="0" err="1">
                <a:solidFill>
                  <a:schemeClr val="tx1"/>
                </a:solidFill>
                <a:latin typeface="Pangolin" panose="00000500000000000000" pitchFamily="2" charset="0"/>
              </a:rPr>
              <a:t>here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190g, </a:t>
            </a:r>
            <a:r>
              <a:rPr lang="de-DE" sz="1000" dirty="0" err="1">
                <a:solidFill>
                  <a:schemeClr val="tx1"/>
                </a:solidFill>
                <a:latin typeface="Pangolin" panose="00000500000000000000" pitchFamily="2" charset="0"/>
              </a:rPr>
              <a:t>which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better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summarizes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skewed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distribution</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802826"/>
            <a:ext cx="3018864"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 </a:t>
            </a:r>
            <a:r>
              <a:rPr lang="de-DE" sz="1000" dirty="0" err="1">
                <a:solidFill>
                  <a:schemeClr val="tx1"/>
                </a:solidFill>
                <a:latin typeface="Pangolin" panose="00000500000000000000" pitchFamily="2" charset="0"/>
              </a:rPr>
              <a:t>see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found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tiny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Please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help</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yourselves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I‘m</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glad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people</a:t>
            </a:r>
            <a:r>
              <a:rPr lang="de-DE" sz="1000" dirty="0">
                <a:solidFill>
                  <a:schemeClr val="tx1"/>
                </a:solidFill>
                <a:latin typeface="Pangolin" panose="00000500000000000000" pitchFamily="2" charset="0"/>
              </a:rPr>
              <a:t> like </a:t>
            </a:r>
            <a:r>
              <a:rPr lang="de-DE" sz="1000" dirty="0" err="1">
                <a:solidFill>
                  <a:schemeClr val="tx1"/>
                </a:solidFill>
                <a:latin typeface="Pangolin" panose="00000500000000000000" pitchFamily="2" charset="0"/>
              </a:rPr>
              <a:t>them</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39974"/>
            <a:ext cx="1653420"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Actually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borrow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basket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moment</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592837" y="6772763"/>
            <a:ext cx="2039738" cy="707886"/>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There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one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more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explain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add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whole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basket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tiny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first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tiny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not an </a:t>
            </a:r>
            <a:r>
              <a:rPr lang="de-DE" sz="1000" dirty="0" err="1">
                <a:solidFill>
                  <a:schemeClr val="tx1"/>
                </a:solidFill>
                <a:latin typeface="Pangolin" panose="00000500000000000000" pitchFamily="2" charset="0"/>
              </a:rPr>
              <a:t>outlier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anymore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2DEDF9D6-DD73-4668-B674-9E76053A6CBC}"/>
              </a:ext>
            </a:extLst>
          </p:cNvPr>
          <p:cNvSpPr txBox="1"/>
          <p:nvPr/>
        </p:nvSpPr>
        <p:spPr>
          <a:xfrm>
            <a:off x="4590287" y="9079692"/>
            <a:ext cx="2039738"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r>
              <a:rPr lang="en-US" sz="1000" dirty="0">
                <a:latin typeface="Pangolin" panose="00000500000000000000" pitchFamily="2" charset="0"/>
              </a:rPr>
              <a:t> O</a:t>
            </a:r>
            <a:r>
              <a:rPr lang="en-US" sz="1000" dirty="0">
                <a:solidFill>
                  <a:schemeClr val="tx1"/>
                </a:solidFill>
                <a:latin typeface="Pangolin" panose="00000500000000000000" pitchFamily="2" charset="0"/>
              </a:rPr>
              <a:t>utliers are extreme values that can be errors in measurement, or accurate reports of rare events.</a:t>
            </a:r>
            <a:endParaRPr lang="de-AT" sz="1000" dirty="0">
              <a:solidFill>
                <a:schemeClr val="tx1"/>
              </a:solidFill>
              <a:latin typeface="Pangolin" panose="00000500000000000000" pitchFamily="2" charset="0"/>
            </a:endParaRPr>
          </a:p>
        </p:txBody>
      </p:sp>
      <p:grpSp>
        <p:nvGrpSpPr>
          <p:cNvPr id="39" name="Group 38">
            <a:extLst>
              <a:ext uri="{FF2B5EF4-FFF2-40B4-BE49-F238E27FC236}">
                <a16:creationId xmlns:a16="http://schemas.microsoft.com/office/drawing/2014/main" id="{336350EB-7A39-1965-32F7-A3F79883450D}"/>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40" name="Picture 39">
              <a:extLst>
                <a:ext uri="{FF2B5EF4-FFF2-40B4-BE49-F238E27FC236}">
                  <a16:creationId xmlns:a16="http://schemas.microsoft.com/office/drawing/2014/main" id="{CA3BBB3C-58D7-6391-E4EF-F34485055BC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1" name="Group 40">
              <a:extLst>
                <a:ext uri="{FF2B5EF4-FFF2-40B4-BE49-F238E27FC236}">
                  <a16:creationId xmlns:a16="http://schemas.microsoft.com/office/drawing/2014/main" id="{300E0158-4C20-3D96-FE8C-FCE8FFFDC1ED}"/>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2" name="Picture 41">
                <a:extLst>
                  <a:ext uri="{FF2B5EF4-FFF2-40B4-BE49-F238E27FC236}">
                    <a16:creationId xmlns:a16="http://schemas.microsoft.com/office/drawing/2014/main" id="{E91FFE90-8851-ED7D-A469-54C4DB837616}"/>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43" name="Picture 42">
                <a:extLst>
                  <a:ext uri="{FF2B5EF4-FFF2-40B4-BE49-F238E27FC236}">
                    <a16:creationId xmlns:a16="http://schemas.microsoft.com/office/drawing/2014/main" id="{6C477EC8-8AFB-3F31-2F42-D63B30581636}"/>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44" name="Picture 43">
                <a:extLst>
                  <a:ext uri="{FF2B5EF4-FFF2-40B4-BE49-F238E27FC236}">
                    <a16:creationId xmlns:a16="http://schemas.microsoft.com/office/drawing/2014/main" id="{5255DD2E-B603-D67E-5B16-CC73C18CD0F0}"/>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ID</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903220" y="6721475"/>
            <a:ext cx="525779" cy="608965"/>
          </a:xfrm>
          <a:custGeom>
            <a:avLst/>
            <a:gdLst>
              <a:gd name="connsiteX0" fmla="*/ 0 w 525779"/>
              <a:gd name="connsiteY0" fmla="*/ 0 h 608965"/>
              <a:gd name="connsiteX1" fmla="*/ 525779 w 525779"/>
              <a:gd name="connsiteY1" fmla="*/ 0 h 608965"/>
              <a:gd name="connsiteX2" fmla="*/ 525779 w 525779"/>
              <a:gd name="connsiteY2" fmla="*/ 608965 h 608965"/>
              <a:gd name="connsiteX3" fmla="*/ 0 w 525779"/>
              <a:gd name="connsiteY3" fmla="*/ 608965 h 608965"/>
              <a:gd name="connsiteX4" fmla="*/ 0 w 52577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608965" fill="none" extrusionOk="0">
                <a:moveTo>
                  <a:pt x="0" y="0"/>
                </a:moveTo>
                <a:cubicBezTo>
                  <a:pt x="173417" y="-2220"/>
                  <a:pt x="332610" y="20199"/>
                  <a:pt x="525779" y="0"/>
                </a:cubicBezTo>
                <a:cubicBezTo>
                  <a:pt x="514273" y="171196"/>
                  <a:pt x="500997" y="480586"/>
                  <a:pt x="525779" y="608965"/>
                </a:cubicBezTo>
                <a:cubicBezTo>
                  <a:pt x="413511" y="600343"/>
                  <a:pt x="196136" y="630004"/>
                  <a:pt x="0" y="608965"/>
                </a:cubicBezTo>
                <a:cubicBezTo>
                  <a:pt x="21482" y="340342"/>
                  <a:pt x="10658" y="177987"/>
                  <a:pt x="0" y="0"/>
                </a:cubicBezTo>
                <a:close/>
              </a:path>
              <a:path w="525779" h="608965" stroke="0" extrusionOk="0">
                <a:moveTo>
                  <a:pt x="0" y="0"/>
                </a:moveTo>
                <a:cubicBezTo>
                  <a:pt x="148740" y="-10747"/>
                  <a:pt x="294789" y="18983"/>
                  <a:pt x="525779" y="0"/>
                </a:cubicBezTo>
                <a:cubicBezTo>
                  <a:pt x="515710" y="132285"/>
                  <a:pt x="521998" y="388021"/>
                  <a:pt x="525779" y="608965"/>
                </a:cubicBezTo>
                <a:cubicBezTo>
                  <a:pt x="324818" y="621053"/>
                  <a:pt x="131556" y="629578"/>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Heart Rate (bpm)</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Rating</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Time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Use</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2" y="5955853"/>
            <a:ext cx="820270"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15282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60922"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11493" y="6348680"/>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a:solidFill>
                  <a:srgbClr val="00B050"/>
                </a:solidFill>
                <a:latin typeface="Pangolin" panose="00000500000000000000" pitchFamily="2" charset="0"/>
              </a:rPr>
              <a:t>Mode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99417" y="5969569"/>
            <a:ext cx="82027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good</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parameters</a:t>
            </a:r>
            <a:r>
              <a:rPr lang="de-DE" sz="1000" dirty="0">
                <a:solidFill>
                  <a:srgbClr val="00B050"/>
                </a:solidFill>
                <a:latin typeface="Pangolin" panose="00000500000000000000" pitchFamily="2" charset="0"/>
              </a:rPr>
              <a:t> </a:t>
            </a:r>
            <a:endParaRPr lang="de-AT" sz="1000" dirty="0">
              <a:solidFill>
                <a:srgbClr val="00B050"/>
              </a:solidFill>
              <a:latin typeface="Pangolin" panose="00000500000000000000" pitchFamily="2" charset="0"/>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237390" y="5969569"/>
            <a:ext cx="82027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good</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parameters</a:t>
            </a:r>
            <a:endParaRPr lang="de-AT" sz="1000" dirty="0">
              <a:solidFill>
                <a:srgbClr val="00B050"/>
              </a:solidFill>
              <a:latin typeface="Pangolin" panose="00000500000000000000" pitchFamily="2" charset="0"/>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36710" y="5969569"/>
            <a:ext cx="82080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good</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parameter</a:t>
            </a:r>
            <a:endParaRPr lang="de-DE" sz="1000" dirty="0">
              <a:solidFill>
                <a:srgbClr val="00B050"/>
              </a:solidFill>
              <a:latin typeface="Pangolin" panose="00000500000000000000" pitchFamily="2" charset="0"/>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620" y="3835684"/>
            <a:ext cx="448057" cy="359665"/>
          </a:xfrm>
          <a:prstGeom prst="rect">
            <a:avLst/>
          </a:prstGeom>
        </p:spPr>
      </p:pic>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21" name="Textfeld 20">
            <a:extLst>
              <a:ext uri="{FF2B5EF4-FFF2-40B4-BE49-F238E27FC236}">
                <a16:creationId xmlns:a16="http://schemas.microsoft.com/office/drawing/2014/main" id="{9413187C-7FA5-4F89-9AED-E2500189B18E}"/>
              </a:ext>
            </a:extLst>
          </p:cNvPr>
          <p:cNvSpPr txBox="1"/>
          <p:nvPr/>
        </p:nvSpPr>
        <p:spPr>
          <a:xfrm>
            <a:off x="692649" y="608128"/>
            <a:ext cx="330025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In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case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graph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suddenly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has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two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hills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E5FAF93F-B6E6-484F-B311-4188A2A5CAF2}"/>
              </a:ext>
            </a:extLst>
          </p:cNvPr>
          <p:cNvSpPr txBox="1"/>
          <p:nvPr/>
        </p:nvSpPr>
        <p:spPr>
          <a:xfrm>
            <a:off x="447836" y="1711024"/>
            <a:ext cx="856904"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Like </a:t>
            </a:r>
            <a:r>
              <a:rPr lang="de-DE" sz="1000" dirty="0" err="1">
                <a:solidFill>
                  <a:schemeClr val="tx1"/>
                </a:solidFill>
                <a:latin typeface="Pangolin" panose="00000500000000000000" pitchFamily="2" charset="0"/>
              </a:rPr>
              <a:t>two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rats</a:t>
            </a:r>
            <a:r>
              <a:rPr lang="de-DE" sz="1000" dirty="0">
                <a:solidFill>
                  <a:schemeClr val="tx1"/>
                </a:solidFill>
                <a:latin typeface="Pangolin" panose="00000500000000000000" pitchFamily="2" charset="0"/>
              </a:rPr>
              <a:t> in </a:t>
            </a:r>
            <a:r>
              <a:rPr lang="de-DE" sz="1000" dirty="0" err="1">
                <a:solidFill>
                  <a:schemeClr val="tx1"/>
                </a:solidFill>
                <a:latin typeface="Pangolin" panose="00000500000000000000" pitchFamily="2" charset="0"/>
              </a:rPr>
              <a:t>love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412690" y="1986008"/>
            <a:ext cx="856904" cy="246221"/>
          </a:xfrm>
          <a:prstGeom prst="rect">
            <a:avLst/>
          </a:prstGeom>
          <a:noFill/>
        </p:spPr>
        <p:txBody>
          <a:bodyPr wrap="square">
            <a:spAutoFit/>
          </a:bodyPr>
          <a:lstStyle/>
          <a:p>
            <a:pPr algn="ctr"/>
            <a:r>
              <a:rPr lang="de-DE" sz="1000" dirty="0" err="1">
                <a:latin typeface="Pangolin" panose="00000500000000000000" pitchFamily="2" charset="0"/>
              </a:rPr>
              <a:t>Uhh</a:t>
            </a:r>
            <a:r>
              <a:rPr lang="de-DE" sz="1000" dirty="0">
                <a:latin typeface="Pangolin" panose="00000500000000000000" pitchFamily="2" charset="0"/>
              </a:rPr>
              <a:t>, </a:t>
            </a:r>
            <a:r>
              <a:rPr lang="de-DE" sz="1000" dirty="0" err="1">
                <a:latin typeface="Pangolin" panose="00000500000000000000" pitchFamily="2" charset="0"/>
              </a:rPr>
              <a:t>sure</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546570" y="2523024"/>
            <a:ext cx="1882429" cy="707886"/>
          </a:xfrm>
          <a:prstGeom prst="rect">
            <a:avLst/>
          </a:prstGeom>
          <a:noFill/>
        </p:spPr>
        <p:txBody>
          <a:bodyPr wrap="square">
            <a:spAutoFit/>
          </a:bodyPr>
          <a:lstStyle/>
          <a:p>
            <a:pPr algn="ctr"/>
            <a:r>
              <a:rPr lang="de-DE" sz="1000" dirty="0" err="1">
                <a:latin typeface="Pangolin" panose="00000500000000000000" pitchFamily="2" charset="0"/>
              </a:rPr>
              <a:t>Anyway</a:t>
            </a:r>
            <a:r>
              <a:rPr lang="de-DE" sz="1000" dirty="0">
                <a:latin typeface="Pangolin" panose="00000500000000000000" pitchFamily="2" charset="0"/>
              </a:rPr>
              <a:t>, </a:t>
            </a:r>
            <a:r>
              <a:rPr lang="de-DE" sz="1000" dirty="0" err="1">
                <a:latin typeface="Pangolin" panose="00000500000000000000" pitchFamily="2" charset="0"/>
              </a:rPr>
              <a:t>we</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use</a:t>
            </a:r>
            <a:r>
              <a:rPr lang="de-DE" sz="1000" dirty="0">
                <a:latin typeface="Pangolin" panose="00000500000000000000" pitchFamily="2" charset="0"/>
              </a:rPr>
              <a:t> </a:t>
            </a:r>
            <a:r>
              <a:rPr lang="de-DE" sz="1000" dirty="0" err="1">
                <a:latin typeface="Pangolin" panose="00000500000000000000" pitchFamily="2" charset="0"/>
              </a:rPr>
              <a:t>something</a:t>
            </a:r>
            <a:r>
              <a:rPr lang="de-DE" sz="1000" dirty="0">
                <a:latin typeface="Pangolin" panose="00000500000000000000" pitchFamily="2" charset="0"/>
              </a:rPr>
              <a:t> </a:t>
            </a:r>
            <a:r>
              <a:rPr lang="de-DE" sz="1000" dirty="0" err="1">
                <a:latin typeface="Pangolin" panose="00000500000000000000" pitchFamily="2" charset="0"/>
              </a:rPr>
              <a:t>called</a:t>
            </a:r>
            <a:r>
              <a:rPr lang="de-DE" sz="1000" dirty="0">
                <a:latin typeface="Pangolin" panose="00000500000000000000" pitchFamily="2" charset="0"/>
              </a:rPr>
              <a:t> </a:t>
            </a:r>
            <a:r>
              <a:rPr lang="de-DE" sz="1000" dirty="0">
                <a:highlight>
                  <a:srgbClr val="C0C0C0"/>
                </a:highlight>
                <a:latin typeface="Pangolin" panose="00000500000000000000" pitchFamily="2" charset="0"/>
              </a:rPr>
              <a:t>MODE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describe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central</a:t>
            </a:r>
            <a:r>
              <a:rPr lang="de-DE" sz="1000" dirty="0">
                <a:latin typeface="Pangolin" panose="00000500000000000000" pitchFamily="2" charset="0"/>
              </a:rPr>
              <a:t> </a:t>
            </a:r>
            <a:r>
              <a:rPr lang="de-DE" sz="1000" dirty="0" err="1">
                <a:latin typeface="Pangolin" panose="00000500000000000000" pitchFamily="2" charset="0"/>
              </a:rPr>
              <a:t>tendency</a:t>
            </a:r>
            <a:r>
              <a:rPr lang="de-DE" sz="1000" dirty="0">
                <a:latin typeface="Pangolin" panose="00000500000000000000" pitchFamily="2" charset="0"/>
              </a:rPr>
              <a:t> </a:t>
            </a:r>
            <a:r>
              <a:rPr lang="de-DE" sz="1000" dirty="0" err="1">
                <a:latin typeface="Pangolin" panose="00000500000000000000" pitchFamily="2" charset="0"/>
              </a:rPr>
              <a:t>if</a:t>
            </a:r>
            <a:r>
              <a:rPr lang="de-DE" sz="1000" dirty="0">
                <a:latin typeface="Pangolin" panose="00000500000000000000" pitchFamily="2" charset="0"/>
              </a:rPr>
              <a:t> </a:t>
            </a:r>
            <a:r>
              <a:rPr lang="de-DE" sz="1000" dirty="0" err="1">
                <a:latin typeface="Pangolin" panose="00000500000000000000" pitchFamily="2" charset="0"/>
              </a:rPr>
              <a:t>our</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r>
              <a:rPr lang="de-DE" sz="1000" dirty="0" err="1">
                <a:latin typeface="Pangolin" panose="00000500000000000000" pitchFamily="2" charset="0"/>
              </a:rPr>
              <a:t>has</a:t>
            </a:r>
            <a:r>
              <a:rPr lang="de-DE" sz="1000" dirty="0">
                <a:latin typeface="Pangolin" panose="00000500000000000000" pitchFamily="2" charset="0"/>
              </a:rPr>
              <a:t> multiple </a:t>
            </a:r>
            <a:r>
              <a:rPr lang="de-DE" sz="1000" dirty="0" err="1">
                <a:latin typeface="Pangolin" panose="00000500000000000000" pitchFamily="2" charset="0"/>
              </a:rPr>
              <a:t>hills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684172"/>
            <a:ext cx="1882429" cy="553998"/>
          </a:xfrm>
          <a:prstGeom prst="rect">
            <a:avLst/>
          </a:prstGeom>
          <a:noFill/>
        </p:spPr>
        <p:txBody>
          <a:bodyPr wrap="square">
            <a:spAutoFit/>
          </a:bodyPr>
          <a:lstStyle/>
          <a:p>
            <a:pPr algn="ctr"/>
            <a:r>
              <a:rPr lang="de-DE" sz="1000" dirty="0">
                <a:latin typeface="Pangolin" panose="00000500000000000000" pitchFamily="2" charset="0"/>
              </a:rPr>
              <a:t>The </a:t>
            </a:r>
            <a:r>
              <a:rPr lang="de-DE" sz="1000" dirty="0" err="1">
                <a:latin typeface="Pangolin" panose="00000500000000000000" pitchFamily="2" charset="0"/>
              </a:rPr>
              <a:t>mode</a:t>
            </a:r>
            <a:r>
              <a:rPr lang="de-DE" sz="1000" dirty="0">
                <a:latin typeface="Pangolin" panose="00000500000000000000" pitchFamily="2" charset="0"/>
              </a:rPr>
              <a:t> </a:t>
            </a:r>
            <a:r>
              <a:rPr lang="de-DE" sz="1000" dirty="0" err="1">
                <a:latin typeface="Pangolin" panose="00000500000000000000" pitchFamily="2" charset="0"/>
              </a:rPr>
              <a:t>defines</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most</a:t>
            </a:r>
            <a:r>
              <a:rPr lang="de-DE" sz="1000" dirty="0">
                <a:latin typeface="Pangolin" panose="00000500000000000000" pitchFamily="2" charset="0"/>
              </a:rPr>
              <a:t> </a:t>
            </a:r>
            <a:r>
              <a:rPr lang="de-DE" sz="1000" dirty="0" err="1">
                <a:latin typeface="Pangolin" panose="00000500000000000000" pitchFamily="2" charset="0"/>
              </a:rPr>
              <a:t>frequently</a:t>
            </a:r>
            <a:r>
              <a:rPr lang="de-DE" sz="1000" dirty="0">
                <a:latin typeface="Pangolin" panose="00000500000000000000" pitchFamily="2" charset="0"/>
              </a:rPr>
              <a:t> </a:t>
            </a:r>
            <a:r>
              <a:rPr lang="de-DE" sz="1000" dirty="0" err="1">
                <a:latin typeface="Pangolin" panose="00000500000000000000" pitchFamily="2" charset="0"/>
              </a:rPr>
              <a:t>occuring</a:t>
            </a:r>
            <a:r>
              <a:rPr lang="de-DE" sz="1000" dirty="0">
                <a:latin typeface="Pangolin" panose="00000500000000000000" pitchFamily="2" charset="0"/>
              </a:rPr>
              <a:t> </a:t>
            </a:r>
            <a:r>
              <a:rPr lang="de-DE" sz="1000" dirty="0" err="1">
                <a:latin typeface="Pangolin" panose="00000500000000000000" pitchFamily="2" charset="0"/>
              </a:rPr>
              <a:t>value</a:t>
            </a:r>
            <a:r>
              <a:rPr lang="de-DE" sz="1000" dirty="0">
                <a:latin typeface="Pangolin" panose="00000500000000000000" pitchFamily="2" charset="0"/>
              </a:rPr>
              <a:t>(s) in a </a:t>
            </a:r>
            <a:r>
              <a:rPr lang="de-DE" sz="1000" dirty="0" err="1">
                <a:latin typeface="Pangolin" panose="00000500000000000000" pitchFamily="2" charset="0"/>
              </a:rPr>
              <a:t>dataset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553998"/>
          </a:xfrm>
          <a:prstGeom prst="rect">
            <a:avLst/>
          </a:prstGeom>
          <a:noFill/>
        </p:spPr>
        <p:txBody>
          <a:bodyPr wrap="square">
            <a:spAutoFit/>
          </a:bodyPr>
          <a:lstStyle/>
          <a:p>
            <a:pPr algn="ctr"/>
            <a:r>
              <a:rPr lang="de-DE" sz="1000" dirty="0">
                <a:latin typeface="Pangolin" panose="00000500000000000000" pitchFamily="2" charset="0"/>
              </a:rPr>
              <a:t>In </a:t>
            </a:r>
            <a:r>
              <a:rPr lang="de-DE" sz="1000" dirty="0" err="1">
                <a:latin typeface="Pangolin" panose="00000500000000000000" pitchFamily="2" charset="0"/>
              </a:rPr>
              <a:t>this</a:t>
            </a:r>
            <a:r>
              <a:rPr lang="de-DE" sz="1000" dirty="0">
                <a:latin typeface="Pangolin" panose="00000500000000000000" pitchFamily="2" charset="0"/>
              </a:rPr>
              <a:t> </a:t>
            </a:r>
            <a:r>
              <a:rPr lang="de-DE" sz="1000" dirty="0" err="1">
                <a:latin typeface="Pangolin" panose="00000500000000000000" pitchFamily="2" charset="0"/>
              </a:rPr>
              <a:t>case</a:t>
            </a:r>
            <a:r>
              <a:rPr lang="de-DE" sz="1000" dirty="0">
                <a:latin typeface="Pangolin" panose="00000500000000000000" pitchFamily="2" charset="0"/>
              </a:rPr>
              <a:t>, </a:t>
            </a:r>
            <a:r>
              <a:rPr lang="de-DE" sz="1000" dirty="0" err="1">
                <a:latin typeface="Pangolin" panose="00000500000000000000" pitchFamily="2" charset="0"/>
              </a:rPr>
              <a:t>we</a:t>
            </a:r>
            <a:r>
              <a:rPr lang="de-DE" sz="1000" dirty="0">
                <a:latin typeface="Pangolin" panose="00000500000000000000" pitchFamily="2" charset="0"/>
              </a:rPr>
              <a:t> </a:t>
            </a:r>
            <a:r>
              <a:rPr lang="de-DE" sz="1000" dirty="0" err="1">
                <a:latin typeface="Pangolin" panose="00000500000000000000" pitchFamily="2" charset="0"/>
              </a:rPr>
              <a:t>have</a:t>
            </a:r>
            <a:r>
              <a:rPr lang="de-DE" sz="1000" dirty="0">
                <a:latin typeface="Pangolin" panose="00000500000000000000" pitchFamily="2" charset="0"/>
              </a:rPr>
              <a:t> multiple </a:t>
            </a:r>
            <a:r>
              <a:rPr lang="de-DE" sz="1000" dirty="0" err="1">
                <a:latin typeface="Pangolin" panose="00000500000000000000" pitchFamily="2" charset="0"/>
              </a:rPr>
              <a:t>modes</a:t>
            </a:r>
            <a:r>
              <a:rPr lang="de-DE" sz="1000" dirty="0">
                <a:latin typeface="Pangolin" panose="00000500000000000000" pitchFamily="2" charset="0"/>
              </a:rPr>
              <a:t>, but </a:t>
            </a:r>
            <a:r>
              <a:rPr lang="de-DE" sz="1000" dirty="0" err="1">
                <a:latin typeface="Pangolin" panose="00000500000000000000" pitchFamily="2" charset="0"/>
              </a:rPr>
              <a:t>there</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also </a:t>
            </a:r>
            <a:r>
              <a:rPr lang="de-DE" sz="1000" dirty="0" err="1">
                <a:latin typeface="Pangolin" panose="00000500000000000000" pitchFamily="2" charset="0"/>
              </a:rPr>
              <a:t>be</a:t>
            </a:r>
            <a:r>
              <a:rPr lang="de-DE" sz="1000" dirty="0">
                <a:latin typeface="Pangolin" panose="00000500000000000000" pitchFamily="2" charset="0"/>
              </a:rPr>
              <a:t> just </a:t>
            </a:r>
            <a:r>
              <a:rPr lang="de-DE" sz="1000" dirty="0" err="1">
                <a:latin typeface="Pangolin" panose="00000500000000000000" pitchFamily="2" charset="0"/>
              </a:rPr>
              <a:t>one</a:t>
            </a:r>
            <a:r>
              <a:rPr lang="de-DE" sz="1000" dirty="0">
                <a:latin typeface="Pangolin" panose="00000500000000000000" pitchFamily="2" charset="0"/>
              </a:rPr>
              <a:t>, </a:t>
            </a:r>
            <a:r>
              <a:rPr lang="de-DE" sz="1000" dirty="0" err="1">
                <a:latin typeface="Pangolin" panose="00000500000000000000" pitchFamily="2" charset="0"/>
              </a:rPr>
              <a:t>or</a:t>
            </a:r>
            <a:r>
              <a:rPr lang="de-DE" sz="1000" dirty="0">
                <a:latin typeface="Pangolin" panose="00000500000000000000" pitchFamily="2" charset="0"/>
              </a:rPr>
              <a:t> </a:t>
            </a:r>
            <a:r>
              <a:rPr lang="de-DE" sz="1000" dirty="0" err="1">
                <a:latin typeface="Pangolin" panose="00000500000000000000" pitchFamily="2" charset="0"/>
              </a:rPr>
              <a:t>even</a:t>
            </a:r>
            <a:r>
              <a:rPr lang="de-DE" sz="1000" dirty="0">
                <a:latin typeface="Pangolin" panose="00000500000000000000" pitchFamily="2" charset="0"/>
              </a:rPr>
              <a:t> </a:t>
            </a:r>
            <a:r>
              <a:rPr lang="de-DE" sz="1000" dirty="0" err="1">
                <a:latin typeface="Pangolin" panose="00000500000000000000" pitchFamily="2" charset="0"/>
              </a:rPr>
              <a:t>no</a:t>
            </a:r>
            <a:r>
              <a:rPr lang="de-DE" sz="1000" dirty="0">
                <a:latin typeface="Pangolin" panose="00000500000000000000" pitchFamily="2" charset="0"/>
              </a:rPr>
              <a:t> </a:t>
            </a:r>
            <a:r>
              <a:rPr lang="de-DE" sz="1000" dirty="0" err="1">
                <a:latin typeface="Pangolin" panose="00000500000000000000" pitchFamily="2" charset="0"/>
              </a:rPr>
              <a:t>mode</a:t>
            </a:r>
            <a:r>
              <a:rPr lang="de-DE" sz="1000" dirty="0">
                <a:latin typeface="Pangolin" panose="00000500000000000000" pitchFamily="2" charset="0"/>
              </a:rPr>
              <a:t> at all.</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400110"/>
          </a:xfrm>
          <a:prstGeom prst="rect">
            <a:avLst/>
          </a:prstGeom>
          <a:noFill/>
        </p:spPr>
        <p:txBody>
          <a:bodyPr wrap="square">
            <a:spAutoFit/>
          </a:bodyPr>
          <a:lstStyle/>
          <a:p>
            <a:pPr algn="ct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apply</a:t>
            </a:r>
            <a:r>
              <a:rPr lang="de-DE" sz="1000" dirty="0">
                <a:latin typeface="Pangolin" panose="00000500000000000000" pitchFamily="2" charset="0"/>
              </a:rPr>
              <a:t> </a:t>
            </a:r>
            <a:r>
              <a:rPr lang="de-DE" sz="1000" dirty="0" err="1">
                <a:latin typeface="Pangolin" panose="00000500000000000000" pitchFamily="2" charset="0"/>
              </a:rPr>
              <a:t>mean</a:t>
            </a:r>
            <a:r>
              <a:rPr lang="de-DE" sz="1000" dirty="0">
                <a:latin typeface="Pangolin" panose="00000500000000000000" pitchFamily="2" charset="0"/>
              </a:rPr>
              <a:t>, median, and </a:t>
            </a:r>
            <a:r>
              <a:rPr lang="de-DE" sz="1000" dirty="0" err="1">
                <a:latin typeface="Pangolin" panose="00000500000000000000" pitchFamily="2" charset="0"/>
              </a:rPr>
              <a:t>mode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different </a:t>
            </a:r>
            <a:r>
              <a:rPr lang="de-DE" sz="1000" dirty="0" err="1">
                <a:latin typeface="Pangolin" panose="00000500000000000000" pitchFamily="2" charset="0"/>
              </a:rPr>
              <a:t>samples</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apples</a:t>
            </a:r>
            <a:r>
              <a:rPr lang="de-DE" sz="1000" dirty="0">
                <a:latin typeface="Pangolin" panose="00000500000000000000" pitchFamily="2" charset="0"/>
              </a:rPr>
              <a:t>.</a:t>
            </a:r>
            <a:br>
              <a:rPr lang="de-DE" sz="1000" dirty="0">
                <a:latin typeface="Pangolin" panose="00000500000000000000" pitchFamily="2" charset="0"/>
              </a:rPr>
            </a:br>
            <a:r>
              <a:rPr lang="de-DE" sz="1000" dirty="0">
                <a:latin typeface="Pangolin" panose="00000500000000000000" pitchFamily="2" charset="0"/>
              </a:rPr>
              <a:t>But </a:t>
            </a:r>
            <a:r>
              <a:rPr lang="de-DE" sz="1000" dirty="0" err="1">
                <a:latin typeface="Pangolin" panose="00000500000000000000" pitchFamily="2" charset="0"/>
              </a:rPr>
              <a:t>often</a:t>
            </a:r>
            <a:r>
              <a:rPr lang="de-DE" sz="1000" dirty="0">
                <a:latin typeface="Pangolin" panose="00000500000000000000" pitchFamily="2" charset="0"/>
              </a:rPr>
              <a:t>, </a:t>
            </a:r>
            <a:r>
              <a:rPr lang="de-DE" sz="1000" dirty="0" err="1">
                <a:latin typeface="Pangolin" panose="00000500000000000000" pitchFamily="2" charset="0"/>
              </a:rPr>
              <a:t>some</a:t>
            </a:r>
            <a:r>
              <a:rPr lang="de-DE" sz="1000" dirty="0">
                <a:latin typeface="Pangolin" panose="00000500000000000000" pitchFamily="2" charset="0"/>
              </a:rPr>
              <a:t> will </a:t>
            </a:r>
            <a:r>
              <a:rPr lang="de-DE" sz="1000" dirty="0" err="1">
                <a:latin typeface="Pangolin" panose="00000500000000000000" pitchFamily="2" charset="0"/>
              </a:rPr>
              <a:t>represent</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latin typeface="Pangolin" panose="00000500000000000000" pitchFamily="2" charset="0"/>
              </a:rPr>
              <a:t> </a:t>
            </a:r>
            <a:r>
              <a:rPr lang="de-DE" sz="1000" dirty="0" err="1">
                <a:latin typeface="Pangolin" panose="00000500000000000000" pitchFamily="2" charset="0"/>
              </a:rPr>
              <a:t>better</a:t>
            </a:r>
            <a:r>
              <a:rPr lang="de-DE" sz="1000" dirty="0">
                <a:latin typeface="Pangolin" panose="00000500000000000000" pitchFamily="2" charset="0"/>
              </a:rPr>
              <a:t> </a:t>
            </a:r>
            <a:r>
              <a:rPr lang="de-DE" sz="1000" dirty="0" err="1">
                <a:latin typeface="Pangolin" panose="00000500000000000000" pitchFamily="2" charset="0"/>
              </a:rPr>
              <a:t>than</a:t>
            </a:r>
            <a:r>
              <a:rPr lang="de-DE" sz="1000" dirty="0">
                <a:latin typeface="Pangolin" panose="00000500000000000000" pitchFamily="2" charset="0"/>
              </a:rPr>
              <a:t> </a:t>
            </a:r>
            <a:r>
              <a:rPr lang="de-DE" sz="1000" dirty="0" err="1">
                <a:latin typeface="Pangolin" panose="00000500000000000000" pitchFamily="2" charset="0"/>
              </a:rPr>
              <a:t>others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71380" y="6780593"/>
            <a:ext cx="1956829" cy="861774"/>
          </a:xfrm>
          <a:prstGeom prst="rect">
            <a:avLst/>
          </a:prstGeom>
          <a:noFill/>
        </p:spPr>
        <p:txBody>
          <a:bodyPr wrap="square">
            <a:spAutoFit/>
          </a:bodyPr>
          <a:lstStyle/>
          <a:p>
            <a:pPr algn="ctr"/>
            <a:r>
              <a:rPr lang="de-DE" sz="1000" dirty="0">
                <a:latin typeface="Pangolin" panose="00000500000000000000" pitchFamily="2" charset="0"/>
              </a:rPr>
              <a:t>Okay, </a:t>
            </a:r>
            <a:r>
              <a:rPr lang="de-DE" sz="1000" dirty="0" err="1">
                <a:latin typeface="Pangolin" panose="00000500000000000000" pitchFamily="2" charset="0"/>
              </a:rPr>
              <a:t>thank</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I‘ve</a:t>
            </a:r>
            <a:r>
              <a:rPr lang="de-DE" sz="1000" dirty="0">
                <a:latin typeface="Pangolin" panose="00000500000000000000" pitchFamily="2" charset="0"/>
              </a:rPr>
              <a:t> </a:t>
            </a:r>
            <a:r>
              <a:rPr lang="de-DE" sz="1000" dirty="0" err="1">
                <a:latin typeface="Pangolin" panose="00000500000000000000" pitchFamily="2" charset="0"/>
              </a:rPr>
              <a:t>learned</a:t>
            </a:r>
            <a:r>
              <a:rPr lang="de-DE" sz="1000" dirty="0">
                <a:latin typeface="Pangolin" panose="00000500000000000000" pitchFamily="2" charset="0"/>
              </a:rPr>
              <a:t> a </a:t>
            </a:r>
            <a:r>
              <a:rPr lang="de-DE" sz="1000" dirty="0" err="1">
                <a:latin typeface="Pangolin" panose="00000500000000000000" pitchFamily="2" charset="0"/>
              </a:rPr>
              <a:t>lot</a:t>
            </a:r>
            <a:r>
              <a:rPr lang="de-DE" sz="1000" dirty="0">
                <a:latin typeface="Pangolin" panose="00000500000000000000" pitchFamily="2" charset="0"/>
              </a:rPr>
              <a:t>. </a:t>
            </a:r>
            <a:r>
              <a:rPr lang="de-DE" sz="1000" dirty="0" err="1">
                <a:latin typeface="Pangolin" panose="00000500000000000000" pitchFamily="2" charset="0"/>
              </a:rPr>
              <a:t>Now</a:t>
            </a:r>
            <a:r>
              <a:rPr lang="de-DE" sz="1000" dirty="0">
                <a:latin typeface="Pangolin" panose="00000500000000000000" pitchFamily="2" charset="0"/>
              </a:rPr>
              <a:t> I just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apply</a:t>
            </a:r>
            <a:r>
              <a:rPr lang="de-DE" sz="1000" dirty="0">
                <a:latin typeface="Pangolin" panose="00000500000000000000" pitchFamily="2" charset="0"/>
              </a:rPr>
              <a:t> </a:t>
            </a:r>
            <a:r>
              <a:rPr lang="de-DE" sz="1000" dirty="0" err="1">
                <a:latin typeface="Pangolin" panose="00000500000000000000" pitchFamily="2" charset="0"/>
              </a:rPr>
              <a:t>this</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latin typeface="Pangolin" panose="00000500000000000000" pitchFamily="2" charset="0"/>
              </a:rPr>
              <a:t> I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present</a:t>
            </a:r>
            <a:r>
              <a:rPr lang="de-DE" sz="1000" dirty="0">
                <a:latin typeface="Pangolin" panose="00000500000000000000" pitchFamily="2" charset="0"/>
              </a:rPr>
              <a:t>. </a:t>
            </a:r>
            <a:br>
              <a:rPr lang="de-DE" sz="1000" dirty="0">
                <a:latin typeface="Pangolin" panose="00000500000000000000" pitchFamily="2" charset="0"/>
              </a:rPr>
            </a:br>
            <a:r>
              <a:rPr lang="de-DE" sz="1000" dirty="0" err="1">
                <a:latin typeface="Pangolin" panose="00000500000000000000" pitchFamily="2" charset="0"/>
              </a:rPr>
              <a:t>It‘s</a:t>
            </a:r>
            <a:r>
              <a:rPr lang="de-DE" sz="1000" dirty="0">
                <a:latin typeface="Pangolin" panose="00000500000000000000" pitchFamily="2" charset="0"/>
              </a:rPr>
              <a:t> </a:t>
            </a:r>
            <a:r>
              <a:rPr lang="de-DE" sz="1000" dirty="0" err="1">
                <a:latin typeface="Pangolin" panose="00000500000000000000" pitchFamily="2" charset="0"/>
              </a:rPr>
              <a:t>from</a:t>
            </a:r>
            <a:r>
              <a:rPr lang="de-DE" sz="1000" dirty="0">
                <a:latin typeface="Pangolin" panose="00000500000000000000" pitchFamily="2" charset="0"/>
              </a:rPr>
              <a:t> an </a:t>
            </a:r>
            <a:r>
              <a:rPr lang="de-DE" sz="1000" dirty="0" err="1">
                <a:latin typeface="Pangolin" panose="00000500000000000000" pitchFamily="2" charset="0"/>
              </a:rPr>
              <a:t>app</a:t>
            </a:r>
            <a:r>
              <a:rPr lang="de-DE" sz="1000" dirty="0">
                <a:latin typeface="Pangolin" panose="00000500000000000000" pitchFamily="2" charset="0"/>
              </a:rPr>
              <a:t> </a:t>
            </a:r>
            <a:r>
              <a:rPr lang="de-DE" sz="1000" dirty="0" err="1">
                <a:latin typeface="Pangolin" panose="00000500000000000000" pitchFamily="2" charset="0"/>
              </a:rPr>
              <a:t>that</a:t>
            </a:r>
            <a:r>
              <a:rPr lang="de-DE" sz="1000" dirty="0">
                <a:latin typeface="Pangolin" panose="00000500000000000000" pitchFamily="2" charset="0"/>
              </a:rPr>
              <a:t> </a:t>
            </a:r>
            <a:r>
              <a:rPr lang="de-DE" sz="1000" dirty="0" err="1">
                <a:latin typeface="Pangolin" panose="00000500000000000000" pitchFamily="2" charset="0"/>
              </a:rPr>
              <a:t>tracks</a:t>
            </a:r>
            <a:r>
              <a:rPr lang="de-DE" sz="1000" dirty="0">
                <a:latin typeface="Pangolin" panose="00000500000000000000" pitchFamily="2" charset="0"/>
              </a:rPr>
              <a:t> </a:t>
            </a:r>
            <a:br>
              <a:rPr lang="de-DE" sz="1000" dirty="0">
                <a:latin typeface="Pangolin" panose="00000500000000000000" pitchFamily="2" charset="0"/>
              </a:rPr>
            </a:br>
            <a:r>
              <a:rPr lang="de-DE" sz="1000" dirty="0" err="1">
                <a:latin typeface="Pangolin" panose="00000500000000000000" pitchFamily="2" charset="0"/>
              </a:rPr>
              <a:t>heart</a:t>
            </a:r>
            <a:r>
              <a:rPr lang="de-DE" sz="1000" dirty="0">
                <a:latin typeface="Pangolin" panose="00000500000000000000" pitchFamily="2" charset="0"/>
              </a:rPr>
              <a:t> rate </a:t>
            </a:r>
            <a:r>
              <a:rPr lang="de-DE" sz="1000" dirty="0" err="1">
                <a:latin typeface="Pangolin" panose="00000500000000000000" pitchFamily="2" charset="0"/>
              </a:rPr>
              <a:t>measurements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861774"/>
          </a:xfrm>
          <a:prstGeom prst="rect">
            <a:avLst/>
          </a:prstGeom>
          <a:noFill/>
        </p:spPr>
        <p:txBody>
          <a:bodyPr wrap="square">
            <a:spAutoFit/>
          </a:bodyPr>
          <a:lstStyle/>
          <a:p>
            <a:pPr algn="ctr"/>
            <a:r>
              <a:rPr lang="de-DE" sz="1000" dirty="0" err="1">
                <a:latin typeface="Pangolin" panose="00000500000000000000" pitchFamily="2" charset="0"/>
              </a:rPr>
              <a:t>That</a:t>
            </a:r>
            <a:r>
              <a:rPr lang="de-DE" sz="1000" dirty="0">
                <a:latin typeface="Pangolin" panose="00000500000000000000" pitchFamily="2" charset="0"/>
              </a:rPr>
              <a:t> </a:t>
            </a:r>
            <a:r>
              <a:rPr lang="de-DE" sz="1000" dirty="0" err="1">
                <a:latin typeface="Pangolin" panose="00000500000000000000" pitchFamily="2" charset="0"/>
              </a:rPr>
              <a:t>should</a:t>
            </a:r>
            <a:r>
              <a:rPr lang="de-DE" sz="1000" dirty="0">
                <a:latin typeface="Pangolin" panose="00000500000000000000" pitchFamily="2" charset="0"/>
              </a:rPr>
              <a:t> </a:t>
            </a:r>
            <a:r>
              <a:rPr lang="de-DE" sz="1000" dirty="0" err="1">
                <a:latin typeface="Pangolin" panose="00000500000000000000" pitchFamily="2" charset="0"/>
              </a:rPr>
              <a:t>be</a:t>
            </a:r>
            <a:r>
              <a:rPr lang="de-DE" sz="1000" dirty="0">
                <a:latin typeface="Pangolin" panose="00000500000000000000" pitchFamily="2" charset="0"/>
              </a:rPr>
              <a:t> </a:t>
            </a:r>
            <a:r>
              <a:rPr lang="de-DE" sz="1000" dirty="0" err="1">
                <a:latin typeface="Pangolin" panose="00000500000000000000" pitchFamily="2" charset="0"/>
              </a:rPr>
              <a:t>doable</a:t>
            </a:r>
            <a:r>
              <a:rPr lang="de-DE" sz="1000" dirty="0">
                <a:latin typeface="Pangolin" panose="00000500000000000000" pitchFamily="2" charset="0"/>
              </a:rPr>
              <a:t> - </a:t>
            </a:r>
            <a:r>
              <a:rPr lang="de-DE" sz="1000" dirty="0" err="1">
                <a:latin typeface="Pangolin" panose="00000500000000000000" pitchFamily="2" charset="0"/>
              </a:rPr>
              <a:t>take</a:t>
            </a:r>
            <a:r>
              <a:rPr lang="de-DE" sz="1000" dirty="0">
                <a:latin typeface="Pangolin" panose="00000500000000000000" pitchFamily="2" charset="0"/>
              </a:rPr>
              <a:t> a</a:t>
            </a:r>
            <a:br>
              <a:rPr lang="de-DE" sz="1000" dirty="0">
                <a:latin typeface="Pangolin" panose="00000500000000000000" pitchFamily="2" charset="0"/>
              </a:rPr>
            </a:br>
            <a:r>
              <a:rPr lang="de-DE" sz="1000" dirty="0">
                <a:latin typeface="Pangolin" panose="00000500000000000000" pitchFamily="2" charset="0"/>
              </a:rPr>
              <a:t>  </a:t>
            </a:r>
            <a:r>
              <a:rPr lang="de-DE" sz="1000" dirty="0" err="1">
                <a:latin typeface="Pangolin" panose="00000500000000000000" pitchFamily="2" charset="0"/>
              </a:rPr>
              <a:t>look</a:t>
            </a:r>
            <a:r>
              <a:rPr lang="de-DE" sz="1000" dirty="0">
                <a:latin typeface="Pangolin" panose="00000500000000000000" pitchFamily="2" charset="0"/>
              </a:rPr>
              <a:t> at </a:t>
            </a:r>
            <a:r>
              <a:rPr lang="de-DE" sz="1000" dirty="0" err="1">
                <a:latin typeface="Pangolin" panose="00000500000000000000" pitchFamily="2" charset="0"/>
              </a:rPr>
              <a:t>your</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latin typeface="Pangolin" panose="00000500000000000000" pitchFamily="2" charset="0"/>
              </a:rPr>
              <a:t> and follow </a:t>
            </a:r>
            <a:r>
              <a:rPr lang="de-DE" sz="1000" dirty="0" err="1">
                <a:latin typeface="Pangolin" panose="00000500000000000000" pitchFamily="2" charset="0"/>
              </a:rPr>
              <a:t>the</a:t>
            </a:r>
            <a:r>
              <a:rPr lang="de-DE" sz="1000" dirty="0">
                <a:latin typeface="Pangolin" panose="00000500000000000000" pitchFamily="2" charset="0"/>
              </a:rPr>
              <a:t> same </a:t>
            </a:r>
            <a:r>
              <a:rPr lang="de-DE" sz="1000" dirty="0" err="1">
                <a:latin typeface="Pangolin" panose="00000500000000000000" pitchFamily="2" charset="0"/>
              </a:rPr>
              <a:t>steps</a:t>
            </a:r>
            <a:r>
              <a:rPr lang="de-DE" sz="1000" dirty="0">
                <a:latin typeface="Pangolin" panose="00000500000000000000" pitchFamily="2" charset="0"/>
              </a:rPr>
              <a:t> </a:t>
            </a:r>
            <a:r>
              <a:rPr lang="de-DE" sz="1000" dirty="0" err="1">
                <a:latin typeface="Pangolin" panose="00000500000000000000" pitchFamily="2" charset="0"/>
              </a:rPr>
              <a:t>we</a:t>
            </a:r>
            <a:r>
              <a:rPr lang="de-DE" sz="1000" dirty="0">
                <a:latin typeface="Pangolin" panose="00000500000000000000" pitchFamily="2" charset="0"/>
              </a:rPr>
              <a:t> just </a:t>
            </a:r>
            <a:r>
              <a:rPr lang="de-DE" sz="1000" dirty="0" err="1">
                <a:latin typeface="Pangolin" panose="00000500000000000000" pitchFamily="2" charset="0"/>
              </a:rPr>
              <a:t>did</a:t>
            </a:r>
            <a:r>
              <a:rPr lang="de-DE" sz="1000" dirty="0">
                <a:latin typeface="Pangolin" panose="00000500000000000000" pitchFamily="2" charset="0"/>
              </a:rPr>
              <a:t> </a:t>
            </a:r>
            <a:r>
              <a:rPr lang="de-DE" sz="1000" dirty="0" err="1">
                <a:latin typeface="Pangolin" panose="00000500000000000000" pitchFamily="2" charset="0"/>
              </a:rPr>
              <a:t>with</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apples</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use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next</a:t>
            </a:r>
            <a:r>
              <a:rPr lang="de-DE" sz="1000" dirty="0">
                <a:latin typeface="Pangolin" panose="00000500000000000000" pitchFamily="2" charset="0"/>
              </a:rPr>
              <a:t> </a:t>
            </a:r>
            <a:r>
              <a:rPr lang="de-DE" sz="1000" dirty="0" err="1">
                <a:latin typeface="Pangolin" panose="00000500000000000000" pitchFamily="2" charset="0"/>
              </a:rPr>
              <a:t>page</a:t>
            </a:r>
            <a:r>
              <a:rPr lang="de-DE" sz="1000" dirty="0">
                <a:latin typeface="Pangolin" panose="00000500000000000000" pitchFamily="2" charset="0"/>
              </a:rPr>
              <a:t> </a:t>
            </a: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your</a:t>
            </a:r>
            <a:r>
              <a:rPr lang="de-DE" sz="1000" dirty="0">
                <a:latin typeface="Pangolin" panose="00000500000000000000" pitchFamily="2" charset="0"/>
              </a:rPr>
              <a:t> </a:t>
            </a:r>
            <a:r>
              <a:rPr lang="de-DE" sz="1000" dirty="0" err="1">
                <a:latin typeface="Pangolin" panose="00000500000000000000" pitchFamily="2" charset="0"/>
              </a:rPr>
              <a:t>calculations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86" name="Group 85">
            <a:extLst>
              <a:ext uri="{FF2B5EF4-FFF2-40B4-BE49-F238E27FC236}">
                <a16:creationId xmlns:a16="http://schemas.microsoft.com/office/drawing/2014/main" id="{5C04452F-F2DB-6ABA-8D80-2B33A5E5908E}"/>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91" name="Picture 90">
              <a:extLst>
                <a:ext uri="{FF2B5EF4-FFF2-40B4-BE49-F238E27FC236}">
                  <a16:creationId xmlns:a16="http://schemas.microsoft.com/office/drawing/2014/main" id="{9765C82C-185B-E484-31F9-6289B4DE8965}"/>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2" name="Group 91">
              <a:extLst>
                <a:ext uri="{FF2B5EF4-FFF2-40B4-BE49-F238E27FC236}">
                  <a16:creationId xmlns:a16="http://schemas.microsoft.com/office/drawing/2014/main" id="{46DDD0FF-D33F-E0BF-1C69-502DD961C286}"/>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93" name="Picture 92">
                <a:extLst>
                  <a:ext uri="{FF2B5EF4-FFF2-40B4-BE49-F238E27FC236}">
                    <a16:creationId xmlns:a16="http://schemas.microsoft.com/office/drawing/2014/main" id="{0D2225EC-C942-60D4-D090-15E7283E7CE2}"/>
                  </a:ext>
                </a:extLst>
              </p:cNvPr>
              <p:cNvPicPr>
                <a:picLocks noChangeAspect="1"/>
              </p:cNvPicPr>
              <p:nvPr/>
            </p:nvPicPr>
            <p:blipFill>
              <a:blip r:embed="rId12"/>
              <a:stretch>
                <a:fillRect/>
              </a:stretch>
            </p:blipFill>
            <p:spPr>
              <a:xfrm>
                <a:off x="4063999" y="4953000"/>
                <a:ext cx="609600" cy="609600"/>
              </a:xfrm>
              <a:prstGeom prst="rect">
                <a:avLst/>
              </a:prstGeom>
            </p:spPr>
          </p:pic>
          <p:pic>
            <p:nvPicPr>
              <p:cNvPr id="94" name="Picture 93">
                <a:extLst>
                  <a:ext uri="{FF2B5EF4-FFF2-40B4-BE49-F238E27FC236}">
                    <a16:creationId xmlns:a16="http://schemas.microsoft.com/office/drawing/2014/main" id="{20467939-25CC-E74F-E745-7DE8F8F83D8B}"/>
                  </a:ext>
                </a:extLst>
              </p:cNvPr>
              <p:cNvPicPr>
                <a:picLocks noChangeAspect="1"/>
              </p:cNvPicPr>
              <p:nvPr/>
            </p:nvPicPr>
            <p:blipFill>
              <a:blip r:embed="rId13"/>
              <a:stretch>
                <a:fillRect/>
              </a:stretch>
            </p:blipFill>
            <p:spPr>
              <a:xfrm>
                <a:off x="4705349" y="4953000"/>
                <a:ext cx="609600" cy="609600"/>
              </a:xfrm>
              <a:prstGeom prst="rect">
                <a:avLst/>
              </a:prstGeom>
            </p:spPr>
          </p:pic>
          <p:pic>
            <p:nvPicPr>
              <p:cNvPr id="95" name="Picture 94">
                <a:extLst>
                  <a:ext uri="{FF2B5EF4-FFF2-40B4-BE49-F238E27FC236}">
                    <a16:creationId xmlns:a16="http://schemas.microsoft.com/office/drawing/2014/main" id="{198DE29F-31C3-69EF-235E-33D7ACEC36FA}"/>
                  </a:ext>
                </a:extLst>
              </p:cNvPr>
              <p:cNvPicPr>
                <a:picLocks noChangeAspect="1"/>
              </p:cNvPicPr>
              <p:nvPr/>
            </p:nvPicPr>
            <p:blipFill>
              <a:blip r:embed="rId14"/>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Title 3">
            <a:extLst>
              <a:ext uri="{FF2B5EF4-FFF2-40B4-BE49-F238E27FC236}">
                <a16:creationId xmlns:a16="http://schemas.microsoft.com/office/drawing/2014/main" id="{CC00949C-4B1D-0F47-9F93-791EC7ED1A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Before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turning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page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try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calculate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median and </a:t>
            </a:r>
            <a:r>
              <a:rPr lang="de-DE" sz="1000" dirty="0" err="1">
                <a:solidFill>
                  <a:schemeClr val="tx1"/>
                </a:solidFill>
                <a:latin typeface="Pangolin" panose="00000500000000000000" pitchFamily="2" charset="0"/>
              </a:rPr>
              <a:t>mode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each</a:t>
            </a:r>
            <a:r>
              <a:rPr lang="de-DE" sz="1000" dirty="0">
                <a:solidFill>
                  <a:schemeClr val="tx1"/>
                </a:solidFill>
                <a:latin typeface="Pangolin" panose="00000500000000000000" pitchFamily="2" charset="0"/>
              </a:rPr>
              <a:t> variable, and check </a:t>
            </a:r>
            <a:r>
              <a:rPr lang="de-DE" sz="1000" dirty="0" err="1">
                <a:solidFill>
                  <a:schemeClr val="tx1"/>
                </a:solidFill>
                <a:latin typeface="Pangolin" panose="00000500000000000000" pitchFamily="2" charset="0"/>
              </a:rPr>
              <a:t>which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parameter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most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adequate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describing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central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tendency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take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notes</a:t>
            </a:r>
            <a:r>
              <a:rPr lang="de-DE" sz="1000" dirty="0">
                <a:solidFill>
                  <a:schemeClr val="tx1"/>
                </a:solidFill>
                <a:latin typeface="Pangolin" panose="00000500000000000000" pitchFamily="2" charset="0"/>
              </a:rPr>
              <a:t> on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page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13" name="Group 12">
            <a:extLst>
              <a:ext uri="{FF2B5EF4-FFF2-40B4-BE49-F238E27FC236}">
                <a16:creationId xmlns:a16="http://schemas.microsoft.com/office/drawing/2014/main" id="{F02A0641-1A7A-8CC6-FB58-828F8BAAAF6F}"/>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4" name="Picture 13">
              <a:extLst>
                <a:ext uri="{FF2B5EF4-FFF2-40B4-BE49-F238E27FC236}">
                  <a16:creationId xmlns:a16="http://schemas.microsoft.com/office/drawing/2014/main" id="{9579708D-C67C-00F4-E039-14BE45CC2A5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5" name="Group 14">
              <a:extLst>
                <a:ext uri="{FF2B5EF4-FFF2-40B4-BE49-F238E27FC236}">
                  <a16:creationId xmlns:a16="http://schemas.microsoft.com/office/drawing/2014/main" id="{04AE10BA-8510-B7FD-D808-776055B29A1B}"/>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6" name="Picture 15">
                <a:extLst>
                  <a:ext uri="{FF2B5EF4-FFF2-40B4-BE49-F238E27FC236}">
                    <a16:creationId xmlns:a16="http://schemas.microsoft.com/office/drawing/2014/main" id="{1E71CAED-CBA9-53E5-1325-7DFA9DAAB4B1}"/>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7" name="Picture 16">
                <a:extLst>
                  <a:ext uri="{FF2B5EF4-FFF2-40B4-BE49-F238E27FC236}">
                    <a16:creationId xmlns:a16="http://schemas.microsoft.com/office/drawing/2014/main" id="{2793E5CD-61EB-DD61-3788-54174D167C9F}"/>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8" name="Picture 17">
                <a:extLst>
                  <a:ext uri="{FF2B5EF4-FFF2-40B4-BE49-F238E27FC236}">
                    <a16:creationId xmlns:a16="http://schemas.microsoft.com/office/drawing/2014/main" id="{684352FC-5100-0B7E-99E9-8CC55CB14C9F}"/>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Feel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free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check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calculations</a:t>
            </a:r>
            <a:r>
              <a:rPr lang="de-DE" sz="1000" dirty="0">
                <a:solidFill>
                  <a:schemeClr val="tx1"/>
                </a:solidFill>
                <a:latin typeface="Pangolin" panose="00000500000000000000" pitchFamily="2" charset="0"/>
              </a:rPr>
              <a:t>. </a:t>
            </a:r>
            <a:br>
              <a:rPr lang="de-DE" sz="1000" dirty="0">
                <a:solidFill>
                  <a:schemeClr val="tx1"/>
                </a:solidFill>
                <a:latin typeface="Pangolin" panose="00000500000000000000" pitchFamily="2" charset="0"/>
              </a:rPr>
            </a:b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take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further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notes</a:t>
            </a:r>
            <a:r>
              <a:rPr lang="de-DE" sz="1000" dirty="0">
                <a:solidFill>
                  <a:schemeClr val="tx1"/>
                </a:solidFill>
                <a:latin typeface="Pangolin" panose="00000500000000000000" pitchFamily="2" charset="0"/>
              </a:rPr>
              <a:t> on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page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4" name="Title 3">
            <a:extLst>
              <a:ext uri="{FF2B5EF4-FFF2-40B4-BE49-F238E27FC236}">
                <a16:creationId xmlns:a16="http://schemas.microsoft.com/office/drawing/2014/main" id="{8DABCB7B-6D55-0CD3-673B-28C9F565B72F}"/>
              </a:ext>
              <a:ext uri="{C183D7F6-B498-43B3-948B-1728B52AA6E4}">
                <adec:decorative xmlns:adec="http://schemas.microsoft.com/office/drawing/2017/decorative" val="1"/>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12" name="Group 11">
            <a:extLst>
              <a:ext uri="{FF2B5EF4-FFF2-40B4-BE49-F238E27FC236}">
                <a16:creationId xmlns:a16="http://schemas.microsoft.com/office/drawing/2014/main" id="{439E86CB-25F0-ADF0-6D2D-98069D253451}"/>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3" name="Picture 12">
              <a:extLst>
                <a:ext uri="{FF2B5EF4-FFF2-40B4-BE49-F238E27FC236}">
                  <a16:creationId xmlns:a16="http://schemas.microsoft.com/office/drawing/2014/main" id="{2F09192D-8D65-E72E-6848-17BEAD97E32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4" name="Group 13">
              <a:extLst>
                <a:ext uri="{FF2B5EF4-FFF2-40B4-BE49-F238E27FC236}">
                  <a16:creationId xmlns:a16="http://schemas.microsoft.com/office/drawing/2014/main" id="{FB0D1106-8878-3266-D52A-F7B8EF6AE534}"/>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5" name="Picture 14">
                <a:extLst>
                  <a:ext uri="{FF2B5EF4-FFF2-40B4-BE49-F238E27FC236}">
                    <a16:creationId xmlns:a16="http://schemas.microsoft.com/office/drawing/2014/main" id="{BB897139-BB80-6F1D-A1C7-C7D2FC4EB6B2}"/>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6" name="Picture 15">
                <a:extLst>
                  <a:ext uri="{FF2B5EF4-FFF2-40B4-BE49-F238E27FC236}">
                    <a16:creationId xmlns:a16="http://schemas.microsoft.com/office/drawing/2014/main" id="{61F25C1E-FCFB-DB7A-2BE3-CDEA2EB67512}"/>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F6D0F156-79FD-4A97-EC47-A7D5EE5580C8}"/>
                  </a:ext>
                </a:extLst>
              </p:cNvPr>
              <p:cNvPicPr>
                <a:picLocks noChangeAspect="1"/>
              </p:cNvPicPr>
              <p:nvPr/>
            </p:nvPicPr>
            <p:blipFill>
              <a:blip r:embed="rId5"/>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2044169" cy="307777"/>
          </a:xfrm>
          <a:prstGeom prst="rect">
            <a:avLst/>
          </a:prstGeom>
          <a:noFill/>
        </p:spPr>
        <p:txBody>
          <a:bodyPr wrap="square">
            <a:spAutoFit/>
          </a:bodyPr>
          <a:lstStyle/>
          <a:p>
            <a:r>
              <a:rPr lang="de-DE" sz="1400" b="1" dirty="0">
                <a:latin typeface="Pangolin" panose="00000500000000000000" pitchFamily="2" charset="0"/>
              </a:rPr>
              <a:t>HEART RATE</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2538627" cy="307777"/>
          </a:xfrm>
          <a:prstGeom prst="rect">
            <a:avLst/>
          </a:prstGeom>
          <a:noFill/>
        </p:spPr>
        <p:txBody>
          <a:bodyPr wrap="square">
            <a:spAutoFit/>
          </a:bodyPr>
          <a:lstStyle/>
          <a:p>
            <a:r>
              <a:rPr lang="de-DE" sz="1400" b="1" dirty="0">
                <a:latin typeface="Pangolin" panose="00000500000000000000" pitchFamily="2" charset="0"/>
              </a:rPr>
              <a:t>MOST FREQUENT TIME OF USE</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2044169" cy="307777"/>
          </a:xfrm>
          <a:prstGeom prst="rect">
            <a:avLst/>
          </a:prstGeom>
          <a:noFill/>
        </p:spPr>
        <p:txBody>
          <a:bodyPr wrap="square">
            <a:spAutoFit/>
          </a:bodyPr>
          <a:lstStyle/>
          <a:p>
            <a:r>
              <a:rPr lang="de-DE" sz="1400" b="1" dirty="0">
                <a:latin typeface="Pangolin" panose="00000500000000000000" pitchFamily="2" charset="0"/>
              </a:rPr>
              <a:t>STAR RATING</a:t>
            </a:r>
            <a:endParaRPr lang="de-AT" sz="1400" b="1"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MEAN:</a:t>
            </a:r>
            <a:endParaRPr lang="de-AT" sz="1000" b="1"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users</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MEAN:</a:t>
            </a:r>
            <a:endParaRPr lang="de-AT" sz="10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users</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MEDIAN:</a:t>
            </a:r>
            <a:endParaRPr lang="de-AT" sz="1000" b="1" dirty="0">
              <a:solidFill>
                <a:schemeClr val="tx1"/>
              </a:solidFill>
              <a:latin typeface="Pangolin" panose="00000500000000000000" pitchFamily="2" charset="0"/>
            </a:endParaRP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MODE:</a:t>
            </a:r>
            <a:endParaRPr lang="de-AT" sz="1000" b="1" dirty="0">
              <a:solidFill>
                <a:schemeClr val="tx1"/>
              </a:solidFill>
              <a:latin typeface="Pangolin" panose="00000500000000000000" pitchFamily="2" charset="0"/>
            </a:endParaRP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30" y="3044763"/>
            <a:ext cx="1877478" cy="400110"/>
          </a:xfrm>
          <a:prstGeom prst="rect">
            <a:avLst/>
          </a:prstGeom>
          <a:noFill/>
        </p:spPr>
        <p:txBody>
          <a:bodyPr wrap="square">
            <a:spAutoFit/>
          </a:bodyPr>
          <a:lstStyle/>
          <a:p>
            <a:r>
              <a:rPr lang="de-DE" sz="1000" dirty="0" err="1">
                <a:latin typeface="Pangolin" panose="00000500000000000000" pitchFamily="2" charset="0"/>
              </a:rPr>
              <a:t>Each</a:t>
            </a:r>
            <a:r>
              <a:rPr lang="de-DE" sz="1000" dirty="0">
                <a:latin typeface="Pangolin" panose="00000500000000000000" pitchFamily="2" charset="0"/>
              </a:rPr>
              <a:t> </a:t>
            </a:r>
            <a:r>
              <a:rPr lang="de-DE" sz="1000" dirty="0" err="1">
                <a:latin typeface="Pangolin" panose="00000500000000000000" pitchFamily="2" charset="0"/>
              </a:rPr>
              <a:t>value</a:t>
            </a:r>
            <a:r>
              <a:rPr lang="de-DE" sz="1000" dirty="0">
                <a:latin typeface="Pangolin" panose="00000500000000000000" pitchFamily="2" charset="0"/>
              </a:rPr>
              <a:t> </a:t>
            </a:r>
            <a:r>
              <a:rPr lang="de-DE" sz="1000" dirty="0" err="1">
                <a:latin typeface="Pangolin" panose="00000500000000000000" pitchFamily="2" charset="0"/>
              </a:rPr>
              <a:t>only</a:t>
            </a:r>
            <a:r>
              <a:rPr lang="de-DE" sz="1000" dirty="0">
                <a:latin typeface="Pangolin" panose="00000500000000000000" pitchFamily="2" charset="0"/>
              </a:rPr>
              <a:t> </a:t>
            </a:r>
            <a:r>
              <a:rPr lang="de-DE" sz="1000" dirty="0" err="1">
                <a:latin typeface="Pangolin" panose="00000500000000000000" pitchFamily="2" charset="0"/>
              </a:rPr>
              <a:t>exists</a:t>
            </a:r>
            <a:r>
              <a:rPr lang="de-DE" sz="1000" dirty="0">
                <a:latin typeface="Pangolin" panose="00000500000000000000" pitchFamily="2" charset="0"/>
              </a:rPr>
              <a:t> </a:t>
            </a:r>
            <a:r>
              <a:rPr lang="de-DE" sz="1000" dirty="0" err="1">
                <a:latin typeface="Pangolin" panose="00000500000000000000" pitchFamily="2" charset="0"/>
              </a:rPr>
              <a:t>once</a:t>
            </a:r>
            <a:r>
              <a:rPr lang="de-DE" sz="1000" dirty="0">
                <a:latin typeface="Pangolin" panose="00000500000000000000" pitchFamily="2" charset="0"/>
              </a:rPr>
              <a:t> - </a:t>
            </a:r>
            <a:r>
              <a:rPr lang="de-DE" sz="1000" dirty="0" err="1">
                <a:highlight>
                  <a:srgbClr val="C0C0C0"/>
                </a:highlight>
                <a:latin typeface="Pangolin" panose="00000500000000000000" pitchFamily="2" charset="0"/>
              </a:rPr>
              <a:t>there</a:t>
            </a:r>
            <a:r>
              <a:rPr lang="de-DE" sz="1000" dirty="0">
                <a:highlight>
                  <a:srgbClr val="C0C0C0"/>
                </a:highlight>
                <a:latin typeface="Pangolin" panose="00000500000000000000" pitchFamily="2" charset="0"/>
              </a:rPr>
              <a:t> </a:t>
            </a:r>
            <a:r>
              <a:rPr lang="de-DE" sz="1000" dirty="0" err="1">
                <a:highlight>
                  <a:srgbClr val="C0C0C0"/>
                </a:highlight>
                <a:latin typeface="Pangolin" panose="00000500000000000000" pitchFamily="2" charset="0"/>
              </a:rPr>
              <a:t>is</a:t>
            </a:r>
            <a:r>
              <a:rPr lang="de-DE" sz="1000" dirty="0">
                <a:highlight>
                  <a:srgbClr val="C0C0C0"/>
                </a:highlight>
                <a:latin typeface="Pangolin" panose="00000500000000000000" pitchFamily="2" charset="0"/>
              </a:rPr>
              <a:t> </a:t>
            </a:r>
            <a:r>
              <a:rPr lang="de-DE" sz="1000" dirty="0" err="1">
                <a:highlight>
                  <a:srgbClr val="C0C0C0"/>
                </a:highlight>
                <a:latin typeface="Pangolin" panose="00000500000000000000" pitchFamily="2" charset="0"/>
              </a:rPr>
              <a:t>no</a:t>
            </a:r>
            <a:r>
              <a:rPr lang="de-DE" sz="1000" dirty="0">
                <a:highlight>
                  <a:srgbClr val="C0C0C0"/>
                </a:highlight>
                <a:latin typeface="Pangolin" panose="00000500000000000000" pitchFamily="2" charset="0"/>
              </a:rPr>
              <a:t> </a:t>
            </a:r>
            <a:r>
              <a:rPr lang="de-DE" sz="1000" dirty="0" err="1">
                <a:highlight>
                  <a:srgbClr val="C0C0C0"/>
                </a:highlight>
                <a:latin typeface="Pangolin" panose="00000500000000000000" pitchFamily="2" charset="0"/>
              </a:rPr>
              <a:t>mode</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369332"/>
          </a:xfrm>
          <a:prstGeom prst="rect">
            <a:avLst/>
          </a:prstGeom>
          <a:noFill/>
        </p:spPr>
        <p:txBody>
          <a:bodyPr wrap="square">
            <a:spAutoFit/>
          </a:bodyPr>
          <a:lstStyle/>
          <a:p>
            <a:r>
              <a:rPr lang="de-DE" sz="900" dirty="0" err="1">
                <a:latin typeface="Pangolin" panose="00000500000000000000" pitchFamily="2" charset="0"/>
              </a:rPr>
              <a:t>If</a:t>
            </a:r>
            <a:r>
              <a:rPr lang="de-DE" sz="900" dirty="0">
                <a:latin typeface="Pangolin" panose="00000500000000000000" pitchFamily="2" charset="0"/>
              </a:rPr>
              <a:t> </a:t>
            </a:r>
            <a:r>
              <a:rPr lang="de-DE" sz="900" dirty="0" err="1">
                <a:latin typeface="Pangolin" panose="00000500000000000000" pitchFamily="2" charset="0"/>
              </a:rPr>
              <a:t>there</a:t>
            </a:r>
            <a:r>
              <a:rPr lang="de-DE" sz="900" dirty="0">
                <a:latin typeface="Pangolin" panose="00000500000000000000" pitchFamily="2" charset="0"/>
              </a:rPr>
              <a:t> </a:t>
            </a:r>
            <a:r>
              <a:rPr lang="de-DE" sz="900" dirty="0" err="1">
                <a:latin typeface="Pangolin" panose="00000500000000000000" pitchFamily="2" charset="0"/>
              </a:rPr>
              <a:t>are</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r>
              <a:rPr lang="de-DE" sz="900" dirty="0" err="1">
                <a:latin typeface="Pangolin" panose="00000500000000000000" pitchFamily="2" charset="0"/>
              </a:rPr>
              <a:t>central</a:t>
            </a:r>
            <a:r>
              <a:rPr lang="de-DE" sz="900" dirty="0">
                <a:latin typeface="Pangolin" panose="00000500000000000000" pitchFamily="2" charset="0"/>
              </a:rPr>
              <a:t> </a:t>
            </a:r>
            <a:r>
              <a:rPr lang="de-DE" sz="900" dirty="0" err="1">
                <a:latin typeface="Pangolin" panose="00000500000000000000" pitchFamily="2" charset="0"/>
              </a:rPr>
              <a:t>values</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mean</a:t>
            </a:r>
            <a:r>
              <a:rPr lang="de-DE" sz="900" dirty="0">
                <a:latin typeface="Pangolin" panose="00000500000000000000" pitchFamily="2" charset="0"/>
              </a:rPr>
              <a:t>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r>
              <a:rPr lang="de-DE" sz="900" dirty="0" err="1">
                <a:latin typeface="Pangolin" panose="00000500000000000000" pitchFamily="2" charset="0"/>
              </a:rPr>
              <a:t>values</a:t>
            </a:r>
            <a:r>
              <a:rPr lang="de-DE" sz="900" dirty="0">
                <a:latin typeface="Pangolin" panose="00000500000000000000" pitchFamily="2" charset="0"/>
              </a:rPr>
              <a:t> </a:t>
            </a:r>
            <a:r>
              <a:rPr lang="de-DE" sz="900" dirty="0" err="1">
                <a:latin typeface="Pangolin" panose="00000500000000000000" pitchFamily="2" charset="0"/>
              </a:rPr>
              <a:t>is</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median:</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MEDIAN:</a:t>
            </a:r>
            <a:endParaRPr lang="de-AT" sz="1000" b="1" dirty="0">
              <a:solidFill>
                <a:schemeClr val="tx1"/>
              </a:solidFill>
              <a:latin typeface="Pangolin" panose="00000500000000000000" pitchFamily="2" charset="0"/>
            </a:endParaRP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613751" y="4644484"/>
            <a:ext cx="1877478" cy="507831"/>
          </a:xfrm>
          <a:prstGeom prst="rect">
            <a:avLst/>
          </a:prstGeom>
          <a:noFill/>
        </p:spPr>
        <p:txBody>
          <a:bodyPr wrap="square">
            <a:spAutoFit/>
          </a:bodyPr>
          <a:lstStyle/>
          <a:p>
            <a:r>
              <a:rPr lang="de-DE" sz="900" dirty="0">
                <a:solidFill>
                  <a:schemeClr val="tx1">
                    <a:lumMod val="50000"/>
                    <a:lumOff val="50000"/>
                  </a:schemeClr>
                </a:solidFill>
                <a:latin typeface="Pangolin" panose="00000500000000000000" pitchFamily="2" charset="0"/>
              </a:rPr>
              <a:t>Time </a:t>
            </a:r>
            <a:r>
              <a:rPr lang="de-DE" sz="900" dirty="0" err="1">
                <a:solidFill>
                  <a:schemeClr val="tx1">
                    <a:lumMod val="50000"/>
                    <a:lumOff val="50000"/>
                  </a:schemeClr>
                </a:solidFill>
                <a:latin typeface="Pangolin" panose="00000500000000000000" pitchFamily="2" charset="0"/>
              </a:rPr>
              <a:t>of</a:t>
            </a:r>
            <a:r>
              <a:rPr lang="de-DE" sz="900" dirty="0">
                <a:solidFill>
                  <a:schemeClr val="tx1">
                    <a:lumMod val="50000"/>
                    <a:lumOff val="50000"/>
                  </a:schemeClr>
                </a:solidFill>
                <a:latin typeface="Pangolin" panose="00000500000000000000" pitchFamily="2" charset="0"/>
              </a:rPr>
              <a:t> </a:t>
            </a:r>
            <a:r>
              <a:rPr lang="de-DE" sz="900" dirty="0" err="1">
                <a:solidFill>
                  <a:schemeClr val="tx1">
                    <a:lumMod val="50000"/>
                    <a:lumOff val="50000"/>
                  </a:schemeClr>
                </a:solidFill>
                <a:latin typeface="Pangolin" panose="00000500000000000000" pitchFamily="2" charset="0"/>
              </a:rPr>
              <a:t>use</a:t>
            </a:r>
            <a:r>
              <a:rPr lang="de-DE" sz="900" dirty="0">
                <a:solidFill>
                  <a:schemeClr val="tx1">
                    <a:lumMod val="50000"/>
                    <a:lumOff val="50000"/>
                  </a:schemeClr>
                </a:solidFill>
                <a:latin typeface="Pangolin" panose="00000500000000000000" pitchFamily="2" charset="0"/>
              </a:rPr>
              <a:t> </a:t>
            </a:r>
            <a:r>
              <a:rPr lang="de-DE" sz="900" dirty="0" err="1">
                <a:solidFill>
                  <a:schemeClr val="tx1">
                    <a:lumMod val="50000"/>
                    <a:lumOff val="50000"/>
                  </a:schemeClr>
                </a:solidFill>
                <a:latin typeface="Pangolin" panose="00000500000000000000" pitchFamily="2" charset="0"/>
              </a:rPr>
              <a:t>is</a:t>
            </a:r>
            <a:r>
              <a:rPr lang="de-DE" sz="900" dirty="0">
                <a:solidFill>
                  <a:schemeClr val="tx1">
                    <a:lumMod val="50000"/>
                    <a:lumOff val="50000"/>
                  </a:schemeClr>
                </a:solidFill>
                <a:latin typeface="Pangolin" panose="00000500000000000000" pitchFamily="2" charset="0"/>
              </a:rPr>
              <a:t> not a quantitative </a:t>
            </a:r>
            <a:r>
              <a:rPr lang="de-DE" sz="900" dirty="0" err="1">
                <a:solidFill>
                  <a:schemeClr val="tx1">
                    <a:lumMod val="50000"/>
                    <a:lumOff val="50000"/>
                  </a:schemeClr>
                </a:solidFill>
                <a:latin typeface="Pangolin" panose="00000500000000000000" pitchFamily="2" charset="0"/>
              </a:rPr>
              <a:t>value</a:t>
            </a:r>
            <a:r>
              <a:rPr lang="de-DE" sz="900" dirty="0">
                <a:solidFill>
                  <a:schemeClr val="tx1">
                    <a:lumMod val="50000"/>
                    <a:lumOff val="50000"/>
                  </a:schemeClr>
                </a:solidFill>
                <a:latin typeface="Pangolin" panose="00000500000000000000" pitchFamily="2" charset="0"/>
              </a:rPr>
              <a:t> - so </a:t>
            </a:r>
            <a:r>
              <a:rPr lang="de-DE" sz="900" dirty="0" err="1">
                <a:solidFill>
                  <a:schemeClr val="tx1">
                    <a:lumMod val="50000"/>
                    <a:lumOff val="50000"/>
                  </a:schemeClr>
                </a:solidFill>
                <a:latin typeface="Pangolin" panose="00000500000000000000" pitchFamily="2" charset="0"/>
              </a:rPr>
              <a:t>calculating</a:t>
            </a:r>
            <a:r>
              <a:rPr lang="de-DE" sz="900" dirty="0">
                <a:solidFill>
                  <a:schemeClr val="tx1">
                    <a:lumMod val="50000"/>
                    <a:lumOff val="50000"/>
                  </a:schemeClr>
                </a:solidFill>
                <a:latin typeface="Pangolin" panose="00000500000000000000" pitchFamily="2" charset="0"/>
              </a:rPr>
              <a:t> </a:t>
            </a:r>
            <a:r>
              <a:rPr lang="de-DE" sz="900" dirty="0" err="1">
                <a:solidFill>
                  <a:schemeClr val="tx1">
                    <a:lumMod val="50000"/>
                    <a:lumOff val="50000"/>
                  </a:schemeClr>
                </a:solidFill>
                <a:latin typeface="Pangolin" panose="00000500000000000000" pitchFamily="2" charset="0"/>
              </a:rPr>
              <a:t>mean</a:t>
            </a:r>
            <a:r>
              <a:rPr lang="de-DE" sz="900" dirty="0">
                <a:solidFill>
                  <a:schemeClr val="tx1">
                    <a:lumMod val="50000"/>
                    <a:lumOff val="50000"/>
                  </a:schemeClr>
                </a:solidFill>
                <a:latin typeface="Pangolin" panose="00000500000000000000" pitchFamily="2" charset="0"/>
              </a:rPr>
              <a:t> and median </a:t>
            </a:r>
            <a:r>
              <a:rPr lang="de-DE" sz="900" dirty="0" err="1">
                <a:solidFill>
                  <a:schemeClr val="tx1">
                    <a:lumMod val="50000"/>
                    <a:lumOff val="50000"/>
                  </a:schemeClr>
                </a:solidFill>
                <a:latin typeface="Pangolin" panose="00000500000000000000" pitchFamily="2" charset="0"/>
              </a:rPr>
              <a:t>does</a:t>
            </a:r>
            <a:r>
              <a:rPr lang="de-DE" sz="900" dirty="0">
                <a:solidFill>
                  <a:schemeClr val="tx1">
                    <a:lumMod val="50000"/>
                    <a:lumOff val="50000"/>
                  </a:schemeClr>
                </a:solidFill>
                <a:latin typeface="Pangolin" panose="00000500000000000000" pitchFamily="2" charset="0"/>
              </a:rPr>
              <a:t> not </a:t>
            </a:r>
            <a:r>
              <a:rPr lang="de-DE" sz="900" dirty="0" err="1">
                <a:solidFill>
                  <a:schemeClr val="tx1">
                    <a:lumMod val="50000"/>
                    <a:lumOff val="50000"/>
                  </a:schemeClr>
                </a:solidFill>
                <a:latin typeface="Pangolin" panose="00000500000000000000" pitchFamily="2" charset="0"/>
              </a:rPr>
              <a:t>make</a:t>
            </a:r>
            <a:r>
              <a:rPr lang="de-DE" sz="900" dirty="0">
                <a:solidFill>
                  <a:schemeClr val="tx1">
                    <a:lumMod val="50000"/>
                    <a:lumOff val="50000"/>
                  </a:schemeClr>
                </a:solidFill>
                <a:latin typeface="Pangolin" panose="00000500000000000000" pitchFamily="2" charset="0"/>
              </a:rPr>
              <a:t> </a:t>
            </a:r>
            <a:r>
              <a:rPr lang="de-DE" sz="900" dirty="0" err="1">
                <a:solidFill>
                  <a:schemeClr val="tx1">
                    <a:lumMod val="50000"/>
                    <a:lumOff val="50000"/>
                  </a:schemeClr>
                </a:solidFill>
                <a:latin typeface="Pangolin" panose="00000500000000000000" pitchFamily="2" charset="0"/>
              </a:rPr>
              <a:t>any</a:t>
            </a:r>
            <a:r>
              <a:rPr lang="de-DE" sz="900" dirty="0">
                <a:solidFill>
                  <a:schemeClr val="tx1">
                    <a:lumMod val="50000"/>
                    <a:lumOff val="50000"/>
                  </a:schemeClr>
                </a:solidFill>
                <a:latin typeface="Pangolin" panose="00000500000000000000" pitchFamily="2" charset="0"/>
              </a:rPr>
              <a:t> sense!</a:t>
            </a:r>
            <a:endParaRPr lang="de-AT" sz="900" dirty="0">
              <a:solidFill>
                <a:schemeClr val="tx1">
                  <a:lumMod val="50000"/>
                  <a:lumOff val="50000"/>
                </a:schemeClr>
              </a:solidFill>
              <a:latin typeface="Pangolin" panose="00000500000000000000" pitchFamily="2" charset="0"/>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MODE:</a:t>
            </a:r>
            <a:endParaRPr lang="de-AT" sz="1000" b="1" dirty="0">
              <a:solidFill>
                <a:schemeClr val="tx1"/>
              </a:solidFill>
              <a:latin typeface="Pangolin" panose="00000500000000000000" pitchFamily="2" charset="0"/>
            </a:endParaRP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a:t>
            </a:r>
            <a:r>
              <a:rPr lang="de-DE" sz="1000" dirty="0" err="1">
                <a:latin typeface="Pangolin" panose="00000500000000000000" pitchFamily="2" charset="0"/>
              </a:rPr>
              <a:t>modes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MEAN:</a:t>
            </a:r>
            <a:endParaRPr lang="de-AT" sz="1000" b="1" dirty="0">
              <a:solidFill>
                <a:schemeClr val="tx1"/>
              </a:solidFill>
              <a:latin typeface="Pangolin" panose="00000500000000000000" pitchFamily="2" charset="0"/>
            </a:endParaRP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users</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999961"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err="1">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MEDIAN:</a:t>
            </a:r>
            <a:endParaRPr lang="de-AT" sz="1000" b="1" dirty="0">
              <a:solidFill>
                <a:schemeClr val="tx1"/>
              </a:solidFill>
              <a:latin typeface="Pangolin" panose="00000500000000000000" pitchFamily="2" charset="0"/>
            </a:endParaRP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523117" y="8325513"/>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err="1">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2" y="9161722"/>
            <a:ext cx="908522"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5 </a:t>
            </a:r>
            <a:r>
              <a:rPr lang="de-DE" sz="1400" dirty="0" err="1">
                <a:solidFill>
                  <a:schemeClr val="tx1"/>
                </a:solidFill>
                <a:highlight>
                  <a:srgbClr val="C0C0C0"/>
                </a:highlight>
                <a:latin typeface="Pangolin" panose="00000500000000000000" pitchFamily="2" charset="0"/>
              </a:rPr>
              <a:t>stars</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246221"/>
          </a:xfrm>
          <a:prstGeom prst="rect">
            <a:avLst/>
          </a:prstGeom>
          <a:noFill/>
        </p:spPr>
        <p:txBody>
          <a:bodyPr wrap="square">
            <a:spAutoFit/>
          </a:bodyPr>
          <a:lstStyle/>
          <a:p>
            <a:r>
              <a:rPr lang="de-DE" sz="1000" b="1" dirty="0" err="1">
                <a:latin typeface="Pangolin" panose="00000500000000000000" pitchFamily="2" charset="0"/>
              </a:rPr>
              <a:t>Calculating</a:t>
            </a:r>
            <a:r>
              <a:rPr lang="de-DE" sz="1000" b="1" dirty="0">
                <a:latin typeface="Pangolin" panose="00000500000000000000" pitchFamily="2" charset="0"/>
              </a:rPr>
              <a:t> </a:t>
            </a:r>
            <a:r>
              <a:rPr lang="de-DE" sz="1000" b="1" dirty="0" err="1">
                <a:latin typeface="Pangolin" panose="00000500000000000000" pitchFamily="2" charset="0"/>
              </a:rPr>
              <a:t>the</a:t>
            </a:r>
            <a:r>
              <a:rPr lang="de-DE" sz="1000" b="1" dirty="0">
                <a:latin typeface="Pangolin" panose="00000500000000000000" pitchFamily="2" charset="0"/>
              </a:rPr>
              <a:t> MODE:</a:t>
            </a:r>
            <a:endParaRPr lang="de-AT" sz="1000" b="1" dirty="0">
              <a:solidFill>
                <a:schemeClr val="tx1"/>
              </a:solidFill>
              <a:latin typeface="Pangolin" panose="00000500000000000000" pitchFamily="2" charset="0"/>
            </a:endParaRP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769864"/>
            <a:ext cx="2044169" cy="707886"/>
          </a:xfrm>
          <a:prstGeom prst="rect">
            <a:avLst/>
          </a:prstGeom>
          <a:noFill/>
        </p:spPr>
        <p:txBody>
          <a:bodyPr wrap="square">
            <a:spAutoFit/>
          </a:bodyPr>
          <a:lstStyle/>
          <a:p>
            <a:pPr algn="ctr"/>
            <a:r>
              <a:rPr lang="de-DE" sz="1000" dirty="0" err="1">
                <a:latin typeface="Pangolin" panose="00000500000000000000" pitchFamily="2" charset="0"/>
              </a:rPr>
              <a:t>If</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values</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symmetrical</a:t>
            </a:r>
            <a:r>
              <a:rPr lang="de-DE" sz="1000" dirty="0">
                <a:latin typeface="Pangolin" panose="00000500000000000000" pitchFamily="2" charset="0"/>
              </a:rPr>
              <a:t>, </a:t>
            </a:r>
            <a:r>
              <a:rPr lang="de-DE" sz="1000" dirty="0" err="1">
                <a:latin typeface="Pangolin" panose="00000500000000000000" pitchFamily="2" charset="0"/>
              </a:rPr>
              <a:t>without</a:t>
            </a:r>
            <a:r>
              <a:rPr lang="de-DE" sz="1000" dirty="0">
                <a:latin typeface="Pangolin" panose="00000500000000000000" pitchFamily="2" charset="0"/>
              </a:rPr>
              <a:t> </a:t>
            </a:r>
            <a:r>
              <a:rPr lang="de-DE" sz="1000" dirty="0" err="1">
                <a:latin typeface="Pangolin" panose="00000500000000000000" pitchFamily="2" charset="0"/>
              </a:rPr>
              <a:t>any</a:t>
            </a:r>
            <a:r>
              <a:rPr lang="de-DE" sz="1000" dirty="0">
                <a:latin typeface="Pangolin" panose="00000500000000000000" pitchFamily="2" charset="0"/>
              </a:rPr>
              <a:t> </a:t>
            </a:r>
            <a:r>
              <a:rPr lang="de-DE" sz="1000" dirty="0" err="1">
                <a:latin typeface="Pangolin" panose="00000500000000000000" pitchFamily="2" charset="0"/>
              </a:rPr>
              <a:t>distortions</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mean</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equal</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median.</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848960"/>
            <a:ext cx="2044169" cy="707886"/>
          </a:xfrm>
          <a:prstGeom prst="rect">
            <a:avLst/>
          </a:prstGeom>
          <a:noFill/>
        </p:spPr>
        <p:txBody>
          <a:bodyPr wrap="square">
            <a:spAutoFit/>
          </a:bodyPr>
          <a:lstStyle/>
          <a:p>
            <a:pPr algn="ctr"/>
            <a:r>
              <a:rPr lang="de-DE" sz="1000" dirty="0">
                <a:latin typeface="Pangolin" panose="00000500000000000000" pitchFamily="2" charset="0"/>
              </a:rPr>
              <a:t>Mode </a:t>
            </a:r>
            <a:r>
              <a:rPr lang="de-DE" sz="1000" dirty="0" err="1">
                <a:latin typeface="Pangolin" panose="00000500000000000000" pitchFamily="2" charset="0"/>
              </a:rPr>
              <a:t>is</a:t>
            </a:r>
            <a:r>
              <a:rPr lang="de-DE" sz="1000" dirty="0">
                <a:latin typeface="Pangolin" panose="00000500000000000000" pitchFamily="2" charset="0"/>
              </a:rPr>
              <a:t> </a:t>
            </a:r>
            <a:r>
              <a:rPr lang="en-US" sz="1000" dirty="0">
                <a:latin typeface="Pangolin" panose="00000500000000000000" pitchFamily="2" charset="0"/>
              </a:rPr>
              <a:t>not only suited for multimodal distributions, but also when working with ordinal and categorical data.</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83065"/>
            <a:ext cx="2044169" cy="553998"/>
          </a:xfrm>
          <a:prstGeom prst="rect">
            <a:avLst/>
          </a:prstGeom>
          <a:noFill/>
        </p:spPr>
        <p:txBody>
          <a:bodyPr wrap="square">
            <a:spAutoFit/>
          </a:bodyPr>
          <a:lstStyle/>
          <a:p>
            <a:pPr algn="ct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datasets</a:t>
            </a:r>
            <a:r>
              <a:rPr lang="de-DE" sz="1000" dirty="0">
                <a:latin typeface="Pangolin" panose="00000500000000000000" pitchFamily="2" charset="0"/>
              </a:rPr>
              <a:t> </a:t>
            </a:r>
            <a:r>
              <a:rPr lang="de-DE" sz="1000" dirty="0" err="1">
                <a:latin typeface="Pangolin" panose="00000500000000000000" pitchFamily="2" charset="0"/>
              </a:rPr>
              <a:t>with</a:t>
            </a:r>
            <a:r>
              <a:rPr lang="de-DE" sz="1000" dirty="0">
                <a:latin typeface="Pangolin" panose="00000500000000000000" pitchFamily="2" charset="0"/>
              </a:rPr>
              <a:t> a </a:t>
            </a:r>
            <a:r>
              <a:rPr lang="de-DE" sz="1000" dirty="0" err="1">
                <a:latin typeface="Pangolin" panose="00000500000000000000" pitchFamily="2" charset="0"/>
              </a:rPr>
              <a:t>skewed</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median </a:t>
            </a:r>
            <a:r>
              <a:rPr lang="de-DE" sz="1000" dirty="0" err="1">
                <a:latin typeface="Pangolin" panose="00000500000000000000" pitchFamily="2" charset="0"/>
              </a:rPr>
              <a:t>is</a:t>
            </a:r>
            <a:r>
              <a:rPr lang="de-DE" sz="1000" dirty="0">
                <a:latin typeface="Pangolin" panose="00000500000000000000" pitchFamily="2" charset="0"/>
              </a:rPr>
              <a:t> a </a:t>
            </a:r>
            <a:r>
              <a:rPr lang="de-DE" sz="1000" dirty="0" err="1">
                <a:latin typeface="Pangolin" panose="00000500000000000000" pitchFamily="2" charset="0"/>
              </a:rPr>
              <a:t>better</a:t>
            </a:r>
            <a:r>
              <a:rPr lang="de-DE" sz="1000" dirty="0">
                <a:latin typeface="Pangolin" panose="00000500000000000000" pitchFamily="2" charset="0"/>
              </a:rPr>
              <a:t> </a:t>
            </a:r>
            <a:r>
              <a:rPr lang="de-DE" sz="1000" dirty="0" err="1">
                <a:latin typeface="Pangolin" panose="00000500000000000000" pitchFamily="2" charset="0"/>
              </a:rPr>
              <a:t>way</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describe</a:t>
            </a:r>
            <a:r>
              <a:rPr lang="de-DE" sz="1000" dirty="0">
                <a:latin typeface="Pangolin" panose="00000500000000000000" pitchFamily="2" charset="0"/>
              </a:rPr>
              <a:t> </a:t>
            </a:r>
            <a:r>
              <a:rPr lang="de-DE" sz="1000" dirty="0" err="1">
                <a:latin typeface="Pangolin" panose="00000500000000000000" pitchFamily="2" charset="0"/>
              </a:rPr>
              <a:t>central</a:t>
            </a:r>
            <a:r>
              <a:rPr lang="de-DE" sz="1000" dirty="0">
                <a:latin typeface="Pangolin" panose="00000500000000000000" pitchFamily="2" charset="0"/>
              </a:rPr>
              <a:t> </a:t>
            </a:r>
            <a:r>
              <a:rPr lang="de-DE" sz="1000" dirty="0" err="1">
                <a:latin typeface="Pangolin" panose="00000500000000000000" pitchFamily="2" charset="0"/>
              </a:rPr>
              <a:t>tendency</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32" name="Group 31">
            <a:extLst>
              <a:ext uri="{FF2B5EF4-FFF2-40B4-BE49-F238E27FC236}">
                <a16:creationId xmlns:a16="http://schemas.microsoft.com/office/drawing/2014/main" id="{1357694F-CE9D-FDA6-C001-5C8581A4FB0E}"/>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3" name="Picture 32">
              <a:extLst>
                <a:ext uri="{FF2B5EF4-FFF2-40B4-BE49-F238E27FC236}">
                  <a16:creationId xmlns:a16="http://schemas.microsoft.com/office/drawing/2014/main" id="{222B3331-E378-AC61-8737-AE92FA6066B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50" name="Group 49">
              <a:extLst>
                <a:ext uri="{FF2B5EF4-FFF2-40B4-BE49-F238E27FC236}">
                  <a16:creationId xmlns:a16="http://schemas.microsoft.com/office/drawing/2014/main" id="{7DDA22EB-14B4-7812-A4F7-EBFE542600C3}"/>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66" name="Picture 65">
                <a:extLst>
                  <a:ext uri="{FF2B5EF4-FFF2-40B4-BE49-F238E27FC236}">
                    <a16:creationId xmlns:a16="http://schemas.microsoft.com/office/drawing/2014/main" id="{B19CFD21-02BC-9916-30EE-799328ED0C8D}"/>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72" name="Picture 71">
                <a:extLst>
                  <a:ext uri="{FF2B5EF4-FFF2-40B4-BE49-F238E27FC236}">
                    <a16:creationId xmlns:a16="http://schemas.microsoft.com/office/drawing/2014/main" id="{9593C8A0-A832-654C-7876-91EDED521318}"/>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02" name="Picture 101">
                <a:extLst>
                  <a:ext uri="{FF2B5EF4-FFF2-40B4-BE49-F238E27FC236}">
                    <a16:creationId xmlns:a16="http://schemas.microsoft.com/office/drawing/2014/main" id="{189EEAA0-D265-D01F-F05E-15C071BFB285}"/>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6178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6852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71268" y="4328324"/>
            <a:ext cx="2252612" cy="707886"/>
          </a:xfrm>
          <a:prstGeom prst="rect">
            <a:avLst/>
          </a:prstGeom>
          <a:noFill/>
        </p:spPr>
        <p:txBody>
          <a:bodyPr wrap="square">
            <a:spAutoFit/>
          </a:bodyPr>
          <a:lstStyle/>
          <a:p>
            <a:r>
              <a:rPr lang="de-DE" sz="1000" dirty="0" err="1">
                <a:solidFill>
                  <a:schemeClr val="tx1">
                    <a:lumMod val="50000"/>
                    <a:lumOff val="50000"/>
                  </a:schemeClr>
                </a:solidFill>
                <a:latin typeface="Pangolin" panose="00000500000000000000" pitchFamily="2" charset="0"/>
              </a:rPr>
              <a:t>install.packages</a:t>
            </a:r>
            <a:r>
              <a:rPr lang="de-DE" sz="1000" dirty="0">
                <a:solidFill>
                  <a:schemeClr val="tx1">
                    <a:lumMod val="50000"/>
                    <a:lumOff val="50000"/>
                  </a:schemeClr>
                </a:solidFill>
                <a:latin typeface="Pangolin" panose="00000500000000000000" pitchFamily="2" charset="0"/>
              </a:rPr>
              <a:t>("</a:t>
            </a:r>
            <a:r>
              <a:rPr lang="de-DE" sz="1000" dirty="0" err="1">
                <a:solidFill>
                  <a:schemeClr val="tx1">
                    <a:lumMod val="50000"/>
                    <a:lumOff val="50000"/>
                  </a:schemeClr>
                </a:solidFill>
                <a:latin typeface="Pangolin" panose="00000500000000000000" pitchFamily="2" charset="0"/>
              </a:rPr>
              <a:t>tidyverse</a:t>
            </a:r>
            <a:r>
              <a:rPr lang="de-DE" sz="1000" dirty="0">
                <a:solidFill>
                  <a:schemeClr val="tx1">
                    <a:lumMod val="50000"/>
                    <a:lumOff val="50000"/>
                  </a:schemeClr>
                </a:solidFill>
                <a:latin typeface="Pangolin" panose="00000500000000000000" pitchFamily="2" charset="0"/>
              </a:rPr>
              <a:t>")</a:t>
            </a:r>
          </a:p>
          <a:p>
            <a:br>
              <a:rPr lang="de-DE" sz="1000" dirty="0">
                <a:latin typeface="Pangolin" panose="00000500000000000000" pitchFamily="2" charset="0"/>
              </a:rPr>
            </a:br>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3553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other</a:t>
            </a:r>
            <a:r>
              <a:rPr lang="de-DE" sz="1000" dirty="0">
                <a:solidFill>
                  <a:schemeClr val="tx1"/>
                </a:solidFill>
                <a:latin typeface="Pangolin" panose="00000500000000000000" pitchFamily="2" charset="0"/>
              </a:rPr>
              <a:t> 227 </a:t>
            </a:r>
            <a:r>
              <a:rPr lang="de-DE" sz="1000" dirty="0" err="1">
                <a:solidFill>
                  <a:schemeClr val="tx1"/>
                </a:solidFill>
                <a:latin typeface="Pangolin" panose="00000500000000000000" pitchFamily="2" charset="0"/>
              </a:rPr>
              <a:t>entries</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2958" y="3829281"/>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6184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9558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2328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210679"/>
            <a:ext cx="121539" cy="89108"/>
          </a:xfrm>
          <a:prstGeom prst="rect">
            <a:avLst/>
          </a:prstGeom>
        </p:spPr>
      </p:pic>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8556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8556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8556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6" name="Textfeld 28">
            <a:extLst>
              <a:ext uri="{FF2B5EF4-FFF2-40B4-BE49-F238E27FC236}">
                <a16:creationId xmlns:a16="http://schemas.microsoft.com/office/drawing/2014/main" id="{7CE1DB2F-7713-EEAB-AD6F-01E41EBC3D52}"/>
              </a:ext>
              <a:ext uri="{C183D7F6-B498-43B3-948B-1728B52AA6E4}">
                <adec:decorative xmlns:adec="http://schemas.microsoft.com/office/drawing/2017/decorative" val="1"/>
              </a:ext>
            </a:extLst>
          </p:cNvPr>
          <p:cNvSpPr txBox="1"/>
          <p:nvPr/>
        </p:nvSpPr>
        <p:spPr>
          <a:xfrm>
            <a:off x="1815617" y="4332918"/>
            <a:ext cx="2797182" cy="246221"/>
          </a:xfrm>
          <a:prstGeom prst="rect">
            <a:avLst/>
          </a:prstGeom>
          <a:noFill/>
        </p:spPr>
        <p:txBody>
          <a:bodyPr wrap="square">
            <a:spAutoFit/>
          </a:bodyPr>
          <a:lstStyle/>
          <a:p>
            <a:r>
              <a:rPr lang="en-GB" sz="1000" dirty="0">
                <a:solidFill>
                  <a:srgbClr val="00B050"/>
                </a:solidFill>
                <a:latin typeface="Pangolin" panose="00000500000000000000" pitchFamily="2" charset="0"/>
              </a:rPr>
              <a:t># Install it only the first time using the library</a:t>
            </a:r>
            <a:endParaRPr lang="de-AT" sz="1000" dirty="0">
              <a:solidFill>
                <a:srgbClr val="00B050"/>
              </a:solidFill>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3765080" cy="246221"/>
          </a:xfrm>
          <a:prstGeom prst="rect">
            <a:avLst/>
          </a:prstGeom>
          <a:noFill/>
        </p:spPr>
        <p:txBody>
          <a:bodyPr wrap="square" rtlCol="0">
            <a:spAutoFit/>
          </a:bodyPr>
          <a:lstStyle/>
          <a:p>
            <a:r>
              <a:rPr lang="de-DE" sz="1000" dirty="0">
                <a:latin typeface="Pangolin" panose="00000500000000000000" pitchFamily="2" charset="0"/>
              </a:rPr>
              <a:t>Central </a:t>
            </a:r>
            <a:r>
              <a:rPr lang="de-DE" sz="1000" dirty="0" err="1">
                <a:latin typeface="Pangolin" panose="00000500000000000000" pitchFamily="2" charset="0"/>
              </a:rPr>
              <a:t>Tendency</a:t>
            </a:r>
            <a:endParaRPr lang="de-AT" sz="1000" dirty="0">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65597" y="598600"/>
            <a:ext cx="1956829" cy="1015663"/>
          </a:xfrm>
          <a:prstGeom prst="rect">
            <a:avLst/>
          </a:prstGeom>
          <a:noFill/>
        </p:spPr>
        <p:txBody>
          <a:bodyPr wrap="square">
            <a:spAutoFit/>
          </a:bodyPr>
          <a:lstStyle/>
          <a:p>
            <a:pPr algn="ctr"/>
            <a:r>
              <a:rPr lang="de-DE" sz="1000" dirty="0" err="1">
                <a:latin typeface="Pangolin" panose="00000500000000000000" pitchFamily="2" charset="0"/>
              </a:rPr>
              <a:t>Programming</a:t>
            </a:r>
            <a:r>
              <a:rPr lang="de-DE" sz="1000" dirty="0">
                <a:latin typeface="Pangolin" panose="00000500000000000000" pitchFamily="2" charset="0"/>
              </a:rPr>
              <a:t> </a:t>
            </a:r>
            <a:r>
              <a:rPr lang="de-DE" sz="1000" dirty="0" err="1">
                <a:latin typeface="Pangolin" panose="00000500000000000000" pitchFamily="2" charset="0"/>
              </a:rPr>
              <a:t>languages</a:t>
            </a:r>
            <a:r>
              <a:rPr lang="de-DE" sz="1000" dirty="0">
                <a:latin typeface="Pangolin" panose="00000500000000000000" pitchFamily="2" charset="0"/>
              </a:rPr>
              <a:t> like </a:t>
            </a:r>
            <a:r>
              <a:rPr lang="de-DE" sz="1000" b="1" dirty="0">
                <a:highlight>
                  <a:srgbClr val="C0C0C0"/>
                </a:highlight>
                <a:latin typeface="Pangolin" panose="00000500000000000000" pitchFamily="2" charset="0"/>
              </a:rPr>
              <a:t>R</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help</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calculate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central</a:t>
            </a:r>
            <a:r>
              <a:rPr lang="de-DE" sz="1000" dirty="0">
                <a:latin typeface="Pangolin" panose="00000500000000000000" pitchFamily="2" charset="0"/>
              </a:rPr>
              <a:t> </a:t>
            </a:r>
            <a:r>
              <a:rPr lang="de-DE" sz="1000" dirty="0" err="1">
                <a:latin typeface="Pangolin" panose="00000500000000000000" pitchFamily="2" charset="0"/>
              </a:rPr>
              <a:t>tendency</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attributes</a:t>
            </a:r>
            <a:r>
              <a:rPr lang="de-DE" sz="1000" dirty="0">
                <a:latin typeface="Pangolin" panose="00000500000000000000" pitchFamily="2" charset="0"/>
              </a:rPr>
              <a:t> in large </a:t>
            </a:r>
            <a:r>
              <a:rPr lang="de-DE" sz="1000" dirty="0" err="1">
                <a:latin typeface="Pangolin" panose="00000500000000000000" pitchFamily="2" charset="0"/>
              </a:rPr>
              <a:t>datasets</a:t>
            </a:r>
            <a:r>
              <a:rPr lang="de-DE" sz="1000" dirty="0">
                <a:latin typeface="Pangolin" panose="00000500000000000000" pitchFamily="2" charset="0"/>
              </a:rPr>
              <a:t>. </a:t>
            </a:r>
            <a:r>
              <a:rPr lang="de-DE" sz="1000" dirty="0" err="1">
                <a:latin typeface="Pangolin" panose="00000500000000000000" pitchFamily="2" charset="0"/>
              </a:rPr>
              <a:t>With</a:t>
            </a:r>
            <a:r>
              <a:rPr lang="de-DE" sz="1000" dirty="0">
                <a:latin typeface="Pangolin" panose="00000500000000000000" pitchFamily="2" charset="0"/>
              </a:rPr>
              <a:t> R </a:t>
            </a:r>
            <a:r>
              <a:rPr lang="de-DE" sz="1000" dirty="0" err="1">
                <a:latin typeface="Pangolin" panose="00000500000000000000" pitchFamily="2" charset="0"/>
              </a:rPr>
              <a:t>libraries</a:t>
            </a:r>
            <a:r>
              <a:rPr lang="de-DE" sz="1000" dirty="0">
                <a:latin typeface="Pangolin" panose="00000500000000000000" pitchFamily="2" charset="0"/>
              </a:rPr>
              <a:t>, like </a:t>
            </a:r>
            <a:r>
              <a:rPr lang="de-DE" sz="1000" b="1" dirty="0" err="1">
                <a:highlight>
                  <a:srgbClr val="C0C0C0"/>
                </a:highlight>
                <a:latin typeface="Pangolin" panose="00000500000000000000" pitchFamily="2" charset="0"/>
              </a:rPr>
              <a:t>tidyverse</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quickly</a:t>
            </a:r>
            <a:r>
              <a:rPr lang="de-DE" sz="1000" dirty="0">
                <a:latin typeface="Pangolin" panose="00000500000000000000" pitchFamily="2" charset="0"/>
              </a:rPr>
              <a:t> </a:t>
            </a:r>
            <a:r>
              <a:rPr lang="de-DE" sz="1000" dirty="0" err="1">
                <a:latin typeface="Pangolin" panose="00000500000000000000" pitchFamily="2" charset="0"/>
              </a:rPr>
              <a:t>visualize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622410" y="582837"/>
            <a:ext cx="1956829" cy="1015663"/>
          </a:xfrm>
          <a:prstGeom prst="rect">
            <a:avLst/>
          </a:prstGeom>
          <a:noFill/>
        </p:spPr>
        <p:txBody>
          <a:bodyPr wrap="square">
            <a:spAutoFit/>
          </a:bodyPr>
          <a:lstStyle/>
          <a:p>
            <a:pPr algn="ctr"/>
            <a:r>
              <a:rPr lang="de-DE" sz="1000" dirty="0">
                <a:latin typeface="Pangolin" panose="00000500000000000000" pitchFamily="2" charset="0"/>
              </a:rPr>
              <a:t>In </a:t>
            </a:r>
            <a:r>
              <a:rPr lang="de-DE" sz="1000" dirty="0" err="1">
                <a:latin typeface="Pangolin" panose="00000500000000000000" pitchFamily="2" charset="0"/>
              </a:rPr>
              <a:t>tidyverse</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access</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datasets</a:t>
            </a:r>
            <a:r>
              <a:rPr lang="de-DE" sz="1000" dirty="0">
                <a:latin typeface="Pangolin" panose="00000500000000000000" pitchFamily="2" charset="0"/>
              </a:rPr>
              <a:t> such </a:t>
            </a:r>
            <a:r>
              <a:rPr lang="de-DE" sz="1000" dirty="0" err="1">
                <a:latin typeface="Pangolin" panose="00000500000000000000" pitchFamily="2" charset="0"/>
              </a:rPr>
              <a:t>as</a:t>
            </a:r>
            <a:r>
              <a:rPr lang="de-DE" sz="1000" dirty="0">
                <a:latin typeface="Pangolin" panose="00000500000000000000" pitchFamily="2" charset="0"/>
              </a:rPr>
              <a:t> </a:t>
            </a:r>
            <a:r>
              <a:rPr lang="de-DE" sz="1000" b="1" dirty="0" err="1">
                <a:highlight>
                  <a:srgbClr val="C0C0C0"/>
                </a:highlight>
                <a:latin typeface="Pangolin" panose="00000500000000000000" pitchFamily="2" charset="0"/>
              </a:rPr>
              <a:t>mpg</a:t>
            </a:r>
            <a:r>
              <a:rPr lang="en-GB" sz="1000" dirty="0">
                <a:latin typeface="Pangolin" panose="00000500000000000000" pitchFamily="2" charset="0"/>
              </a:rPr>
              <a:t> with fuel economy data. It includes 11 attributes, such as car model, year of manufacture, and highway miles per gallon (</a:t>
            </a:r>
            <a:r>
              <a:rPr lang="en-GB" sz="1000" dirty="0" err="1">
                <a:latin typeface="Pangolin" panose="00000500000000000000" pitchFamily="2" charset="0"/>
              </a:rPr>
              <a:t>hwy</a:t>
            </a:r>
            <a:r>
              <a:rPr lang="en-GB"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400110"/>
          </a:xfrm>
          <a:prstGeom prst="rect">
            <a:avLst/>
          </a:prstGeom>
          <a:noFill/>
        </p:spPr>
        <p:txBody>
          <a:bodyPr wrap="square">
            <a:spAutoFit/>
          </a:bodyPr>
          <a:lstStyle/>
          <a:p>
            <a:pPr algn="ct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use</a:t>
            </a:r>
            <a:r>
              <a:rPr lang="de-DE" sz="1000" dirty="0">
                <a:latin typeface="Pangolin" panose="00000500000000000000" pitchFamily="2" charset="0"/>
              </a:rPr>
              <a:t> </a:t>
            </a:r>
            <a:r>
              <a:rPr lang="de-DE" sz="1000" b="1" dirty="0" err="1">
                <a:highlight>
                  <a:srgbClr val="C0C0C0"/>
                </a:highlight>
                <a:latin typeface="Pangolin" panose="00000500000000000000" pitchFamily="2" charset="0"/>
              </a:rPr>
              <a:t>ggplot</a:t>
            </a:r>
            <a:r>
              <a:rPr lang="de-DE" sz="1000" dirty="0">
                <a:latin typeface="Pangolin" panose="00000500000000000000" pitchFamily="2" charset="0"/>
              </a:rPr>
              <a:t>, </a:t>
            </a:r>
            <a:r>
              <a:rPr lang="de-DE" sz="1000" dirty="0" err="1">
                <a:latin typeface="Pangolin" panose="00000500000000000000" pitchFamily="2" charset="0"/>
              </a:rPr>
              <a:t>which</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included</a:t>
            </a:r>
            <a:r>
              <a:rPr lang="de-DE" sz="1000" dirty="0">
                <a:latin typeface="Pangolin" panose="00000500000000000000" pitchFamily="2" charset="0"/>
              </a:rPr>
              <a:t> in </a:t>
            </a:r>
            <a:r>
              <a:rPr lang="de-DE" sz="1000" dirty="0" err="1">
                <a:latin typeface="Pangolin" panose="00000500000000000000" pitchFamily="2" charset="0"/>
              </a:rPr>
              <a:t>tidyverse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visualize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data</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br>
              <a:rPr lang="de-DE" sz="1000" dirty="0">
                <a:latin typeface="Pangolin" panose="00000500000000000000" pitchFamily="2" charset="0"/>
              </a:rPr>
            </a:br>
            <a:r>
              <a:rPr lang="de-DE" sz="1000" dirty="0" err="1">
                <a:latin typeface="Pangolin" panose="00000500000000000000" pitchFamily="2" charset="0"/>
              </a:rPr>
              <a:t>of</a:t>
            </a:r>
            <a:r>
              <a:rPr lang="de-DE" sz="1000" dirty="0">
                <a:latin typeface="Pangolin" panose="00000500000000000000" pitchFamily="2" charset="0"/>
              </a:rPr>
              <a:t> </a:t>
            </a:r>
            <a:r>
              <a:rPr lang="en-GB" sz="1000" dirty="0">
                <a:latin typeface="Pangolin" panose="00000500000000000000" pitchFamily="2" charset="0"/>
              </a:rPr>
              <a:t>highway miles per gallon (</a:t>
            </a:r>
            <a:r>
              <a:rPr lang="en-GB" sz="1000" dirty="0" err="1">
                <a:latin typeface="Pangolin" panose="00000500000000000000" pitchFamily="2" charset="0"/>
              </a:rPr>
              <a:t>hwy</a:t>
            </a:r>
            <a:r>
              <a:rPr lang="en-GB" sz="1000" dirty="0">
                <a:latin typeface="Pangolin" panose="00000500000000000000" pitchFamily="2" charset="0"/>
              </a:rPr>
              <a:t>)</a:t>
            </a:r>
            <a:r>
              <a:rPr lang="de-DE" sz="1000" dirty="0">
                <a:latin typeface="Pangolin" panose="00000500000000000000" pitchFamily="2" charset="0"/>
              </a:rPr>
              <a:t> </a:t>
            </a:r>
            <a:r>
              <a:rPr lang="de-DE" sz="1000" dirty="0" err="1">
                <a:latin typeface="Pangolin" panose="00000500000000000000" pitchFamily="2" charset="0"/>
              </a:rPr>
              <a:t>using</a:t>
            </a:r>
            <a:r>
              <a:rPr lang="de-DE" sz="1000" dirty="0">
                <a:latin typeface="Pangolin" panose="00000500000000000000" pitchFamily="2" charset="0"/>
              </a:rPr>
              <a:t> a </a:t>
            </a:r>
            <a:r>
              <a:rPr lang="de-DE" sz="1000" dirty="0" err="1">
                <a:latin typeface="Pangolin" panose="00000500000000000000" pitchFamily="2" charset="0"/>
              </a:rPr>
              <a:t>histogram</a:t>
            </a:r>
            <a:r>
              <a:rPr lang="de-DE" sz="1000" dirty="0">
                <a:latin typeface="Pangolin" panose="00000500000000000000" pitchFamily="2" charset="0"/>
              </a:rPr>
              <a:t>, a </a:t>
            </a:r>
            <a:r>
              <a:rPr lang="de-DE" sz="1000" dirty="0" err="1">
                <a:latin typeface="Pangolin" panose="00000500000000000000" pitchFamily="2" charset="0"/>
              </a:rPr>
              <a:t>density</a:t>
            </a:r>
            <a:r>
              <a:rPr lang="de-DE" sz="1000" dirty="0">
                <a:latin typeface="Pangolin" panose="00000500000000000000" pitchFamily="2" charset="0"/>
              </a:rPr>
              <a:t> </a:t>
            </a:r>
            <a:r>
              <a:rPr lang="de-DE" sz="1000" dirty="0" err="1">
                <a:latin typeface="Pangolin" panose="00000500000000000000" pitchFamily="2" charset="0"/>
              </a:rPr>
              <a:t>curve</a:t>
            </a:r>
            <a:r>
              <a:rPr lang="de-DE" sz="1000" dirty="0">
                <a:latin typeface="Pangolin" panose="00000500000000000000" pitchFamily="2" charset="0"/>
              </a:rPr>
              <a:t>, </a:t>
            </a:r>
            <a:r>
              <a:rPr lang="de-DE" sz="1000" dirty="0" err="1">
                <a:latin typeface="Pangolin" panose="00000500000000000000" pitchFamily="2" charset="0"/>
              </a:rPr>
              <a:t>or</a:t>
            </a:r>
            <a:r>
              <a:rPr lang="de-DE" sz="1000" dirty="0">
                <a:latin typeface="Pangolin" panose="00000500000000000000" pitchFamily="2" charset="0"/>
              </a:rPr>
              <a:t> </a:t>
            </a:r>
            <a:r>
              <a:rPr lang="de-DE" sz="1000" dirty="0" err="1">
                <a:latin typeface="Pangolin" panose="00000500000000000000" pitchFamily="2" charset="0"/>
              </a:rPr>
              <a:t>both</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1015663"/>
          </a:xfrm>
          <a:prstGeom prst="rect">
            <a:avLst/>
          </a:prstGeom>
          <a:noFill/>
        </p:spPr>
        <p:txBody>
          <a:bodyPr wrap="square">
            <a:spAutoFit/>
          </a:bodyPr>
          <a:lstStyle/>
          <a:p>
            <a:pPr algn="ctr"/>
            <a:r>
              <a:rPr lang="de-DE" sz="1000" dirty="0">
                <a:latin typeface="Pangolin" panose="00000500000000000000" pitchFamily="2" charset="0"/>
              </a:rPr>
              <a:t>R </a:t>
            </a:r>
            <a:r>
              <a:rPr lang="de-DE" sz="1000" dirty="0" err="1">
                <a:latin typeface="Pangolin" panose="00000500000000000000" pitchFamily="2" charset="0"/>
              </a:rPr>
              <a:t>includes</a:t>
            </a:r>
            <a:r>
              <a:rPr lang="de-DE" sz="1000" dirty="0">
                <a:latin typeface="Pangolin" panose="00000500000000000000" pitchFamily="2" charset="0"/>
              </a:rPr>
              <a:t> native </a:t>
            </a:r>
            <a:r>
              <a:rPr lang="de-DE" sz="1000" dirty="0" err="1">
                <a:latin typeface="Pangolin" panose="00000500000000000000" pitchFamily="2" charset="0"/>
              </a:rPr>
              <a:t>functions</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calculate</a:t>
            </a:r>
            <a:r>
              <a:rPr lang="de-DE" sz="1000" dirty="0">
                <a:latin typeface="Pangolin" panose="00000500000000000000" pitchFamily="2" charset="0"/>
              </a:rPr>
              <a:t> </a:t>
            </a:r>
            <a:r>
              <a:rPr lang="de-DE" sz="1000" dirty="0" err="1">
                <a:latin typeface="Pangolin" panose="00000500000000000000" pitchFamily="2" charset="0"/>
              </a:rPr>
              <a:t>mean</a:t>
            </a:r>
            <a:r>
              <a:rPr lang="de-DE" sz="1000" dirty="0">
                <a:latin typeface="Pangolin" panose="00000500000000000000" pitchFamily="2" charset="0"/>
              </a:rPr>
              <a:t> and median. </a:t>
            </a:r>
            <a:br>
              <a:rPr lang="de-DE" sz="1000" dirty="0">
                <a:latin typeface="Pangolin" panose="00000500000000000000" pitchFamily="2" charset="0"/>
              </a:rPr>
            </a:b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mode</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build</a:t>
            </a:r>
            <a:r>
              <a:rPr lang="de-DE" sz="1000" dirty="0">
                <a:latin typeface="Pangolin" panose="00000500000000000000" pitchFamily="2" charset="0"/>
              </a:rPr>
              <a:t> </a:t>
            </a:r>
            <a:r>
              <a:rPr lang="de-DE" sz="1000" dirty="0" err="1">
                <a:latin typeface="Pangolin" panose="00000500000000000000" pitchFamily="2" charset="0"/>
              </a:rPr>
              <a:t>your</a:t>
            </a:r>
            <a:r>
              <a:rPr lang="de-DE" sz="1000" dirty="0">
                <a:latin typeface="Pangolin" panose="00000500000000000000" pitchFamily="2" charset="0"/>
              </a:rPr>
              <a:t> own </a:t>
            </a:r>
            <a:r>
              <a:rPr lang="de-DE" sz="1000" dirty="0" err="1">
                <a:latin typeface="Pangolin" panose="00000500000000000000" pitchFamily="2" charset="0"/>
              </a:rPr>
              <a:t>function</a:t>
            </a:r>
            <a:r>
              <a:rPr lang="de-DE" sz="1000" dirty="0">
                <a:latin typeface="Pangolin" panose="00000500000000000000" pitchFamily="2" charset="0"/>
              </a:rPr>
              <a:t> </a:t>
            </a:r>
            <a:r>
              <a:rPr lang="de-DE" sz="1000" dirty="0" err="1">
                <a:latin typeface="Pangolin" panose="00000500000000000000" pitchFamily="2" charset="0"/>
              </a:rPr>
              <a:t>or</a:t>
            </a:r>
            <a:r>
              <a:rPr lang="de-DE" sz="1000" dirty="0">
                <a:latin typeface="Pangolin" panose="00000500000000000000" pitchFamily="2" charset="0"/>
              </a:rPr>
              <a:t> </a:t>
            </a:r>
            <a:r>
              <a:rPr lang="de-DE" sz="1000" dirty="0" err="1">
                <a:latin typeface="Pangolin" panose="00000500000000000000" pitchFamily="2" charset="0"/>
              </a:rPr>
              <a:t>use</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br>
              <a:rPr lang="de-DE" sz="1000" dirty="0">
                <a:latin typeface="Pangolin" panose="00000500000000000000" pitchFamily="2" charset="0"/>
              </a:rPr>
            </a:br>
            <a:r>
              <a:rPr lang="de-DE" sz="1000" dirty="0">
                <a:latin typeface="Pangolin" panose="00000500000000000000" pitchFamily="2" charset="0"/>
              </a:rPr>
              <a:t>Most </a:t>
            </a:r>
            <a:r>
              <a:rPr lang="de-DE" sz="1000" dirty="0" err="1">
                <a:latin typeface="Pangolin" panose="00000500000000000000" pitchFamily="2" charset="0"/>
              </a:rPr>
              <a:t>Likely</a:t>
            </a:r>
            <a:r>
              <a:rPr lang="de-DE" sz="1000" dirty="0">
                <a:latin typeface="Pangolin" panose="00000500000000000000" pitchFamily="2" charset="0"/>
              </a:rPr>
              <a:t> Values (mlv) </a:t>
            </a:r>
            <a:br>
              <a:rPr lang="de-DE" sz="1000" dirty="0">
                <a:latin typeface="Pangolin" panose="00000500000000000000" pitchFamily="2" charset="0"/>
              </a:rPr>
            </a:br>
            <a:r>
              <a:rPr lang="de-DE" sz="1000" dirty="0" err="1">
                <a:latin typeface="Pangolin" panose="00000500000000000000" pitchFamily="2" charset="0"/>
              </a:rPr>
              <a:t>from</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library</a:t>
            </a:r>
            <a:r>
              <a:rPr lang="de-DE" sz="1000" dirty="0">
                <a:latin typeface="Pangolin" panose="00000500000000000000" pitchFamily="2" charset="0"/>
              </a:rPr>
              <a:t> </a:t>
            </a:r>
            <a:r>
              <a:rPr lang="de-DE" sz="1000" dirty="0" err="1">
                <a:latin typeface="Pangolin" panose="00000500000000000000" pitchFamily="2" charset="0"/>
              </a:rPr>
              <a:t>modeest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18" name="Group 17">
            <a:extLst>
              <a:ext uri="{FF2B5EF4-FFF2-40B4-BE49-F238E27FC236}">
                <a16:creationId xmlns:a16="http://schemas.microsoft.com/office/drawing/2014/main" id="{87348036-8018-4375-08B3-789B293F3E45}"/>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9" name="Picture 18">
              <a:extLst>
                <a:ext uri="{FF2B5EF4-FFF2-40B4-BE49-F238E27FC236}">
                  <a16:creationId xmlns:a16="http://schemas.microsoft.com/office/drawing/2014/main" id="{CDBE3559-2F5E-7D25-CD65-9825C1C2C896}"/>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0" name="Group 19">
              <a:extLst>
                <a:ext uri="{FF2B5EF4-FFF2-40B4-BE49-F238E27FC236}">
                  <a16:creationId xmlns:a16="http://schemas.microsoft.com/office/drawing/2014/main" id="{AA41751D-4F35-DB78-9E02-6858F8D1D10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1" name="Picture 20">
                <a:extLst>
                  <a:ext uri="{FF2B5EF4-FFF2-40B4-BE49-F238E27FC236}">
                    <a16:creationId xmlns:a16="http://schemas.microsoft.com/office/drawing/2014/main" id="{959389F0-0996-9D1C-C2E3-E58E6485ED7A}"/>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22" name="Picture 21">
                <a:extLst>
                  <a:ext uri="{FF2B5EF4-FFF2-40B4-BE49-F238E27FC236}">
                    <a16:creationId xmlns:a16="http://schemas.microsoft.com/office/drawing/2014/main" id="{D7D623D2-9EA2-E3AB-A860-2B186A2B0367}"/>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23" name="Picture 22">
                <a:extLst>
                  <a:ext uri="{FF2B5EF4-FFF2-40B4-BE49-F238E27FC236}">
                    <a16:creationId xmlns:a16="http://schemas.microsoft.com/office/drawing/2014/main" id="{95C7A65E-D3BF-041B-4EB9-1299837605AF}"/>
                  </a:ext>
                </a:extLst>
              </p:cNvPr>
              <p:cNvPicPr>
                <a:picLocks noChangeAspect="1"/>
              </p:cNvPicPr>
              <p:nvPr/>
            </p:nvPicPr>
            <p:blipFill>
              <a:blip r:embed="rId15"/>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b="29363"/>
          <a:stretch/>
        </p:blipFill>
        <p:spPr>
          <a:xfrm>
            <a:off x="0" y="307"/>
            <a:ext cx="6858000" cy="6996868"/>
          </a:xfrm>
          <a:prstGeom prst="rect">
            <a:avLst/>
          </a:prstGeom>
        </p:spPr>
      </p:pic>
      <p:pic>
        <p:nvPicPr>
          <p:cNvPr id="25" name="Picture 24">
            <a:extLst>
              <a:ext uri="{FF2B5EF4-FFF2-40B4-BE49-F238E27FC236}">
                <a16:creationId xmlns:a16="http://schemas.microsoft.com/office/drawing/2014/main" id="{02553E4E-605E-44AC-A9DB-EFF05BCCC11A}"/>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r="14775"/>
          <a:stretch/>
        </p:blipFill>
        <p:spPr>
          <a:xfrm>
            <a:off x="254001" y="9433131"/>
            <a:ext cx="5454650" cy="261742"/>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b="32999"/>
          <a:stretch/>
        </p:blipFill>
        <p:spPr>
          <a:xfrm>
            <a:off x="0" y="307"/>
            <a:ext cx="6858000" cy="6636713"/>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32" name="Group 31">
            <a:extLst>
              <a:ext uri="{FF2B5EF4-FFF2-40B4-BE49-F238E27FC236}">
                <a16:creationId xmlns:a16="http://schemas.microsoft.com/office/drawing/2014/main" id="{AB89C6CE-590E-AC98-3F83-E8B6B778342E}"/>
              </a:ext>
              <a:ext uri="{C183D7F6-B498-43B3-948B-1728B52AA6E4}">
                <adec:decorative xmlns:adec="http://schemas.microsoft.com/office/drawing/2017/decorative" val="1"/>
              </a:ext>
            </a:extLst>
          </p:cNvPr>
          <p:cNvGrpSpPr/>
          <p:nvPr/>
        </p:nvGrpSpPr>
        <p:grpSpPr>
          <a:xfrm>
            <a:off x="351902" y="2374025"/>
            <a:ext cx="1797422" cy="534773"/>
            <a:chOff x="327104" y="1893217"/>
            <a:chExt cx="1797422" cy="534773"/>
          </a:xfrm>
        </p:grpSpPr>
        <p:grpSp>
          <p:nvGrpSpPr>
            <p:cNvPr id="29" name="Group 28">
              <a:extLst>
                <a:ext uri="{FF2B5EF4-FFF2-40B4-BE49-F238E27FC236}">
                  <a16:creationId xmlns:a16="http://schemas.microsoft.com/office/drawing/2014/main" id="{731EE240-E305-4329-7FAB-F68ED979903D}"/>
                </a:ext>
              </a:extLst>
            </p:cNvPr>
            <p:cNvGrpSpPr/>
            <p:nvPr/>
          </p:nvGrpSpPr>
          <p:grpSpPr>
            <a:xfrm>
              <a:off x="448474" y="1893217"/>
              <a:ext cx="1467796" cy="303950"/>
              <a:chOff x="557059" y="1939358"/>
              <a:chExt cx="1467796" cy="303950"/>
            </a:xfrm>
          </p:grpSpPr>
          <p:pic>
            <p:nvPicPr>
              <p:cNvPr id="16" name="Grafik 71">
                <a:extLst>
                  <a:ext uri="{FF2B5EF4-FFF2-40B4-BE49-F238E27FC236}">
                    <a16:creationId xmlns:a16="http://schemas.microsoft.com/office/drawing/2014/main" id="{25CB63A8-822C-F971-AF3A-98CD4AD2F6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059" y="1939359"/>
                <a:ext cx="858991" cy="303949"/>
              </a:xfrm>
              <a:prstGeom prst="rect">
                <a:avLst/>
              </a:prstGeom>
            </p:spPr>
          </p:pic>
          <p:pic>
            <p:nvPicPr>
              <p:cNvPr id="27" name="Grafik 71">
                <a:extLst>
                  <a:ext uri="{FF2B5EF4-FFF2-40B4-BE49-F238E27FC236}">
                    <a16:creationId xmlns:a16="http://schemas.microsoft.com/office/drawing/2014/main" id="{3AC0B288-C34C-A914-0065-27C4512DC373}"/>
                  </a:ext>
                </a:extLst>
              </p:cNvPr>
              <p:cNvPicPr>
                <a:picLocks noChangeAspect="1"/>
              </p:cNvPicPr>
              <p:nvPr/>
            </p:nvPicPr>
            <p:blipFill rotWithShape="1">
              <a:blip r:embed="rId5">
                <a:extLst>
                  <a:ext uri="{28A0092B-C50C-407E-A947-70E740481C1C}">
                    <a14:useLocalDpi xmlns:a14="http://schemas.microsoft.com/office/drawing/2010/main" val="0"/>
                  </a:ext>
                </a:extLst>
              </a:blip>
              <a:srcRect r="30511"/>
              <a:stretch/>
            </p:blipFill>
            <p:spPr>
              <a:xfrm>
                <a:off x="1427955" y="1939358"/>
                <a:ext cx="596900" cy="303949"/>
              </a:xfrm>
              <a:prstGeom prst="rect">
                <a:avLst/>
              </a:prstGeom>
            </p:spPr>
          </p:pic>
        </p:grpSp>
        <p:sp>
          <p:nvSpPr>
            <p:cNvPr id="31" name="Textfeld 59">
              <a:extLst>
                <a:ext uri="{FF2B5EF4-FFF2-40B4-BE49-F238E27FC236}">
                  <a16:creationId xmlns:a16="http://schemas.microsoft.com/office/drawing/2014/main" id="{34BAF24B-1DB5-596B-74C3-F59A4FB39915}"/>
                </a:ext>
              </a:extLst>
            </p:cNvPr>
            <p:cNvSpPr txBox="1"/>
            <p:nvPr/>
          </p:nvSpPr>
          <p:spPr>
            <a:xfrm>
              <a:off x="327104" y="2197158"/>
              <a:ext cx="1797422" cy="230832"/>
            </a:xfrm>
            <a:prstGeom prst="rect">
              <a:avLst/>
            </a:prstGeom>
            <a:noFill/>
          </p:spPr>
          <p:txBody>
            <a:bodyPr wrap="square">
              <a:spAutoFit/>
            </a:bodyPr>
            <a:lstStyle/>
            <a:p>
              <a:pPr algn="ctr"/>
              <a:r>
                <a:rPr lang="de-DE" sz="900" spc="800" dirty="0">
                  <a:latin typeface="Pangolin" panose="00000500000000000000" pitchFamily="2" charset="0"/>
                </a:rPr>
                <a:t>1 2 3 4 5 </a:t>
              </a:r>
              <a:endParaRPr lang="de-AT" sz="900" spc="800" dirty="0">
                <a:solidFill>
                  <a:schemeClr val="tx1"/>
                </a:solidFill>
                <a:latin typeface="Pangolin" panose="00000500000000000000" pitchFamily="2" charset="0"/>
              </a:endParaRPr>
            </a:p>
          </p:txBody>
        </p:sp>
      </p:grpSp>
      <p:pic>
        <p:nvPicPr>
          <p:cNvPr id="142" name="Picture 141">
            <a:extLst>
              <a:ext uri="{FF2B5EF4-FFF2-40B4-BE49-F238E27FC236}">
                <a16:creationId xmlns:a16="http://schemas.microsoft.com/office/drawing/2014/main" id="{DE2F8D49-CA6F-F90B-FD21-679B55F43BCE}"/>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4522978" flipH="1">
            <a:off x="2224913" y="2181891"/>
            <a:ext cx="192024" cy="335281"/>
          </a:xfrm>
          <a:prstGeom prst="rect">
            <a:avLst/>
          </a:prstGeom>
        </p:spPr>
      </p:pic>
      <p:sp>
        <p:nvSpPr>
          <p:cNvPr id="143" name="Rectangle 142">
            <a:extLst>
              <a:ext uri="{FF2B5EF4-FFF2-40B4-BE49-F238E27FC236}">
                <a16:creationId xmlns:a16="http://schemas.microsoft.com/office/drawing/2014/main" id="{984023FD-E319-958A-9EC8-70E826ACF38C}"/>
              </a:ext>
              <a:ext uri="{C183D7F6-B498-43B3-948B-1728B52AA6E4}">
                <adec:decorative xmlns:adec="http://schemas.microsoft.com/office/drawing/2017/decorative" val="1"/>
              </a:ext>
            </a:extLst>
          </p:cNvPr>
          <p:cNvSpPr/>
          <p:nvPr/>
        </p:nvSpPr>
        <p:spPr>
          <a:xfrm>
            <a:off x="2793534"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4" name="Rectangle 143">
            <a:extLst>
              <a:ext uri="{FF2B5EF4-FFF2-40B4-BE49-F238E27FC236}">
                <a16:creationId xmlns:a16="http://schemas.microsoft.com/office/drawing/2014/main" id="{6D1360D8-B0A7-0E8B-1DDB-482094CF1BF3}"/>
              </a:ext>
              <a:ext uri="{C183D7F6-B498-43B3-948B-1728B52AA6E4}">
                <adec:decorative xmlns:adec="http://schemas.microsoft.com/office/drawing/2017/decorative" val="1"/>
              </a:ext>
            </a:extLst>
          </p:cNvPr>
          <p:cNvSpPr/>
          <p:nvPr/>
        </p:nvSpPr>
        <p:spPr>
          <a:xfrm>
            <a:off x="3924780" y="1916144"/>
            <a:ext cx="216000" cy="540000"/>
          </a:xfrm>
          <a:custGeom>
            <a:avLst/>
            <a:gdLst>
              <a:gd name="connsiteX0" fmla="*/ 0 w 216000"/>
              <a:gd name="connsiteY0" fmla="*/ 0 h 540000"/>
              <a:gd name="connsiteX1" fmla="*/ 216000 w 216000"/>
              <a:gd name="connsiteY1" fmla="*/ 0 h 540000"/>
              <a:gd name="connsiteX2" fmla="*/ 216000 w 216000"/>
              <a:gd name="connsiteY2" fmla="*/ 540000 h 540000"/>
              <a:gd name="connsiteX3" fmla="*/ 0 w 216000"/>
              <a:gd name="connsiteY3" fmla="*/ 540000 h 540000"/>
              <a:gd name="connsiteX4" fmla="*/ 0 w 216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540000" fill="none" extrusionOk="0">
                <a:moveTo>
                  <a:pt x="0" y="0"/>
                </a:moveTo>
                <a:cubicBezTo>
                  <a:pt x="94284" y="-17528"/>
                  <a:pt x="145908" y="2660"/>
                  <a:pt x="216000" y="0"/>
                </a:cubicBezTo>
                <a:cubicBezTo>
                  <a:pt x="216675" y="203987"/>
                  <a:pt x="241121" y="396660"/>
                  <a:pt x="216000" y="540000"/>
                </a:cubicBezTo>
                <a:cubicBezTo>
                  <a:pt x="159117" y="541968"/>
                  <a:pt x="93503" y="551290"/>
                  <a:pt x="0" y="540000"/>
                </a:cubicBezTo>
                <a:cubicBezTo>
                  <a:pt x="43012" y="378765"/>
                  <a:pt x="-13800" y="77041"/>
                  <a:pt x="0" y="0"/>
                </a:cubicBezTo>
                <a:close/>
              </a:path>
              <a:path w="216000" h="540000" stroke="0" extrusionOk="0">
                <a:moveTo>
                  <a:pt x="0" y="0"/>
                </a:moveTo>
                <a:cubicBezTo>
                  <a:pt x="79819" y="896"/>
                  <a:pt x="186022" y="-4439"/>
                  <a:pt x="216000" y="0"/>
                </a:cubicBezTo>
                <a:cubicBezTo>
                  <a:pt x="214628" y="231373"/>
                  <a:pt x="258687" y="390726"/>
                  <a:pt x="216000" y="540000"/>
                </a:cubicBezTo>
                <a:cubicBezTo>
                  <a:pt x="113419" y="543064"/>
                  <a:pt x="100091" y="528003"/>
                  <a:pt x="0" y="540000"/>
                </a:cubicBezTo>
                <a:cubicBezTo>
                  <a:pt x="37449" y="273945"/>
                  <a:pt x="37374" y="58320"/>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5" name="Rectangle 144">
            <a:extLst>
              <a:ext uri="{FF2B5EF4-FFF2-40B4-BE49-F238E27FC236}">
                <a16:creationId xmlns:a16="http://schemas.microsoft.com/office/drawing/2014/main" id="{7FE5D0BB-66AC-70C8-D064-F65309D23C07}"/>
              </a:ext>
              <a:ext uri="{C183D7F6-B498-43B3-948B-1728B52AA6E4}">
                <adec:decorative xmlns:adec="http://schemas.microsoft.com/office/drawing/2017/decorative" val="1"/>
              </a:ext>
            </a:extLst>
          </p:cNvPr>
          <p:cNvSpPr/>
          <p:nvPr/>
        </p:nvSpPr>
        <p:spPr>
          <a:xfrm>
            <a:off x="3359158"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6" name="Rectangle 145">
            <a:extLst>
              <a:ext uri="{FF2B5EF4-FFF2-40B4-BE49-F238E27FC236}">
                <a16:creationId xmlns:a16="http://schemas.microsoft.com/office/drawing/2014/main" id="{7923BBC3-CD1D-8475-0BFA-422B007D1832}"/>
              </a:ext>
              <a:ext uri="{C183D7F6-B498-43B3-948B-1728B52AA6E4}">
                <adec:decorative xmlns:adec="http://schemas.microsoft.com/office/drawing/2017/decorative" val="1"/>
              </a:ext>
            </a:extLst>
          </p:cNvPr>
          <p:cNvSpPr/>
          <p:nvPr/>
        </p:nvSpPr>
        <p:spPr>
          <a:xfrm>
            <a:off x="3641970" y="2096144"/>
            <a:ext cx="216000" cy="360000"/>
          </a:xfrm>
          <a:custGeom>
            <a:avLst/>
            <a:gdLst>
              <a:gd name="connsiteX0" fmla="*/ 0 w 216000"/>
              <a:gd name="connsiteY0" fmla="*/ 0 h 360000"/>
              <a:gd name="connsiteX1" fmla="*/ 216000 w 216000"/>
              <a:gd name="connsiteY1" fmla="*/ 0 h 360000"/>
              <a:gd name="connsiteX2" fmla="*/ 216000 w 216000"/>
              <a:gd name="connsiteY2" fmla="*/ 360000 h 360000"/>
              <a:gd name="connsiteX3" fmla="*/ 0 w 216000"/>
              <a:gd name="connsiteY3" fmla="*/ 360000 h 360000"/>
              <a:gd name="connsiteX4" fmla="*/ 0 w 216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360000" fill="none" extrusionOk="0">
                <a:moveTo>
                  <a:pt x="0" y="0"/>
                </a:moveTo>
                <a:cubicBezTo>
                  <a:pt x="94284" y="-17528"/>
                  <a:pt x="145908" y="2660"/>
                  <a:pt x="216000" y="0"/>
                </a:cubicBezTo>
                <a:cubicBezTo>
                  <a:pt x="232875" y="109303"/>
                  <a:pt x="192521" y="298923"/>
                  <a:pt x="216000" y="360000"/>
                </a:cubicBezTo>
                <a:cubicBezTo>
                  <a:pt x="159117" y="361968"/>
                  <a:pt x="93503" y="371290"/>
                  <a:pt x="0" y="360000"/>
                </a:cubicBezTo>
                <a:cubicBezTo>
                  <a:pt x="26812" y="292596"/>
                  <a:pt x="-30000" y="65619"/>
                  <a:pt x="0" y="0"/>
                </a:cubicBezTo>
                <a:close/>
              </a:path>
              <a:path w="216000" h="360000" stroke="0" extrusionOk="0">
                <a:moveTo>
                  <a:pt x="0" y="0"/>
                </a:moveTo>
                <a:cubicBezTo>
                  <a:pt x="79819" y="896"/>
                  <a:pt x="186022" y="-4439"/>
                  <a:pt x="216000" y="0"/>
                </a:cubicBezTo>
                <a:cubicBezTo>
                  <a:pt x="198428" y="131690"/>
                  <a:pt x="242487" y="294710"/>
                  <a:pt x="216000" y="360000"/>
                </a:cubicBezTo>
                <a:cubicBezTo>
                  <a:pt x="113419" y="363064"/>
                  <a:pt x="100091" y="348003"/>
                  <a:pt x="0" y="360000"/>
                </a:cubicBezTo>
                <a:cubicBezTo>
                  <a:pt x="-11151" y="261961"/>
                  <a:pt x="21174" y="47586"/>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7" name="Rectangle 146">
            <a:extLst>
              <a:ext uri="{FF2B5EF4-FFF2-40B4-BE49-F238E27FC236}">
                <a16:creationId xmlns:a16="http://schemas.microsoft.com/office/drawing/2014/main" id="{5ADF194A-99EF-2886-8531-1CA323496DD9}"/>
              </a:ext>
              <a:ext uri="{C183D7F6-B498-43B3-948B-1728B52AA6E4}">
                <adec:decorative xmlns:adec="http://schemas.microsoft.com/office/drawing/2017/decorative" val="1"/>
              </a:ext>
            </a:extLst>
          </p:cNvPr>
          <p:cNvSpPr/>
          <p:nvPr/>
        </p:nvSpPr>
        <p:spPr>
          <a:xfrm>
            <a:off x="3076346"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8" name="Textfeld 59">
            <a:extLst>
              <a:ext uri="{FF2B5EF4-FFF2-40B4-BE49-F238E27FC236}">
                <a16:creationId xmlns:a16="http://schemas.microsoft.com/office/drawing/2014/main" id="{5032D1E3-AEC3-E3B4-1884-5721ADD169C1}"/>
              </a:ext>
              <a:ext uri="{C183D7F6-B498-43B3-948B-1728B52AA6E4}">
                <adec:decorative xmlns:adec="http://schemas.microsoft.com/office/drawing/2017/decorative" val="1"/>
              </a:ext>
            </a:extLst>
          </p:cNvPr>
          <p:cNvSpPr txBox="1"/>
          <p:nvPr/>
        </p:nvSpPr>
        <p:spPr>
          <a:xfrm>
            <a:off x="2621963" y="2515360"/>
            <a:ext cx="1797422" cy="230832"/>
          </a:xfrm>
          <a:prstGeom prst="rect">
            <a:avLst/>
          </a:prstGeom>
          <a:noFill/>
        </p:spPr>
        <p:txBody>
          <a:bodyPr wrap="square">
            <a:spAutoFit/>
          </a:bodyPr>
          <a:lstStyle/>
          <a:p>
            <a:pPr algn="ctr"/>
            <a:r>
              <a:rPr lang="de-DE" sz="900" spc="800" dirty="0">
                <a:latin typeface="Pangolin" panose="00000500000000000000" pitchFamily="2" charset="0"/>
              </a:rPr>
              <a:t>1 2 3 4 5 </a:t>
            </a:r>
            <a:endParaRPr lang="de-AT" sz="900" spc="800" dirty="0">
              <a:solidFill>
                <a:schemeClr val="tx1"/>
              </a:solidFill>
              <a:latin typeface="Pangolin" panose="00000500000000000000" pitchFamily="2" charset="0"/>
            </a:endParaRPr>
          </a:p>
        </p:txBody>
      </p:sp>
      <p:cxnSp>
        <p:nvCxnSpPr>
          <p:cNvPr id="150" name="Straight Connector 149">
            <a:extLst>
              <a:ext uri="{FF2B5EF4-FFF2-40B4-BE49-F238E27FC236}">
                <a16:creationId xmlns:a16="http://schemas.microsoft.com/office/drawing/2014/main" id="{5791E0A9-E08D-9D57-F73C-2143FBDC96FF}"/>
              </a:ext>
              <a:ext uri="{C183D7F6-B498-43B3-948B-1728B52AA6E4}">
                <adec:decorative xmlns:adec="http://schemas.microsoft.com/office/drawing/2017/decorative" val="1"/>
              </a:ext>
            </a:extLst>
          </p:cNvPr>
          <p:cNvCxnSpPr/>
          <p:nvPr/>
        </p:nvCxnSpPr>
        <p:spPr>
          <a:xfrm>
            <a:off x="2705100" y="2494247"/>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7EF49075-316D-AABA-A57F-44E001DC798D}"/>
              </a:ext>
              <a:ext uri="{C183D7F6-B498-43B3-948B-1728B52AA6E4}">
                <adec:decorative xmlns:adec="http://schemas.microsoft.com/office/drawing/2017/decorative" val="1"/>
              </a:ext>
            </a:extLst>
          </p:cNvPr>
          <p:cNvCxnSpPr>
            <a:cxnSpLocks/>
          </p:cNvCxnSpPr>
          <p:nvPr/>
        </p:nvCxnSpPr>
        <p:spPr>
          <a:xfrm flipV="1">
            <a:off x="2709862" y="1560770"/>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53" name="TextBox 152">
            <a:extLst>
              <a:ext uri="{FF2B5EF4-FFF2-40B4-BE49-F238E27FC236}">
                <a16:creationId xmlns:a16="http://schemas.microsoft.com/office/drawing/2014/main" id="{CB6E2B89-BC56-9D91-371A-B61FD47A4F26}"/>
              </a:ext>
              <a:ext uri="{C183D7F6-B498-43B3-948B-1728B52AA6E4}">
                <adec:decorative xmlns:adec="http://schemas.microsoft.com/office/drawing/2017/decorative" val="1"/>
              </a:ext>
            </a:extLst>
          </p:cNvPr>
          <p:cNvSpPr txBox="1"/>
          <p:nvPr/>
        </p:nvSpPr>
        <p:spPr>
          <a:xfrm>
            <a:off x="3082276" y="2714353"/>
            <a:ext cx="769763" cy="230832"/>
          </a:xfrm>
          <a:prstGeom prst="rect">
            <a:avLst/>
          </a:prstGeom>
          <a:noFill/>
        </p:spPr>
        <p:txBody>
          <a:bodyPr wrap="none" rtlCol="0">
            <a:spAutoFit/>
          </a:bodyPr>
          <a:lstStyle/>
          <a:p>
            <a:r>
              <a:rPr lang="en-GB" sz="900" dirty="0"/>
              <a:t>User Ratings</a:t>
            </a:r>
            <a:endParaRPr lang="en-AT" sz="900" dirty="0"/>
          </a:p>
        </p:txBody>
      </p:sp>
      <p:grpSp>
        <p:nvGrpSpPr>
          <p:cNvPr id="175" name="Group 174">
            <a:extLst>
              <a:ext uri="{FF2B5EF4-FFF2-40B4-BE49-F238E27FC236}">
                <a16:creationId xmlns:a16="http://schemas.microsoft.com/office/drawing/2014/main" id="{30E37072-0CC6-5661-EBD6-58F1ED0F2131}"/>
              </a:ext>
              <a:ext uri="{C183D7F6-B498-43B3-948B-1728B52AA6E4}">
                <adec:decorative xmlns:adec="http://schemas.microsoft.com/office/drawing/2017/decorative" val="1"/>
              </a:ext>
            </a:extLst>
          </p:cNvPr>
          <p:cNvGrpSpPr/>
          <p:nvPr/>
        </p:nvGrpSpPr>
        <p:grpSpPr>
          <a:xfrm>
            <a:off x="367487" y="5057055"/>
            <a:ext cx="3861806" cy="1378013"/>
            <a:chOff x="367487" y="5028477"/>
            <a:chExt cx="3861806" cy="1378013"/>
          </a:xfrm>
        </p:grpSpPr>
        <p:sp>
          <p:nvSpPr>
            <p:cNvPr id="154" name="Rectangle 153">
              <a:extLst>
                <a:ext uri="{FF2B5EF4-FFF2-40B4-BE49-F238E27FC236}">
                  <a16:creationId xmlns:a16="http://schemas.microsoft.com/office/drawing/2014/main" id="{CBF33CBD-82BD-5FA5-733B-2C33D850B279}"/>
                </a:ext>
              </a:extLst>
            </p:cNvPr>
            <p:cNvSpPr/>
            <p:nvPr/>
          </p:nvSpPr>
          <p:spPr>
            <a:xfrm>
              <a:off x="833791" y="5743851"/>
              <a:ext cx="396000" cy="180000"/>
            </a:xfrm>
            <a:custGeom>
              <a:avLst/>
              <a:gdLst>
                <a:gd name="connsiteX0" fmla="*/ 0 w 396000"/>
                <a:gd name="connsiteY0" fmla="*/ 0 h 180000"/>
                <a:gd name="connsiteX1" fmla="*/ 396000 w 396000"/>
                <a:gd name="connsiteY1" fmla="*/ 0 h 180000"/>
                <a:gd name="connsiteX2" fmla="*/ 396000 w 396000"/>
                <a:gd name="connsiteY2" fmla="*/ 180000 h 180000"/>
                <a:gd name="connsiteX3" fmla="*/ 0 w 396000"/>
                <a:gd name="connsiteY3" fmla="*/ 180000 h 180000"/>
                <a:gd name="connsiteX4" fmla="*/ 0 w 39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 h="180000" fill="none" extrusionOk="0">
                  <a:moveTo>
                    <a:pt x="0" y="0"/>
                  </a:moveTo>
                  <a:cubicBezTo>
                    <a:pt x="176072" y="-14288"/>
                    <a:pt x="267905" y="-20020"/>
                    <a:pt x="396000" y="0"/>
                  </a:cubicBezTo>
                  <a:cubicBezTo>
                    <a:pt x="396675" y="77252"/>
                    <a:pt x="388721" y="113711"/>
                    <a:pt x="396000" y="180000"/>
                  </a:cubicBezTo>
                  <a:cubicBezTo>
                    <a:pt x="324468" y="172248"/>
                    <a:pt x="162897" y="155650"/>
                    <a:pt x="0" y="180000"/>
                  </a:cubicBezTo>
                  <a:cubicBezTo>
                    <a:pt x="10612" y="142088"/>
                    <a:pt x="-13800" y="67353"/>
                    <a:pt x="0" y="0"/>
                  </a:cubicBezTo>
                  <a:close/>
                </a:path>
                <a:path w="396000" h="180000" stroke="0" extrusionOk="0">
                  <a:moveTo>
                    <a:pt x="0" y="0"/>
                  </a:moveTo>
                  <a:cubicBezTo>
                    <a:pt x="149562" y="-15304"/>
                    <a:pt x="314964" y="-33599"/>
                    <a:pt x="396000" y="0"/>
                  </a:cubicBezTo>
                  <a:cubicBezTo>
                    <a:pt x="394628" y="84642"/>
                    <a:pt x="406287" y="114661"/>
                    <a:pt x="396000" y="180000"/>
                  </a:cubicBezTo>
                  <a:cubicBezTo>
                    <a:pt x="203359" y="147424"/>
                    <a:pt x="173805" y="1518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55" name="Rectangle 154">
              <a:extLst>
                <a:ext uri="{FF2B5EF4-FFF2-40B4-BE49-F238E27FC236}">
                  <a16:creationId xmlns:a16="http://schemas.microsoft.com/office/drawing/2014/main" id="{A065E7E1-B346-0F48-7955-78ACE811E974}"/>
                </a:ext>
              </a:extLst>
            </p:cNvPr>
            <p:cNvSpPr/>
            <p:nvPr/>
          </p:nvSpPr>
          <p:spPr>
            <a:xfrm>
              <a:off x="1548782" y="5383851"/>
              <a:ext cx="396000" cy="540000"/>
            </a:xfrm>
            <a:custGeom>
              <a:avLst/>
              <a:gdLst>
                <a:gd name="connsiteX0" fmla="*/ 0 w 396000"/>
                <a:gd name="connsiteY0" fmla="*/ 0 h 540000"/>
                <a:gd name="connsiteX1" fmla="*/ 396000 w 396000"/>
                <a:gd name="connsiteY1" fmla="*/ 0 h 540000"/>
                <a:gd name="connsiteX2" fmla="*/ 396000 w 396000"/>
                <a:gd name="connsiteY2" fmla="*/ 540000 h 540000"/>
                <a:gd name="connsiteX3" fmla="*/ 0 w 396000"/>
                <a:gd name="connsiteY3" fmla="*/ 540000 h 540000"/>
                <a:gd name="connsiteX4" fmla="*/ 0 w 396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 h="540000" fill="none" extrusionOk="0">
                  <a:moveTo>
                    <a:pt x="0" y="0"/>
                  </a:moveTo>
                  <a:cubicBezTo>
                    <a:pt x="176072" y="-14288"/>
                    <a:pt x="267905" y="-20020"/>
                    <a:pt x="396000" y="0"/>
                  </a:cubicBezTo>
                  <a:cubicBezTo>
                    <a:pt x="396675" y="203987"/>
                    <a:pt x="421121" y="396660"/>
                    <a:pt x="396000" y="540000"/>
                  </a:cubicBezTo>
                  <a:cubicBezTo>
                    <a:pt x="324468" y="532248"/>
                    <a:pt x="162897" y="515650"/>
                    <a:pt x="0" y="540000"/>
                  </a:cubicBezTo>
                  <a:cubicBezTo>
                    <a:pt x="43012" y="378765"/>
                    <a:pt x="-13800" y="77041"/>
                    <a:pt x="0" y="0"/>
                  </a:cubicBezTo>
                  <a:close/>
                </a:path>
                <a:path w="396000" h="540000" stroke="0" extrusionOk="0">
                  <a:moveTo>
                    <a:pt x="0" y="0"/>
                  </a:moveTo>
                  <a:cubicBezTo>
                    <a:pt x="149562" y="-15304"/>
                    <a:pt x="314964" y="-33599"/>
                    <a:pt x="396000" y="0"/>
                  </a:cubicBezTo>
                  <a:cubicBezTo>
                    <a:pt x="394628" y="231373"/>
                    <a:pt x="438687" y="390726"/>
                    <a:pt x="396000" y="540000"/>
                  </a:cubicBezTo>
                  <a:cubicBezTo>
                    <a:pt x="203359" y="507424"/>
                    <a:pt x="173805" y="511803"/>
                    <a:pt x="0" y="540000"/>
                  </a:cubicBezTo>
                  <a:cubicBezTo>
                    <a:pt x="37449" y="273945"/>
                    <a:pt x="37374" y="58320"/>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56" name="Textfeld 59">
              <a:extLst>
                <a:ext uri="{FF2B5EF4-FFF2-40B4-BE49-F238E27FC236}">
                  <a16:creationId xmlns:a16="http://schemas.microsoft.com/office/drawing/2014/main" id="{AD589B65-82AE-283D-DED4-9E5068928230}"/>
                </a:ext>
              </a:extLst>
            </p:cNvPr>
            <p:cNvSpPr txBox="1"/>
            <p:nvPr/>
          </p:nvSpPr>
          <p:spPr>
            <a:xfrm>
              <a:off x="505855" y="5983067"/>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Version</a:t>
              </a:r>
              <a:r>
                <a:rPr lang="de-DE" sz="900" dirty="0">
                  <a:latin typeface="Pangolin" panose="00000500000000000000" pitchFamily="2" charset="0"/>
                </a:rPr>
                <a:t> 1           Version 2</a:t>
              </a:r>
              <a:endParaRPr lang="de-AT" sz="900" dirty="0">
                <a:solidFill>
                  <a:schemeClr val="tx1"/>
                </a:solidFill>
                <a:latin typeface="Pangolin" panose="00000500000000000000" pitchFamily="2" charset="0"/>
              </a:endParaRPr>
            </a:p>
          </p:txBody>
        </p:sp>
        <p:cxnSp>
          <p:nvCxnSpPr>
            <p:cNvPr id="157" name="Straight Connector 156">
              <a:extLst>
                <a:ext uri="{FF2B5EF4-FFF2-40B4-BE49-F238E27FC236}">
                  <a16:creationId xmlns:a16="http://schemas.microsoft.com/office/drawing/2014/main" id="{1CD3D939-9B56-9FB0-55DE-F535E0F249FB}"/>
                </a:ext>
              </a:extLst>
            </p:cNvPr>
            <p:cNvCxnSpPr/>
            <p:nvPr/>
          </p:nvCxnSpPr>
          <p:spPr>
            <a:xfrm>
              <a:off x="622333" y="5961954"/>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38FDBF65-12CD-0A45-E70E-F7754B9BACD8}"/>
                </a:ext>
              </a:extLst>
            </p:cNvPr>
            <p:cNvCxnSpPr>
              <a:cxnSpLocks/>
            </p:cNvCxnSpPr>
            <p:nvPr/>
          </p:nvCxnSpPr>
          <p:spPr>
            <a:xfrm flipV="1">
              <a:off x="627095" y="5028477"/>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60" name="Rectangle 159">
              <a:extLst>
                <a:ext uri="{FF2B5EF4-FFF2-40B4-BE49-F238E27FC236}">
                  <a16:creationId xmlns:a16="http://schemas.microsoft.com/office/drawing/2014/main" id="{03FD59AD-4FD9-6B27-E72F-B4E2C91AFBB4}"/>
                </a:ext>
              </a:extLst>
            </p:cNvPr>
            <p:cNvSpPr/>
            <p:nvPr/>
          </p:nvSpPr>
          <p:spPr>
            <a:xfrm>
              <a:off x="2650032" y="5743851"/>
              <a:ext cx="288000" cy="180000"/>
            </a:xfrm>
            <a:custGeom>
              <a:avLst/>
              <a:gdLst>
                <a:gd name="connsiteX0" fmla="*/ 0 w 288000"/>
                <a:gd name="connsiteY0" fmla="*/ 0 h 180000"/>
                <a:gd name="connsiteX1" fmla="*/ 288000 w 288000"/>
                <a:gd name="connsiteY1" fmla="*/ 0 h 180000"/>
                <a:gd name="connsiteX2" fmla="*/ 288000 w 288000"/>
                <a:gd name="connsiteY2" fmla="*/ 180000 h 180000"/>
                <a:gd name="connsiteX3" fmla="*/ 0 w 288000"/>
                <a:gd name="connsiteY3" fmla="*/ 180000 h 180000"/>
                <a:gd name="connsiteX4" fmla="*/ 0 w 288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180000" fill="none" extrusionOk="0">
                  <a:moveTo>
                    <a:pt x="0" y="0"/>
                  </a:moveTo>
                  <a:cubicBezTo>
                    <a:pt x="84007" y="-24008"/>
                    <a:pt x="154866" y="22100"/>
                    <a:pt x="288000" y="0"/>
                  </a:cubicBezTo>
                  <a:cubicBezTo>
                    <a:pt x="288675" y="77252"/>
                    <a:pt x="280721" y="113711"/>
                    <a:pt x="288000" y="180000"/>
                  </a:cubicBezTo>
                  <a:cubicBezTo>
                    <a:pt x="217840" y="188448"/>
                    <a:pt x="39689" y="158890"/>
                    <a:pt x="0" y="180000"/>
                  </a:cubicBezTo>
                  <a:cubicBezTo>
                    <a:pt x="10612" y="142088"/>
                    <a:pt x="-13800" y="67353"/>
                    <a:pt x="0" y="0"/>
                  </a:cubicBezTo>
                  <a:close/>
                </a:path>
                <a:path w="288000" h="180000" stroke="0" extrusionOk="0">
                  <a:moveTo>
                    <a:pt x="0" y="0"/>
                  </a:moveTo>
                  <a:cubicBezTo>
                    <a:pt x="34117" y="20336"/>
                    <a:pt x="227600" y="-23879"/>
                    <a:pt x="288000" y="0"/>
                  </a:cubicBezTo>
                  <a:cubicBezTo>
                    <a:pt x="286628" y="84642"/>
                    <a:pt x="298287" y="114661"/>
                    <a:pt x="288000" y="180000"/>
                  </a:cubicBezTo>
                  <a:cubicBezTo>
                    <a:pt x="149386" y="189544"/>
                    <a:pt x="48653" y="18744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61" name="Rectangle 160">
              <a:extLst>
                <a:ext uri="{FF2B5EF4-FFF2-40B4-BE49-F238E27FC236}">
                  <a16:creationId xmlns:a16="http://schemas.microsoft.com/office/drawing/2014/main" id="{CE52312E-73B9-A64E-7F00-020ECE16CE07}"/>
                </a:ext>
              </a:extLst>
            </p:cNvPr>
            <p:cNvSpPr/>
            <p:nvPr/>
          </p:nvSpPr>
          <p:spPr>
            <a:xfrm>
              <a:off x="3743174" y="5219716"/>
              <a:ext cx="288000" cy="704136"/>
            </a:xfrm>
            <a:custGeom>
              <a:avLst/>
              <a:gdLst>
                <a:gd name="connsiteX0" fmla="*/ 0 w 288000"/>
                <a:gd name="connsiteY0" fmla="*/ 0 h 704136"/>
                <a:gd name="connsiteX1" fmla="*/ 288000 w 288000"/>
                <a:gd name="connsiteY1" fmla="*/ 0 h 704136"/>
                <a:gd name="connsiteX2" fmla="*/ 288000 w 288000"/>
                <a:gd name="connsiteY2" fmla="*/ 704136 h 704136"/>
                <a:gd name="connsiteX3" fmla="*/ 0 w 288000"/>
                <a:gd name="connsiteY3" fmla="*/ 704136 h 704136"/>
                <a:gd name="connsiteX4" fmla="*/ 0 w 288000"/>
                <a:gd name="connsiteY4" fmla="*/ 0 h 70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704136" fill="none" extrusionOk="0">
                  <a:moveTo>
                    <a:pt x="0" y="0"/>
                  </a:moveTo>
                  <a:cubicBezTo>
                    <a:pt x="84007" y="-24008"/>
                    <a:pt x="154866" y="22100"/>
                    <a:pt x="288000" y="0"/>
                  </a:cubicBezTo>
                  <a:cubicBezTo>
                    <a:pt x="266446" y="89374"/>
                    <a:pt x="322342" y="473570"/>
                    <a:pt x="288000" y="704136"/>
                  </a:cubicBezTo>
                  <a:cubicBezTo>
                    <a:pt x="217840" y="712584"/>
                    <a:pt x="39689" y="683026"/>
                    <a:pt x="0" y="704136"/>
                  </a:cubicBezTo>
                  <a:cubicBezTo>
                    <a:pt x="3305" y="468301"/>
                    <a:pt x="42885" y="287285"/>
                    <a:pt x="0" y="0"/>
                  </a:cubicBezTo>
                  <a:close/>
                </a:path>
                <a:path w="288000" h="704136" stroke="0" extrusionOk="0">
                  <a:moveTo>
                    <a:pt x="0" y="0"/>
                  </a:moveTo>
                  <a:cubicBezTo>
                    <a:pt x="34117" y="20336"/>
                    <a:pt x="227600" y="-23879"/>
                    <a:pt x="288000" y="0"/>
                  </a:cubicBezTo>
                  <a:cubicBezTo>
                    <a:pt x="265855" y="242806"/>
                    <a:pt x="266062" y="562450"/>
                    <a:pt x="288000" y="704136"/>
                  </a:cubicBezTo>
                  <a:cubicBezTo>
                    <a:pt x="149386" y="713680"/>
                    <a:pt x="48653" y="711579"/>
                    <a:pt x="0" y="704136"/>
                  </a:cubicBezTo>
                  <a:cubicBezTo>
                    <a:pt x="52087" y="482358"/>
                    <a:pt x="8264" y="197635"/>
                    <a:pt x="0" y="0"/>
                  </a:cubicBezTo>
                  <a:close/>
                </a:path>
              </a:pathLst>
            </a:custGeom>
            <a:solidFill>
              <a:schemeClr val="tx1">
                <a:lumMod val="50000"/>
                <a:lumOff val="50000"/>
              </a:schemeClr>
            </a:solidFill>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cxnSp>
          <p:nvCxnSpPr>
            <p:cNvPr id="163" name="Straight Connector 162">
              <a:extLst>
                <a:ext uri="{FF2B5EF4-FFF2-40B4-BE49-F238E27FC236}">
                  <a16:creationId xmlns:a16="http://schemas.microsoft.com/office/drawing/2014/main" id="{494C91FC-80E1-A137-BEEB-4AD40DC67023}"/>
                </a:ext>
              </a:extLst>
            </p:cNvPr>
            <p:cNvCxnSpPr/>
            <p:nvPr/>
          </p:nvCxnSpPr>
          <p:spPr>
            <a:xfrm>
              <a:off x="2571124" y="5961954"/>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64" name="Straight Connector 163">
              <a:extLst>
                <a:ext uri="{FF2B5EF4-FFF2-40B4-BE49-F238E27FC236}">
                  <a16:creationId xmlns:a16="http://schemas.microsoft.com/office/drawing/2014/main" id="{998EDCC9-068E-9069-41EB-79F9E5392775}"/>
                </a:ext>
              </a:extLst>
            </p:cNvPr>
            <p:cNvCxnSpPr>
              <a:cxnSpLocks/>
            </p:cNvCxnSpPr>
            <p:nvPr/>
          </p:nvCxnSpPr>
          <p:spPr>
            <a:xfrm flipV="1">
              <a:off x="2575886" y="5028477"/>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66" name="Textfeld 59">
              <a:extLst>
                <a:ext uri="{FF2B5EF4-FFF2-40B4-BE49-F238E27FC236}">
                  <a16:creationId xmlns:a16="http://schemas.microsoft.com/office/drawing/2014/main" id="{147EE24C-3046-3FB1-5E91-48E5C06FA222}"/>
                </a:ext>
              </a:extLst>
            </p:cNvPr>
            <p:cNvSpPr txBox="1"/>
            <p:nvPr/>
          </p:nvSpPr>
          <p:spPr>
            <a:xfrm rot="16200000">
              <a:off x="37639" y="5433545"/>
              <a:ext cx="890527"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SUS Scores</a:t>
              </a:r>
              <a:endParaRPr lang="de-AT" sz="900" dirty="0">
                <a:solidFill>
                  <a:schemeClr val="tx1"/>
                </a:solidFill>
                <a:latin typeface="Pangolin" panose="00000500000000000000" pitchFamily="2" charset="0"/>
              </a:endParaRPr>
            </a:p>
          </p:txBody>
        </p:sp>
        <p:sp>
          <p:nvSpPr>
            <p:cNvPr id="167" name="Textfeld 59">
              <a:extLst>
                <a:ext uri="{FF2B5EF4-FFF2-40B4-BE49-F238E27FC236}">
                  <a16:creationId xmlns:a16="http://schemas.microsoft.com/office/drawing/2014/main" id="{29D52E2A-99C1-204D-5D57-DBB65197CF6D}"/>
                </a:ext>
              </a:extLst>
            </p:cNvPr>
            <p:cNvSpPr txBox="1"/>
            <p:nvPr/>
          </p:nvSpPr>
          <p:spPr>
            <a:xfrm rot="16200000">
              <a:off x="2008609" y="5379995"/>
              <a:ext cx="890527"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SUS Scores</a:t>
              </a:r>
              <a:endParaRPr lang="de-AT" sz="900" dirty="0">
                <a:solidFill>
                  <a:schemeClr val="tx1"/>
                </a:solidFill>
                <a:latin typeface="Pangolin" panose="00000500000000000000" pitchFamily="2" charset="0"/>
              </a:endParaRPr>
            </a:p>
          </p:txBody>
        </p:sp>
        <p:sp>
          <p:nvSpPr>
            <p:cNvPr id="168" name="Textfeld 59">
              <a:extLst>
                <a:ext uri="{FF2B5EF4-FFF2-40B4-BE49-F238E27FC236}">
                  <a16:creationId xmlns:a16="http://schemas.microsoft.com/office/drawing/2014/main" id="{E4A9BFEC-0DB9-EA4C-AB61-564A6D5717C2}"/>
                </a:ext>
              </a:extLst>
            </p:cNvPr>
            <p:cNvSpPr txBox="1"/>
            <p:nvPr/>
          </p:nvSpPr>
          <p:spPr>
            <a:xfrm>
              <a:off x="2431871" y="5991119"/>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Expert </a:t>
              </a:r>
              <a:r>
                <a:rPr lang="de-DE" sz="900" dirty="0" err="1">
                  <a:solidFill>
                    <a:schemeClr val="tx1">
                      <a:lumMod val="65000"/>
                      <a:lumOff val="35000"/>
                    </a:schemeClr>
                  </a:solidFill>
                  <a:latin typeface="Pangolin" panose="00000500000000000000" pitchFamily="2" charset="0"/>
                </a:rPr>
                <a:t>Novice</a:t>
              </a:r>
              <a:r>
                <a:rPr lang="de-DE" sz="900" dirty="0">
                  <a:solidFill>
                    <a:schemeClr val="tx1"/>
                  </a:solidFill>
                  <a:latin typeface="Pangolin" panose="00000500000000000000" pitchFamily="2" charset="0"/>
                </a:rPr>
                <a:t>    Expert </a:t>
              </a:r>
              <a:r>
                <a:rPr lang="de-DE" sz="900" dirty="0" err="1">
                  <a:solidFill>
                    <a:schemeClr val="tx1">
                      <a:lumMod val="65000"/>
                      <a:lumOff val="35000"/>
                    </a:schemeClr>
                  </a:solidFill>
                  <a:latin typeface="Pangolin" panose="00000500000000000000" pitchFamily="2" charset="0"/>
                </a:rPr>
                <a:t>Novice</a:t>
              </a:r>
              <a:endParaRPr lang="de-AT" sz="900" dirty="0">
                <a:solidFill>
                  <a:schemeClr val="tx1">
                    <a:lumMod val="65000"/>
                    <a:lumOff val="35000"/>
                  </a:schemeClr>
                </a:solidFill>
                <a:latin typeface="Pangolin" panose="00000500000000000000" pitchFamily="2" charset="0"/>
              </a:endParaRPr>
            </a:p>
          </p:txBody>
        </p:sp>
        <p:sp>
          <p:nvSpPr>
            <p:cNvPr id="170" name="Textfeld 59">
              <a:extLst>
                <a:ext uri="{FF2B5EF4-FFF2-40B4-BE49-F238E27FC236}">
                  <a16:creationId xmlns:a16="http://schemas.microsoft.com/office/drawing/2014/main" id="{7C9FB4B0-03FC-7C16-EC28-1D0DE6433B1F}"/>
                </a:ext>
              </a:extLst>
            </p:cNvPr>
            <p:cNvSpPr txBox="1"/>
            <p:nvPr/>
          </p:nvSpPr>
          <p:spPr>
            <a:xfrm>
              <a:off x="2411227" y="6175658"/>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Version</a:t>
              </a:r>
              <a:r>
                <a:rPr lang="de-DE" sz="900" dirty="0">
                  <a:latin typeface="Pangolin" panose="00000500000000000000" pitchFamily="2" charset="0"/>
                </a:rPr>
                <a:t> 1           Version 2</a:t>
              </a:r>
              <a:endParaRPr lang="de-AT" sz="900" dirty="0">
                <a:solidFill>
                  <a:schemeClr val="tx1"/>
                </a:solidFill>
                <a:latin typeface="Pangolin" panose="00000500000000000000" pitchFamily="2" charset="0"/>
              </a:endParaRPr>
            </a:p>
          </p:txBody>
        </p:sp>
        <p:sp>
          <p:nvSpPr>
            <p:cNvPr id="171" name="Rectangle 170">
              <a:extLst>
                <a:ext uri="{FF2B5EF4-FFF2-40B4-BE49-F238E27FC236}">
                  <a16:creationId xmlns:a16="http://schemas.microsoft.com/office/drawing/2014/main" id="{EC26EBE9-D7F5-3B6E-C2E1-B566FD1CB973}"/>
                </a:ext>
              </a:extLst>
            </p:cNvPr>
            <p:cNvSpPr/>
            <p:nvPr/>
          </p:nvSpPr>
          <p:spPr>
            <a:xfrm>
              <a:off x="2980582" y="5475501"/>
              <a:ext cx="288000" cy="448350"/>
            </a:xfrm>
            <a:custGeom>
              <a:avLst/>
              <a:gdLst>
                <a:gd name="connsiteX0" fmla="*/ 0 w 288000"/>
                <a:gd name="connsiteY0" fmla="*/ 0 h 448350"/>
                <a:gd name="connsiteX1" fmla="*/ 288000 w 288000"/>
                <a:gd name="connsiteY1" fmla="*/ 0 h 448350"/>
                <a:gd name="connsiteX2" fmla="*/ 288000 w 288000"/>
                <a:gd name="connsiteY2" fmla="*/ 448350 h 448350"/>
                <a:gd name="connsiteX3" fmla="*/ 0 w 288000"/>
                <a:gd name="connsiteY3" fmla="*/ 448350 h 448350"/>
                <a:gd name="connsiteX4" fmla="*/ 0 w 288000"/>
                <a:gd name="connsiteY4" fmla="*/ 0 h 44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448350" fill="none" extrusionOk="0">
                  <a:moveTo>
                    <a:pt x="0" y="0"/>
                  </a:moveTo>
                  <a:cubicBezTo>
                    <a:pt x="84007" y="-24008"/>
                    <a:pt x="154866" y="22100"/>
                    <a:pt x="288000" y="0"/>
                  </a:cubicBezTo>
                  <a:cubicBezTo>
                    <a:pt x="308345" y="151027"/>
                    <a:pt x="313270" y="372092"/>
                    <a:pt x="288000" y="448350"/>
                  </a:cubicBezTo>
                  <a:cubicBezTo>
                    <a:pt x="217840" y="456798"/>
                    <a:pt x="39689" y="427240"/>
                    <a:pt x="0" y="448350"/>
                  </a:cubicBezTo>
                  <a:cubicBezTo>
                    <a:pt x="-10813" y="292026"/>
                    <a:pt x="35165" y="196206"/>
                    <a:pt x="0" y="0"/>
                  </a:cubicBezTo>
                  <a:close/>
                </a:path>
                <a:path w="288000" h="448350" stroke="0" extrusionOk="0">
                  <a:moveTo>
                    <a:pt x="0" y="0"/>
                  </a:moveTo>
                  <a:cubicBezTo>
                    <a:pt x="34117" y="20336"/>
                    <a:pt x="227600" y="-23879"/>
                    <a:pt x="288000" y="0"/>
                  </a:cubicBezTo>
                  <a:cubicBezTo>
                    <a:pt x="303706" y="132089"/>
                    <a:pt x="319064" y="259161"/>
                    <a:pt x="288000" y="448350"/>
                  </a:cubicBezTo>
                  <a:cubicBezTo>
                    <a:pt x="149386" y="457894"/>
                    <a:pt x="48653" y="455793"/>
                    <a:pt x="0" y="448350"/>
                  </a:cubicBezTo>
                  <a:cubicBezTo>
                    <a:pt x="4550" y="350520"/>
                    <a:pt x="-25361" y="128146"/>
                    <a:pt x="0" y="0"/>
                  </a:cubicBezTo>
                  <a:close/>
                </a:path>
              </a:pathLst>
            </a:custGeom>
            <a:solidFill>
              <a:schemeClr val="tx1">
                <a:lumMod val="50000"/>
                <a:lumOff val="50000"/>
              </a:schemeClr>
            </a:solidFill>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72" name="Rectangle 171">
              <a:extLst>
                <a:ext uri="{FF2B5EF4-FFF2-40B4-BE49-F238E27FC236}">
                  <a16:creationId xmlns:a16="http://schemas.microsoft.com/office/drawing/2014/main" id="{6BB821D8-A49A-1861-7854-D865D4E0C71A}"/>
                </a:ext>
              </a:extLst>
            </p:cNvPr>
            <p:cNvSpPr/>
            <p:nvPr/>
          </p:nvSpPr>
          <p:spPr>
            <a:xfrm>
              <a:off x="3418449" y="5557056"/>
              <a:ext cx="288000" cy="366796"/>
            </a:xfrm>
            <a:custGeom>
              <a:avLst/>
              <a:gdLst>
                <a:gd name="connsiteX0" fmla="*/ 0 w 288000"/>
                <a:gd name="connsiteY0" fmla="*/ 0 h 366796"/>
                <a:gd name="connsiteX1" fmla="*/ 288000 w 288000"/>
                <a:gd name="connsiteY1" fmla="*/ 0 h 366796"/>
                <a:gd name="connsiteX2" fmla="*/ 288000 w 288000"/>
                <a:gd name="connsiteY2" fmla="*/ 366796 h 366796"/>
                <a:gd name="connsiteX3" fmla="*/ 0 w 288000"/>
                <a:gd name="connsiteY3" fmla="*/ 366796 h 366796"/>
                <a:gd name="connsiteX4" fmla="*/ 0 w 288000"/>
                <a:gd name="connsiteY4" fmla="*/ 0 h 366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366796" fill="none" extrusionOk="0">
                  <a:moveTo>
                    <a:pt x="0" y="0"/>
                  </a:moveTo>
                  <a:cubicBezTo>
                    <a:pt x="84007" y="-24008"/>
                    <a:pt x="154866" y="22100"/>
                    <a:pt x="288000" y="0"/>
                  </a:cubicBezTo>
                  <a:cubicBezTo>
                    <a:pt x="297168" y="60788"/>
                    <a:pt x="281885" y="294881"/>
                    <a:pt x="288000" y="366796"/>
                  </a:cubicBezTo>
                  <a:cubicBezTo>
                    <a:pt x="217840" y="375244"/>
                    <a:pt x="39689" y="345686"/>
                    <a:pt x="0" y="366796"/>
                  </a:cubicBezTo>
                  <a:cubicBezTo>
                    <a:pt x="30940" y="287333"/>
                    <a:pt x="17489" y="158623"/>
                    <a:pt x="0" y="0"/>
                  </a:cubicBezTo>
                  <a:close/>
                </a:path>
                <a:path w="288000" h="366796" stroke="0" extrusionOk="0">
                  <a:moveTo>
                    <a:pt x="0" y="0"/>
                  </a:moveTo>
                  <a:cubicBezTo>
                    <a:pt x="34117" y="20336"/>
                    <a:pt x="227600" y="-23879"/>
                    <a:pt x="288000" y="0"/>
                  </a:cubicBezTo>
                  <a:cubicBezTo>
                    <a:pt x="264440" y="103324"/>
                    <a:pt x="276761" y="240704"/>
                    <a:pt x="288000" y="366796"/>
                  </a:cubicBezTo>
                  <a:cubicBezTo>
                    <a:pt x="149386" y="376340"/>
                    <a:pt x="48653" y="374239"/>
                    <a:pt x="0" y="366796"/>
                  </a:cubicBezTo>
                  <a:cubicBezTo>
                    <a:pt x="-6052" y="320044"/>
                    <a:pt x="508" y="176031"/>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grpSp>
      <p:sp>
        <p:nvSpPr>
          <p:cNvPr id="173" name="Textfeld 59">
            <a:extLst>
              <a:ext uri="{FF2B5EF4-FFF2-40B4-BE49-F238E27FC236}">
                <a16:creationId xmlns:a16="http://schemas.microsoft.com/office/drawing/2014/main" id="{E26DF688-2DFE-7BC5-AF28-D75A100E796F}"/>
              </a:ext>
              <a:ext uri="{C183D7F6-B498-43B3-948B-1728B52AA6E4}">
                <adec:decorative xmlns:adec="http://schemas.microsoft.com/office/drawing/2017/decorative" val="1"/>
              </a:ext>
            </a:extLst>
          </p:cNvPr>
          <p:cNvSpPr txBox="1"/>
          <p:nvPr/>
        </p:nvSpPr>
        <p:spPr>
          <a:xfrm>
            <a:off x="449830" y="4077158"/>
            <a:ext cx="1797422" cy="784830"/>
          </a:xfrm>
          <a:prstGeom prst="rect">
            <a:avLst/>
          </a:prstGeom>
          <a:noFill/>
        </p:spPr>
        <p:txBody>
          <a:bodyPr wrap="square">
            <a:spAutoFit/>
          </a:bodyPr>
          <a:lstStyle/>
          <a:p>
            <a:pPr algn="ctr"/>
            <a:r>
              <a:rPr lang="de-DE" sz="900" dirty="0" err="1">
                <a:latin typeface="Pangolin" panose="00000500000000000000" pitchFamily="2" charset="0"/>
              </a:rPr>
              <a:t>Testing</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effect</a:t>
            </a:r>
            <a:r>
              <a:rPr lang="de-DE" sz="900" dirty="0">
                <a:latin typeface="Pangolin" panose="00000500000000000000" pitchFamily="2" charset="0"/>
              </a:rPr>
              <a:t>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br>
              <a:rPr lang="de-DE" sz="900" dirty="0">
                <a:latin typeface="Pangolin" panose="00000500000000000000" pitchFamily="2" charset="0"/>
              </a:rPr>
            </a:br>
            <a:r>
              <a:rPr lang="de-DE" sz="900" dirty="0" err="1">
                <a:latin typeface="Pangolin" panose="00000500000000000000" pitchFamily="2" charset="0"/>
              </a:rPr>
              <a:t>layout</a:t>
            </a:r>
            <a:r>
              <a:rPr lang="de-DE" sz="900" dirty="0">
                <a:latin typeface="Pangolin" panose="00000500000000000000" pitchFamily="2" charset="0"/>
              </a:rPr>
              <a:t> </a:t>
            </a:r>
            <a:r>
              <a:rPr lang="de-DE" sz="900" dirty="0" err="1">
                <a:latin typeface="Pangolin" panose="00000500000000000000" pitchFamily="2" charset="0"/>
              </a:rPr>
              <a:t>versions</a:t>
            </a:r>
            <a:r>
              <a:rPr lang="de-DE" sz="900" dirty="0">
                <a:latin typeface="Pangolin" panose="00000500000000000000" pitchFamily="2" charset="0"/>
              </a:rPr>
              <a:t> on </a:t>
            </a:r>
            <a:r>
              <a:rPr lang="de-DE" sz="900" dirty="0" err="1">
                <a:latin typeface="Pangolin" panose="00000500000000000000" pitchFamily="2" charset="0"/>
              </a:rPr>
              <a:t>app</a:t>
            </a:r>
            <a:r>
              <a:rPr lang="de-DE" sz="900" dirty="0">
                <a:latin typeface="Pangolin" panose="00000500000000000000" pitchFamily="2" charset="0"/>
              </a:rPr>
              <a:t> </a:t>
            </a:r>
            <a:r>
              <a:rPr lang="de-DE" sz="900" dirty="0" err="1">
                <a:latin typeface="Pangolin" panose="00000500000000000000" pitchFamily="2" charset="0"/>
              </a:rPr>
              <a:t>usability</a:t>
            </a:r>
            <a:r>
              <a:rPr lang="de-DE" sz="900" dirty="0">
                <a:latin typeface="Pangolin" panose="00000500000000000000" pitchFamily="2" charset="0"/>
              </a:rPr>
              <a:t>.</a:t>
            </a:r>
            <a:br>
              <a:rPr lang="de-DE" sz="900" dirty="0">
                <a:latin typeface="Pangolin" panose="00000500000000000000" pitchFamily="2" charset="0"/>
              </a:rPr>
            </a:br>
            <a:endParaRPr lang="de-DE" sz="900" dirty="0">
              <a:latin typeface="Pangolin" panose="00000500000000000000" pitchFamily="2" charset="0"/>
            </a:endParaRPr>
          </a:p>
          <a:p>
            <a:pPr algn="ctr"/>
            <a:br>
              <a:rPr lang="de-DE" sz="900" dirty="0">
                <a:latin typeface="Pangolin" panose="00000500000000000000" pitchFamily="2" charset="0"/>
              </a:rPr>
            </a:br>
            <a:r>
              <a:rPr lang="de-DE" sz="900" b="1" dirty="0" err="1">
                <a:latin typeface="Pangolin" panose="00000500000000000000" pitchFamily="2" charset="0"/>
              </a:rPr>
              <a:t>Factor</a:t>
            </a:r>
            <a:r>
              <a:rPr lang="de-DE" sz="900" dirty="0">
                <a:latin typeface="Pangolin" panose="00000500000000000000" pitchFamily="2" charset="0"/>
              </a:rPr>
              <a:t>: Layout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endParaRPr lang="de-AT" sz="900" dirty="0">
              <a:solidFill>
                <a:schemeClr val="tx1"/>
              </a:solidFill>
              <a:latin typeface="Pangolin" panose="00000500000000000000" pitchFamily="2" charset="0"/>
            </a:endParaRPr>
          </a:p>
        </p:txBody>
      </p:sp>
      <p:sp>
        <p:nvSpPr>
          <p:cNvPr id="174" name="Textfeld 59">
            <a:extLst>
              <a:ext uri="{FF2B5EF4-FFF2-40B4-BE49-F238E27FC236}">
                <a16:creationId xmlns:a16="http://schemas.microsoft.com/office/drawing/2014/main" id="{149C9A28-BEB2-B13A-0DC8-3C55BC13EAFD}"/>
              </a:ext>
              <a:ext uri="{C183D7F6-B498-43B3-948B-1728B52AA6E4}">
                <adec:decorative xmlns:adec="http://schemas.microsoft.com/office/drawing/2017/decorative" val="1"/>
              </a:ext>
            </a:extLst>
          </p:cNvPr>
          <p:cNvSpPr txBox="1"/>
          <p:nvPr/>
        </p:nvSpPr>
        <p:spPr>
          <a:xfrm>
            <a:off x="2435575" y="4077157"/>
            <a:ext cx="1797422" cy="923330"/>
          </a:xfrm>
          <a:prstGeom prst="rect">
            <a:avLst/>
          </a:prstGeom>
          <a:noFill/>
        </p:spPr>
        <p:txBody>
          <a:bodyPr wrap="square">
            <a:spAutoFit/>
          </a:bodyPr>
          <a:lstStyle/>
          <a:p>
            <a:pPr algn="ctr"/>
            <a:r>
              <a:rPr lang="de-DE" sz="900" dirty="0" err="1">
                <a:latin typeface="Pangolin" panose="00000500000000000000" pitchFamily="2" charset="0"/>
              </a:rPr>
              <a:t>Testing</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effect</a:t>
            </a:r>
            <a:r>
              <a:rPr lang="de-DE" sz="900" dirty="0">
                <a:latin typeface="Pangolin" panose="00000500000000000000" pitchFamily="2" charset="0"/>
              </a:rPr>
              <a:t>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br>
              <a:rPr lang="de-DE" sz="900" dirty="0">
                <a:latin typeface="Pangolin" panose="00000500000000000000" pitchFamily="2" charset="0"/>
              </a:rPr>
            </a:br>
            <a:r>
              <a:rPr lang="de-DE" sz="900" dirty="0" err="1">
                <a:latin typeface="Pangolin" panose="00000500000000000000" pitchFamily="2" charset="0"/>
              </a:rPr>
              <a:t>layout</a:t>
            </a:r>
            <a:r>
              <a:rPr lang="de-DE" sz="900" dirty="0">
                <a:latin typeface="Pangolin" panose="00000500000000000000" pitchFamily="2" charset="0"/>
              </a:rPr>
              <a:t> </a:t>
            </a:r>
            <a:r>
              <a:rPr lang="de-DE" sz="900" dirty="0" err="1">
                <a:latin typeface="Pangolin" panose="00000500000000000000" pitchFamily="2" charset="0"/>
              </a:rPr>
              <a:t>versions</a:t>
            </a:r>
            <a:r>
              <a:rPr lang="de-DE" sz="900" dirty="0">
                <a:latin typeface="Pangolin" panose="00000500000000000000" pitchFamily="2" charset="0"/>
              </a:rPr>
              <a:t> and </a:t>
            </a:r>
            <a:r>
              <a:rPr lang="de-DE" sz="900" dirty="0" err="1">
                <a:latin typeface="Pangolin" panose="00000500000000000000" pitchFamily="2" charset="0"/>
              </a:rPr>
              <a:t>user</a:t>
            </a:r>
            <a:r>
              <a:rPr lang="de-DE" sz="900" dirty="0">
                <a:latin typeface="Pangolin" panose="00000500000000000000" pitchFamily="2" charset="0"/>
              </a:rPr>
              <a:t> </a:t>
            </a:r>
            <a:r>
              <a:rPr lang="de-DE" sz="900" dirty="0" err="1">
                <a:latin typeface="Pangolin" panose="00000500000000000000" pitchFamily="2" charset="0"/>
              </a:rPr>
              <a:t>expertise</a:t>
            </a:r>
            <a:r>
              <a:rPr lang="de-DE" sz="900" dirty="0">
                <a:latin typeface="Pangolin" panose="00000500000000000000" pitchFamily="2" charset="0"/>
              </a:rPr>
              <a:t> on </a:t>
            </a:r>
            <a:r>
              <a:rPr lang="de-DE" sz="900" dirty="0" err="1">
                <a:latin typeface="Pangolin" panose="00000500000000000000" pitchFamily="2" charset="0"/>
              </a:rPr>
              <a:t>app</a:t>
            </a:r>
            <a:r>
              <a:rPr lang="de-DE" sz="900" dirty="0">
                <a:latin typeface="Pangolin" panose="00000500000000000000" pitchFamily="2" charset="0"/>
              </a:rPr>
              <a:t> </a:t>
            </a:r>
            <a:r>
              <a:rPr lang="de-DE" sz="900" dirty="0" err="1">
                <a:latin typeface="Pangolin" panose="00000500000000000000" pitchFamily="2" charset="0"/>
              </a:rPr>
              <a:t>usability</a:t>
            </a:r>
            <a:r>
              <a:rPr lang="de-DE" sz="900" dirty="0">
                <a:latin typeface="Pangolin" panose="00000500000000000000" pitchFamily="2" charset="0"/>
              </a:rPr>
              <a:t>.</a:t>
            </a:r>
          </a:p>
          <a:p>
            <a:pPr algn="ctr"/>
            <a:br>
              <a:rPr lang="de-DE" sz="900" dirty="0">
                <a:latin typeface="Pangolin" panose="00000500000000000000" pitchFamily="2" charset="0"/>
              </a:rPr>
            </a:br>
            <a:r>
              <a:rPr lang="de-DE" sz="900" b="1" dirty="0" err="1">
                <a:latin typeface="Pangolin" panose="00000500000000000000" pitchFamily="2" charset="0"/>
              </a:rPr>
              <a:t>Factors</a:t>
            </a:r>
            <a:r>
              <a:rPr lang="de-DE" sz="900" dirty="0">
                <a:latin typeface="Pangolin" panose="00000500000000000000" pitchFamily="2" charset="0"/>
              </a:rPr>
              <a:t>: Layout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and Expertise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endParaRPr lang="de-AT" sz="900" dirty="0">
              <a:solidFill>
                <a:schemeClr val="tx1"/>
              </a:solidFill>
              <a:latin typeface="Pangolin" panose="00000500000000000000" pitchFamily="2" charset="0"/>
            </a:endParaRPr>
          </a:p>
        </p:txBody>
      </p:sp>
      <p:pic>
        <p:nvPicPr>
          <p:cNvPr id="19" name="Graphic 18">
            <a:extLst>
              <a:ext uri="{FF2B5EF4-FFF2-40B4-BE49-F238E27FC236}">
                <a16:creationId xmlns:a16="http://schemas.microsoft.com/office/drawing/2014/main" id="{7DDFD030-DC86-4220-A03A-9EDE0FFCDB4C}"/>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49389" y="2116789"/>
            <a:ext cx="274320" cy="274320"/>
          </a:xfrm>
          <a:prstGeom prst="rect">
            <a:avLst/>
          </a:prstGeom>
        </p:spPr>
      </p:pic>
      <p:pic>
        <p:nvPicPr>
          <p:cNvPr id="21" name="Graphic 20">
            <a:extLst>
              <a:ext uri="{FF2B5EF4-FFF2-40B4-BE49-F238E27FC236}">
                <a16:creationId xmlns:a16="http://schemas.microsoft.com/office/drawing/2014/main" id="{F0D28474-2264-41F8-8B7A-7FD56E9BBE24}"/>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9155" y="2116789"/>
            <a:ext cx="274320" cy="274320"/>
          </a:xfrm>
          <a:prstGeom prst="rect">
            <a:avLst/>
          </a:prstGeom>
        </p:spPr>
      </p:pic>
      <p:pic>
        <p:nvPicPr>
          <p:cNvPr id="75" name="Graphic 74">
            <a:extLst>
              <a:ext uri="{FF2B5EF4-FFF2-40B4-BE49-F238E27FC236}">
                <a16:creationId xmlns:a16="http://schemas.microsoft.com/office/drawing/2014/main" id="{D1DAD654-5799-4784-9B73-54AAA3FDE72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69271" y="2116789"/>
            <a:ext cx="274320" cy="274320"/>
          </a:xfrm>
          <a:prstGeom prst="rect">
            <a:avLst/>
          </a:prstGeom>
        </p:spPr>
      </p:pic>
      <p:pic>
        <p:nvPicPr>
          <p:cNvPr id="76" name="Graphic 75">
            <a:extLst>
              <a:ext uri="{FF2B5EF4-FFF2-40B4-BE49-F238E27FC236}">
                <a16:creationId xmlns:a16="http://schemas.microsoft.com/office/drawing/2014/main" id="{C9F96897-C253-4883-ADB8-FE4F4497C61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43039" y="1879619"/>
            <a:ext cx="274320" cy="274320"/>
          </a:xfrm>
          <a:prstGeom prst="rect">
            <a:avLst/>
          </a:prstGeom>
        </p:spPr>
      </p:pic>
      <p:pic>
        <p:nvPicPr>
          <p:cNvPr id="77" name="Graphic 76">
            <a:extLst>
              <a:ext uri="{FF2B5EF4-FFF2-40B4-BE49-F238E27FC236}">
                <a16:creationId xmlns:a16="http://schemas.microsoft.com/office/drawing/2014/main" id="{8C180C1A-5CB4-458B-AF43-DBC005F06EB1}"/>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9213" y="2116789"/>
            <a:ext cx="274320" cy="274320"/>
          </a:xfrm>
          <a:prstGeom prst="rect">
            <a:avLst/>
          </a:prstGeom>
        </p:spPr>
      </p:pic>
      <p:pic>
        <p:nvPicPr>
          <p:cNvPr id="78" name="Graphic 77">
            <a:extLst>
              <a:ext uri="{FF2B5EF4-FFF2-40B4-BE49-F238E27FC236}">
                <a16:creationId xmlns:a16="http://schemas.microsoft.com/office/drawing/2014/main" id="{95231C6F-9439-4F46-A57D-EA6C5B3A7B67}"/>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59329" y="2116789"/>
            <a:ext cx="274320" cy="274320"/>
          </a:xfrm>
          <a:prstGeom prst="rect">
            <a:avLst/>
          </a:prstGeom>
        </p:spPr>
      </p:pic>
      <p:pic>
        <p:nvPicPr>
          <p:cNvPr id="79" name="Graphic 78">
            <a:extLst>
              <a:ext uri="{FF2B5EF4-FFF2-40B4-BE49-F238E27FC236}">
                <a16:creationId xmlns:a16="http://schemas.microsoft.com/office/drawing/2014/main" id="{73A9B77B-490C-4B38-9040-EEB88C2990E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54717" y="1873260"/>
            <a:ext cx="274320" cy="274320"/>
          </a:xfrm>
          <a:prstGeom prst="rect">
            <a:avLst/>
          </a:prstGeom>
        </p:spPr>
      </p:pic>
      <p:pic>
        <p:nvPicPr>
          <p:cNvPr id="80" name="Graphic 79">
            <a:extLst>
              <a:ext uri="{FF2B5EF4-FFF2-40B4-BE49-F238E27FC236}">
                <a16:creationId xmlns:a16="http://schemas.microsoft.com/office/drawing/2014/main" id="{A9C90601-79CC-4302-BD66-FC9D507BFEA8}"/>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39088" y="1616184"/>
            <a:ext cx="274320" cy="274320"/>
          </a:xfrm>
          <a:prstGeom prst="rect">
            <a:avLst/>
          </a:prstGeom>
        </p:spPr>
      </p:pic>
      <p:pic>
        <p:nvPicPr>
          <p:cNvPr id="28" name="Picture 27">
            <a:extLst>
              <a:ext uri="{FF2B5EF4-FFF2-40B4-BE49-F238E27FC236}">
                <a16:creationId xmlns:a16="http://schemas.microsoft.com/office/drawing/2014/main" id="{DC8B862A-6738-4F9B-B012-CBB0EB707670}"/>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84834" y="8016110"/>
            <a:ext cx="1347219" cy="1658115"/>
          </a:xfrm>
          <a:prstGeom prst="rect">
            <a:avLst/>
          </a:prstGeom>
        </p:spPr>
      </p:pic>
      <p:pic>
        <p:nvPicPr>
          <p:cNvPr id="89" name="Picture 88">
            <a:extLst>
              <a:ext uri="{FF2B5EF4-FFF2-40B4-BE49-F238E27FC236}">
                <a16:creationId xmlns:a16="http://schemas.microsoft.com/office/drawing/2014/main" id="{1C11075D-941E-4F50-8660-A4A4093373E7}"/>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37867" t="65710" r="41273" b="2156"/>
          <a:stretch/>
        </p:blipFill>
        <p:spPr>
          <a:xfrm rot="5400000">
            <a:off x="5179235" y="7348553"/>
            <a:ext cx="1335088" cy="84105"/>
          </a:xfrm>
          <a:prstGeom prst="rect">
            <a:avLst/>
          </a:prstGeom>
        </p:spPr>
      </p:pic>
      <p:sp>
        <p:nvSpPr>
          <p:cNvPr id="139" name="Textfeld 138">
            <a:extLst>
              <a:ext uri="{FF2B5EF4-FFF2-40B4-BE49-F238E27FC236}">
                <a16:creationId xmlns:a16="http://schemas.microsoft.com/office/drawing/2014/main" id="{7DF46593-FDC1-43BF-A1DE-F467E9DB3007}"/>
              </a:ext>
            </a:extLst>
          </p:cNvPr>
          <p:cNvSpPr txBox="1">
            <a:spLocks noGrp="1"/>
          </p:cNvSpPr>
          <p:nvPr>
            <p:ph type="title" idx="4294967295"/>
          </p:nvPr>
        </p:nvSpPr>
        <p:spPr>
          <a:xfrm>
            <a:off x="114551" y="221488"/>
            <a:ext cx="3985335"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Reporting Data</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5" name="Textfeld 14">
            <a:extLst>
              <a:ext uri="{FF2B5EF4-FFF2-40B4-BE49-F238E27FC236}">
                <a16:creationId xmlns:a16="http://schemas.microsoft.com/office/drawing/2014/main" id="{6610DFC2-B3B2-4A1D-B639-460D315FDEC5}"/>
              </a:ext>
            </a:extLst>
          </p:cNvPr>
          <p:cNvSpPr txBox="1"/>
          <p:nvPr/>
        </p:nvSpPr>
        <p:spPr>
          <a:xfrm>
            <a:off x="232306" y="593080"/>
            <a:ext cx="3031594" cy="307777"/>
          </a:xfrm>
          <a:prstGeom prst="rect">
            <a:avLst/>
          </a:prstGeom>
          <a:noFill/>
        </p:spPr>
        <p:txBody>
          <a:bodyPr wrap="square">
            <a:spAutoFit/>
          </a:bodyPr>
          <a:lstStyle/>
          <a:p>
            <a:r>
              <a:rPr lang="de-DE" sz="1400" b="1" dirty="0">
                <a:latin typeface="Pangolin" panose="00000500000000000000" pitchFamily="2" charset="0"/>
              </a:rPr>
              <a:t>REPORTING ORDINAL SCALES</a:t>
            </a:r>
            <a:endParaRPr lang="de-AT" sz="1400" b="1" dirty="0">
              <a:solidFill>
                <a:schemeClr val="tx1"/>
              </a:solidFill>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625084"/>
            <a:ext cx="2044169" cy="1015663"/>
          </a:xfrm>
          <a:prstGeom prst="rect">
            <a:avLst/>
          </a:prstGeom>
          <a:noFill/>
        </p:spPr>
        <p:txBody>
          <a:bodyPr wrap="square">
            <a:spAutoFit/>
          </a:bodyPr>
          <a:lstStyle/>
          <a:p>
            <a:pPr algn="ct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also </a:t>
            </a:r>
            <a:r>
              <a:rPr lang="de-DE" sz="1000" dirty="0" err="1">
                <a:latin typeface="Pangolin" panose="00000500000000000000" pitchFamily="2" charset="0"/>
              </a:rPr>
              <a:t>use</a:t>
            </a:r>
            <a:r>
              <a:rPr lang="de-DE" sz="1000" dirty="0">
                <a:latin typeface="Pangolin" panose="00000500000000000000" pitchFamily="2" charset="0"/>
              </a:rPr>
              <a:t> </a:t>
            </a:r>
            <a:r>
              <a:rPr lang="de-DE" sz="1000" dirty="0" err="1">
                <a:latin typeface="Pangolin" panose="00000500000000000000" pitchFamily="2" charset="0"/>
              </a:rPr>
              <a:t>histograms</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report</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answer</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single</a:t>
            </a:r>
            <a:r>
              <a:rPr lang="de-DE" sz="1000" dirty="0">
                <a:latin typeface="Pangolin" panose="00000500000000000000" pitchFamily="2" charset="0"/>
              </a:rPr>
              <a:t> </a:t>
            </a:r>
            <a:r>
              <a:rPr lang="de-DE" sz="1000" dirty="0" err="1">
                <a:latin typeface="Pangolin" panose="00000500000000000000" pitchFamily="2" charset="0"/>
              </a:rPr>
              <a:t>scale</a:t>
            </a:r>
            <a:r>
              <a:rPr lang="de-DE" sz="1000" dirty="0">
                <a:latin typeface="Pangolin" panose="00000500000000000000" pitchFamily="2" charset="0"/>
              </a:rPr>
              <a:t> </a:t>
            </a:r>
            <a:r>
              <a:rPr lang="de-DE" sz="1000" dirty="0" err="1">
                <a:latin typeface="Pangolin" panose="00000500000000000000" pitchFamily="2" charset="0"/>
              </a:rPr>
              <a:t>items</a:t>
            </a:r>
            <a:r>
              <a:rPr lang="de-DE" sz="1000" dirty="0">
                <a:latin typeface="Pangolin" panose="00000500000000000000" pitchFamily="2" charset="0"/>
              </a:rPr>
              <a:t>.</a:t>
            </a:r>
            <a:br>
              <a:rPr lang="de-DE" sz="1000" dirty="0">
                <a:latin typeface="Pangolin" panose="00000500000000000000" pitchFamily="2" charset="0"/>
              </a:rPr>
            </a:br>
            <a:r>
              <a:rPr lang="de-DE" sz="1000" dirty="0">
                <a:latin typeface="Pangolin" panose="00000500000000000000" pitchFamily="2" charset="0"/>
              </a:rPr>
              <a:t>Boxplots </a:t>
            </a:r>
            <a:r>
              <a:rPr lang="de-DE" sz="1000" dirty="0" err="1">
                <a:latin typeface="Pangolin" panose="00000500000000000000" pitchFamily="2" charset="0"/>
              </a:rPr>
              <a:t>are</a:t>
            </a:r>
            <a:r>
              <a:rPr lang="de-DE" sz="1000" dirty="0">
                <a:latin typeface="Pangolin" panose="00000500000000000000" pitchFamily="2" charset="0"/>
              </a:rPr>
              <a:t> also a </a:t>
            </a:r>
            <a:r>
              <a:rPr lang="de-DE" sz="1000" dirty="0" err="1">
                <a:latin typeface="Pangolin" panose="00000500000000000000" pitchFamily="2" charset="0"/>
              </a:rPr>
              <a:t>good</a:t>
            </a:r>
            <a:r>
              <a:rPr lang="de-DE" sz="1000" dirty="0">
                <a:latin typeface="Pangolin" panose="00000500000000000000" pitchFamily="2" charset="0"/>
              </a:rPr>
              <a:t> alternative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show</a:t>
            </a:r>
            <a:r>
              <a:rPr lang="de-DE" sz="1000" dirty="0">
                <a:latin typeface="Pangolin" panose="00000500000000000000" pitchFamily="2" charset="0"/>
              </a:rPr>
              <a:t> </a:t>
            </a:r>
            <a:br>
              <a:rPr lang="de-DE" sz="1000" dirty="0">
                <a:latin typeface="Pangolin" panose="00000500000000000000" pitchFamily="2" charset="0"/>
              </a:rPr>
            </a:b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answer</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Lst>
          </p:cNvPr>
          <p:cNvSpPr txBox="1"/>
          <p:nvPr/>
        </p:nvSpPr>
        <p:spPr>
          <a:xfrm>
            <a:off x="232306" y="3682879"/>
            <a:ext cx="3450694" cy="307777"/>
          </a:xfrm>
          <a:prstGeom prst="rect">
            <a:avLst/>
          </a:prstGeom>
          <a:noFill/>
        </p:spPr>
        <p:txBody>
          <a:bodyPr wrap="square">
            <a:spAutoFit/>
          </a:bodyPr>
          <a:lstStyle/>
          <a:p>
            <a:r>
              <a:rPr lang="de-DE" sz="1400" b="1" dirty="0">
                <a:latin typeface="Pangolin" panose="00000500000000000000" pitchFamily="2" charset="0"/>
              </a:rPr>
              <a:t>CHARTS REFLECT THE TEST DESIGN</a:t>
            </a:r>
            <a:endParaRPr lang="de-AT" sz="1400" b="1"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663218"/>
            <a:ext cx="2044169" cy="1015663"/>
          </a:xfrm>
          <a:prstGeom prst="rect">
            <a:avLst/>
          </a:prstGeom>
          <a:noFill/>
        </p:spPr>
        <p:txBody>
          <a:bodyPr wrap="square">
            <a:spAutoFit/>
          </a:bodyPr>
          <a:lstStyle/>
          <a:p>
            <a:pPr algn="ctr"/>
            <a:r>
              <a:rPr lang="en-GB" sz="1000" dirty="0">
                <a:latin typeface="Pangolin" panose="00000500000000000000" pitchFamily="2" charset="0"/>
              </a:rPr>
              <a:t>You can easily present the comparison between the values you collected with bars and boxplots.  For factorial tests, you can group bars and boxplots according to one of the factors.</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887188" y="6925390"/>
            <a:ext cx="4055849" cy="2400657"/>
          </a:xfrm>
          <a:prstGeom prst="rect">
            <a:avLst/>
          </a:prstGeom>
          <a:noFill/>
        </p:spPr>
        <p:txBody>
          <a:bodyPr wrap="square">
            <a:spAutoFit/>
          </a:bodyPr>
          <a:lstStyle/>
          <a:p>
            <a:pPr algn="ctr"/>
            <a:r>
              <a:rPr lang="en-US" sz="1000" b="1" dirty="0">
                <a:latin typeface="Pangolin" panose="00000500000000000000" pitchFamily="2" charset="0"/>
              </a:rPr>
              <a:t>Here are some final notes to consider </a:t>
            </a:r>
            <a:br>
              <a:rPr lang="en-US" sz="1000" b="1" dirty="0">
                <a:latin typeface="Pangolin" panose="00000500000000000000" pitchFamily="2" charset="0"/>
              </a:rPr>
            </a:br>
            <a:r>
              <a:rPr lang="en-US" sz="1000" b="1" dirty="0">
                <a:latin typeface="Pangolin" panose="00000500000000000000" pitchFamily="2" charset="0"/>
              </a:rPr>
              <a:t>when reporting the data you collected:</a:t>
            </a:r>
          </a:p>
          <a:p>
            <a:pPr algn="ctr"/>
            <a:endParaRPr lang="en-US" sz="1000" dirty="0">
              <a:latin typeface="Pangolin" panose="00000500000000000000" pitchFamily="2" charset="0"/>
            </a:endParaRPr>
          </a:p>
          <a:p>
            <a:pPr algn="ctr"/>
            <a:r>
              <a:rPr lang="en-US" sz="1000" dirty="0">
                <a:latin typeface="Pangolin" panose="00000500000000000000" pitchFamily="2" charset="0"/>
              </a:rPr>
              <a:t>Descriptive statistics enable us to present the collected data in a more meaningful way. Measures of central tendency are commonly used to describe the central position of a frequency distribution. </a:t>
            </a:r>
          </a:p>
          <a:p>
            <a:pPr algn="ctr"/>
            <a:endParaRPr lang="en-US" sz="1000" dirty="0">
              <a:latin typeface="Pangolin" panose="00000500000000000000" pitchFamily="2" charset="0"/>
            </a:endParaRPr>
          </a:p>
          <a:p>
            <a:pPr algn="ctr"/>
            <a:r>
              <a:rPr lang="en-US" sz="1000" dirty="0">
                <a:latin typeface="Pangolin" panose="00000500000000000000" pitchFamily="2" charset="0"/>
              </a:rPr>
              <a:t>In addition to central tendency, measures of spread can also summarize data distribution. Such measures include </a:t>
            </a:r>
            <a:r>
              <a:rPr lang="fr-FR" sz="1000" dirty="0">
                <a:latin typeface="Pangolin" panose="00000500000000000000" pitchFamily="2" charset="0"/>
              </a:rPr>
              <a:t>range, quartiles, variance and standard </a:t>
            </a:r>
            <a:r>
              <a:rPr lang="fr-FR" sz="1000" dirty="0" err="1">
                <a:latin typeface="Pangolin" panose="00000500000000000000" pitchFamily="2" charset="0"/>
              </a:rPr>
              <a:t>deviation</a:t>
            </a:r>
            <a:r>
              <a:rPr lang="fr-FR" sz="1000" dirty="0">
                <a:latin typeface="Pangolin" panose="00000500000000000000" pitchFamily="2" charset="0"/>
              </a:rPr>
              <a:t>.</a:t>
            </a:r>
            <a:endParaRPr lang="en-US" sz="1000" dirty="0">
              <a:latin typeface="Pangolin" panose="00000500000000000000" pitchFamily="2" charset="0"/>
            </a:endParaRPr>
          </a:p>
          <a:p>
            <a:pPr algn="ctr"/>
            <a:endParaRPr lang="en-US" sz="1000" dirty="0">
              <a:latin typeface="Pangolin" panose="00000500000000000000" pitchFamily="2" charset="0"/>
            </a:endParaRPr>
          </a:p>
          <a:p>
            <a:pPr algn="ctr"/>
            <a:r>
              <a:rPr lang="en-US" sz="1000" dirty="0">
                <a:latin typeface="Pangolin" panose="00000500000000000000" pitchFamily="2" charset="0"/>
              </a:rPr>
              <a:t>Descriptive statistics alone do not allow us to make conclusions beyond the data we have </a:t>
            </a:r>
            <a:r>
              <a:rPr lang="en-US" sz="1000" dirty="0" err="1">
                <a:latin typeface="Pangolin" panose="00000500000000000000" pitchFamily="2" charset="0"/>
              </a:rPr>
              <a:t>analysed</a:t>
            </a:r>
            <a:r>
              <a:rPr lang="en-US" sz="1000" dirty="0">
                <a:latin typeface="Pangolin" panose="00000500000000000000" pitchFamily="2" charset="0"/>
              </a:rPr>
              <a:t> or reach conclusions regarding any hypotheses we might have made. For hypothesis testing, further statistical tests should be performed.</a:t>
            </a:r>
            <a:endParaRPr lang="de-AT" sz="1000" dirty="0">
              <a:solidFill>
                <a:schemeClr val="tx1"/>
              </a:solidFill>
              <a:latin typeface="Pangolin" panose="00000500000000000000" pitchFamily="2" charset="0"/>
            </a:endParaRPr>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232306" y="6723062"/>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5459" y="18007"/>
                  <a:pt x="247294" y="-1980"/>
                  <a:pt x="448019" y="0"/>
                </a:cubicBezTo>
                <a:cubicBezTo>
                  <a:pt x="659618" y="3382"/>
                  <a:pt x="814131" y="-13386"/>
                  <a:pt x="960040" y="0"/>
                </a:cubicBezTo>
                <a:cubicBezTo>
                  <a:pt x="1098997" y="-3886"/>
                  <a:pt x="1378953" y="13809"/>
                  <a:pt x="1600067" y="0"/>
                </a:cubicBezTo>
                <a:cubicBezTo>
                  <a:pt x="1839310" y="15192"/>
                  <a:pt x="1986359" y="-9846"/>
                  <a:pt x="2176091" y="0"/>
                </a:cubicBezTo>
                <a:cubicBezTo>
                  <a:pt x="2379341" y="-8468"/>
                  <a:pt x="2572776" y="-21187"/>
                  <a:pt x="2688113" y="0"/>
                </a:cubicBezTo>
                <a:cubicBezTo>
                  <a:pt x="2835609" y="18925"/>
                  <a:pt x="3111968" y="57199"/>
                  <a:pt x="3392143" y="0"/>
                </a:cubicBezTo>
                <a:cubicBezTo>
                  <a:pt x="3677423" y="-4895"/>
                  <a:pt x="3827428" y="-2310"/>
                  <a:pt x="4096172" y="0"/>
                </a:cubicBezTo>
                <a:cubicBezTo>
                  <a:pt x="4349892" y="-37750"/>
                  <a:pt x="4620496" y="22176"/>
                  <a:pt x="4864204" y="0"/>
                </a:cubicBezTo>
                <a:cubicBezTo>
                  <a:pt x="5095935" y="-38684"/>
                  <a:pt x="5313279" y="-10324"/>
                  <a:pt x="5440229" y="0"/>
                </a:cubicBezTo>
                <a:cubicBezTo>
                  <a:pt x="5573107" y="4479"/>
                  <a:pt x="6054952" y="28438"/>
                  <a:pt x="6400269" y="0"/>
                </a:cubicBezTo>
                <a:cubicBezTo>
                  <a:pt x="6401364" y="153026"/>
                  <a:pt x="6400340" y="424924"/>
                  <a:pt x="6400269" y="590233"/>
                </a:cubicBezTo>
                <a:cubicBezTo>
                  <a:pt x="6410588" y="738209"/>
                  <a:pt x="6391377" y="906682"/>
                  <a:pt x="6400269" y="1091930"/>
                </a:cubicBezTo>
                <a:cubicBezTo>
                  <a:pt x="6419126" y="1294833"/>
                  <a:pt x="6402473" y="1574144"/>
                  <a:pt x="6400269" y="1741186"/>
                </a:cubicBezTo>
                <a:cubicBezTo>
                  <a:pt x="6400441" y="1901976"/>
                  <a:pt x="6408730" y="2042910"/>
                  <a:pt x="6400269" y="2242884"/>
                </a:cubicBezTo>
                <a:cubicBezTo>
                  <a:pt x="6369102" y="2476805"/>
                  <a:pt x="6408411" y="2766866"/>
                  <a:pt x="6400269" y="2951163"/>
                </a:cubicBezTo>
                <a:cubicBezTo>
                  <a:pt x="6275637" y="2938414"/>
                  <a:pt x="6109017" y="2919061"/>
                  <a:pt x="5952250" y="2951163"/>
                </a:cubicBezTo>
                <a:cubicBezTo>
                  <a:pt x="5803060" y="2949008"/>
                  <a:pt x="5710855" y="2950323"/>
                  <a:pt x="5504231" y="2951163"/>
                </a:cubicBezTo>
                <a:cubicBezTo>
                  <a:pt x="5278888" y="2931108"/>
                  <a:pt x="5101018" y="2942045"/>
                  <a:pt x="4992210" y="2951163"/>
                </a:cubicBezTo>
                <a:cubicBezTo>
                  <a:pt x="4830195" y="2970143"/>
                  <a:pt x="4687422" y="2940401"/>
                  <a:pt x="4416186" y="2951163"/>
                </a:cubicBezTo>
                <a:cubicBezTo>
                  <a:pt x="4173967" y="2944001"/>
                  <a:pt x="4051220" y="2947687"/>
                  <a:pt x="3840161" y="2951163"/>
                </a:cubicBezTo>
                <a:cubicBezTo>
                  <a:pt x="3658065" y="2954149"/>
                  <a:pt x="3571453" y="2958629"/>
                  <a:pt x="3392143" y="2951163"/>
                </a:cubicBezTo>
                <a:cubicBezTo>
                  <a:pt x="3221403" y="2940372"/>
                  <a:pt x="3145569" y="2924519"/>
                  <a:pt x="2944124" y="2951163"/>
                </a:cubicBezTo>
                <a:cubicBezTo>
                  <a:pt x="2765738" y="2996304"/>
                  <a:pt x="2401046" y="2924836"/>
                  <a:pt x="2240094" y="2951163"/>
                </a:cubicBezTo>
                <a:cubicBezTo>
                  <a:pt x="1992096" y="2943916"/>
                  <a:pt x="1847006" y="2931494"/>
                  <a:pt x="1728073" y="2951163"/>
                </a:cubicBezTo>
                <a:cubicBezTo>
                  <a:pt x="1505921" y="2959630"/>
                  <a:pt x="1351057" y="2954844"/>
                  <a:pt x="1088046" y="2951163"/>
                </a:cubicBezTo>
                <a:cubicBezTo>
                  <a:pt x="756914" y="2948335"/>
                  <a:pt x="525578" y="2993242"/>
                  <a:pt x="0" y="2951163"/>
                </a:cubicBezTo>
                <a:cubicBezTo>
                  <a:pt x="20300" y="2722095"/>
                  <a:pt x="49326" y="2520111"/>
                  <a:pt x="0" y="2390442"/>
                </a:cubicBezTo>
                <a:cubicBezTo>
                  <a:pt x="6549" y="2229599"/>
                  <a:pt x="-29007" y="2053765"/>
                  <a:pt x="0" y="1800209"/>
                </a:cubicBezTo>
                <a:cubicBezTo>
                  <a:pt x="15005" y="1551177"/>
                  <a:pt x="-25759" y="1417726"/>
                  <a:pt x="0" y="1269000"/>
                </a:cubicBezTo>
                <a:cubicBezTo>
                  <a:pt x="-21187" y="1120693"/>
                  <a:pt x="-24691" y="795512"/>
                  <a:pt x="0" y="649256"/>
                </a:cubicBezTo>
                <a:cubicBezTo>
                  <a:pt x="12737" y="530870"/>
                  <a:pt x="-6512" y="170668"/>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23" name="Group 22">
            <a:extLst>
              <a:ext uri="{FF2B5EF4-FFF2-40B4-BE49-F238E27FC236}">
                <a16:creationId xmlns:a16="http://schemas.microsoft.com/office/drawing/2014/main" id="{BEB4714C-C59C-97A3-9A30-C6C6ED2D21B3}"/>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24" name="Picture 23">
              <a:extLst>
                <a:ext uri="{FF2B5EF4-FFF2-40B4-BE49-F238E27FC236}">
                  <a16:creationId xmlns:a16="http://schemas.microsoft.com/office/drawing/2014/main" id="{7BBB38DB-7B48-79D4-7243-04EFE464570B}"/>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6" name="Group 25">
              <a:extLst>
                <a:ext uri="{FF2B5EF4-FFF2-40B4-BE49-F238E27FC236}">
                  <a16:creationId xmlns:a16="http://schemas.microsoft.com/office/drawing/2014/main" id="{BBC8932B-243D-F2B9-7BD7-ED139E4AD657}"/>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0" name="Picture 29">
                <a:extLst>
                  <a:ext uri="{FF2B5EF4-FFF2-40B4-BE49-F238E27FC236}">
                    <a16:creationId xmlns:a16="http://schemas.microsoft.com/office/drawing/2014/main" id="{0C231BD2-3B3B-1ABF-DDD6-5EB546378E3A}"/>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33" name="Picture 32">
                <a:extLst>
                  <a:ext uri="{FF2B5EF4-FFF2-40B4-BE49-F238E27FC236}">
                    <a16:creationId xmlns:a16="http://schemas.microsoft.com/office/drawing/2014/main" id="{D24022D1-42EE-6A65-5A73-D2F2CEA81A6A}"/>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34" name="Picture 33">
                <a:extLst>
                  <a:ext uri="{FF2B5EF4-FFF2-40B4-BE49-F238E27FC236}">
                    <a16:creationId xmlns:a16="http://schemas.microsoft.com/office/drawing/2014/main" id="{C558075B-59AC-B9F7-29A5-68FDC54CA11F}"/>
                  </a:ext>
                </a:extLst>
              </p:cNvPr>
              <p:cNvPicPr>
                <a:picLocks noChangeAspect="1"/>
              </p:cNvPicPr>
              <p:nvPr/>
            </p:nvPicPr>
            <p:blipFill>
              <a:blip r:embed="rId15"/>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870581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8" name="TextBox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p:nvPr/>
        </p:nvSpPr>
        <p:spPr>
          <a:xfrm>
            <a:off x="6450037" y="9662499"/>
            <a:ext cx="250390" cy="246221"/>
          </a:xfrm>
          <a:prstGeom prst="rect">
            <a:avLst/>
          </a:prstGeom>
          <a:noFill/>
        </p:spPr>
        <p:txBody>
          <a:bodyPr wrap="none" rtlCol="0" anchor="b">
            <a:spAutoFit/>
          </a:bodyPr>
          <a:lstStyle/>
          <a:p>
            <a:r>
              <a:rPr lang="en-GB" sz="1000" dirty="0">
                <a:latin typeface="Pangolin" panose="00000500000000000000" pitchFamily="2" charset="0"/>
              </a:rPr>
              <a:t>9</a:t>
            </a:r>
            <a:endParaRPr lang="en-AT" sz="1000" dirty="0">
              <a:latin typeface="Pangolin" panose="00000500000000000000" pitchFamily="2" charset="0"/>
            </a:endParaRPr>
          </a:p>
        </p:txBody>
      </p:sp>
      <p:grpSp>
        <p:nvGrpSpPr>
          <p:cNvPr id="32" name="Group 31">
            <a:extLst>
              <a:ext uri="{FF2B5EF4-FFF2-40B4-BE49-F238E27FC236}">
                <a16:creationId xmlns:a16="http://schemas.microsoft.com/office/drawing/2014/main" id="{AB89C6CE-590E-AC98-3F83-E8B6B778342E}"/>
              </a:ext>
              <a:ext uri="{C183D7F6-B498-43B3-948B-1728B52AA6E4}">
                <adec:decorative xmlns:adec="http://schemas.microsoft.com/office/drawing/2017/decorative" val="1"/>
              </a:ext>
            </a:extLst>
          </p:cNvPr>
          <p:cNvGrpSpPr/>
          <p:nvPr/>
        </p:nvGrpSpPr>
        <p:grpSpPr>
          <a:xfrm>
            <a:off x="351902" y="2374025"/>
            <a:ext cx="1797422" cy="534773"/>
            <a:chOff x="327104" y="1893217"/>
            <a:chExt cx="1797422" cy="534773"/>
          </a:xfrm>
        </p:grpSpPr>
        <p:grpSp>
          <p:nvGrpSpPr>
            <p:cNvPr id="29" name="Group 28">
              <a:extLst>
                <a:ext uri="{FF2B5EF4-FFF2-40B4-BE49-F238E27FC236}">
                  <a16:creationId xmlns:a16="http://schemas.microsoft.com/office/drawing/2014/main" id="{731EE240-E305-4329-7FAB-F68ED979903D}"/>
                </a:ext>
              </a:extLst>
            </p:cNvPr>
            <p:cNvGrpSpPr/>
            <p:nvPr/>
          </p:nvGrpSpPr>
          <p:grpSpPr>
            <a:xfrm>
              <a:off x="448474" y="1893217"/>
              <a:ext cx="1467796" cy="303950"/>
              <a:chOff x="557059" y="1939358"/>
              <a:chExt cx="1467796" cy="303950"/>
            </a:xfrm>
          </p:grpSpPr>
          <p:pic>
            <p:nvPicPr>
              <p:cNvPr id="16" name="Grafik 71">
                <a:extLst>
                  <a:ext uri="{FF2B5EF4-FFF2-40B4-BE49-F238E27FC236}">
                    <a16:creationId xmlns:a16="http://schemas.microsoft.com/office/drawing/2014/main" id="{25CB63A8-822C-F971-AF3A-98CD4AD2F6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059" y="1939359"/>
                <a:ext cx="858991" cy="303949"/>
              </a:xfrm>
              <a:prstGeom prst="rect">
                <a:avLst/>
              </a:prstGeom>
            </p:spPr>
          </p:pic>
          <p:pic>
            <p:nvPicPr>
              <p:cNvPr id="27" name="Grafik 71">
                <a:extLst>
                  <a:ext uri="{FF2B5EF4-FFF2-40B4-BE49-F238E27FC236}">
                    <a16:creationId xmlns:a16="http://schemas.microsoft.com/office/drawing/2014/main" id="{3AC0B288-C34C-A914-0065-27C4512DC373}"/>
                  </a:ext>
                </a:extLst>
              </p:cNvPr>
              <p:cNvPicPr>
                <a:picLocks noChangeAspect="1"/>
              </p:cNvPicPr>
              <p:nvPr/>
            </p:nvPicPr>
            <p:blipFill rotWithShape="1">
              <a:blip r:embed="rId4">
                <a:extLst>
                  <a:ext uri="{28A0092B-C50C-407E-A947-70E740481C1C}">
                    <a14:useLocalDpi xmlns:a14="http://schemas.microsoft.com/office/drawing/2010/main" val="0"/>
                  </a:ext>
                </a:extLst>
              </a:blip>
              <a:srcRect r="30511"/>
              <a:stretch/>
            </p:blipFill>
            <p:spPr>
              <a:xfrm>
                <a:off x="1427955" y="1939358"/>
                <a:ext cx="596900" cy="303949"/>
              </a:xfrm>
              <a:prstGeom prst="rect">
                <a:avLst/>
              </a:prstGeom>
            </p:spPr>
          </p:pic>
        </p:grpSp>
        <p:sp>
          <p:nvSpPr>
            <p:cNvPr id="31" name="Textfeld 59">
              <a:extLst>
                <a:ext uri="{FF2B5EF4-FFF2-40B4-BE49-F238E27FC236}">
                  <a16:creationId xmlns:a16="http://schemas.microsoft.com/office/drawing/2014/main" id="{34BAF24B-1DB5-596B-74C3-F59A4FB39915}"/>
                </a:ext>
              </a:extLst>
            </p:cNvPr>
            <p:cNvSpPr txBox="1"/>
            <p:nvPr/>
          </p:nvSpPr>
          <p:spPr>
            <a:xfrm>
              <a:off x="327104" y="2197158"/>
              <a:ext cx="1797422" cy="230832"/>
            </a:xfrm>
            <a:prstGeom prst="rect">
              <a:avLst/>
            </a:prstGeom>
            <a:noFill/>
          </p:spPr>
          <p:txBody>
            <a:bodyPr wrap="square">
              <a:spAutoFit/>
            </a:bodyPr>
            <a:lstStyle/>
            <a:p>
              <a:pPr algn="ctr"/>
              <a:r>
                <a:rPr lang="de-DE" sz="900" spc="800" dirty="0">
                  <a:latin typeface="Pangolin" panose="00000500000000000000" pitchFamily="2" charset="0"/>
                </a:rPr>
                <a:t>1 2 3 4 5 </a:t>
              </a:r>
              <a:endParaRPr lang="de-AT" sz="900" spc="800" dirty="0">
                <a:solidFill>
                  <a:schemeClr val="tx1"/>
                </a:solidFill>
                <a:latin typeface="Pangolin" panose="00000500000000000000" pitchFamily="2" charset="0"/>
              </a:endParaRPr>
            </a:p>
          </p:txBody>
        </p:sp>
      </p:grpSp>
      <p:pic>
        <p:nvPicPr>
          <p:cNvPr id="142" name="Picture 141">
            <a:extLst>
              <a:ext uri="{FF2B5EF4-FFF2-40B4-BE49-F238E27FC236}">
                <a16:creationId xmlns:a16="http://schemas.microsoft.com/office/drawing/2014/main" id="{DE2F8D49-CA6F-F90B-FD21-679B55F43BC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4522978" flipH="1">
            <a:off x="2224913" y="2181891"/>
            <a:ext cx="192024" cy="335281"/>
          </a:xfrm>
          <a:prstGeom prst="rect">
            <a:avLst/>
          </a:prstGeom>
        </p:spPr>
      </p:pic>
      <p:sp>
        <p:nvSpPr>
          <p:cNvPr id="143" name="Rectangle 142">
            <a:extLst>
              <a:ext uri="{FF2B5EF4-FFF2-40B4-BE49-F238E27FC236}">
                <a16:creationId xmlns:a16="http://schemas.microsoft.com/office/drawing/2014/main" id="{984023FD-E319-958A-9EC8-70E826ACF38C}"/>
              </a:ext>
              <a:ext uri="{C183D7F6-B498-43B3-948B-1728B52AA6E4}">
                <adec:decorative xmlns:adec="http://schemas.microsoft.com/office/drawing/2017/decorative" val="1"/>
              </a:ext>
            </a:extLst>
          </p:cNvPr>
          <p:cNvSpPr/>
          <p:nvPr/>
        </p:nvSpPr>
        <p:spPr>
          <a:xfrm>
            <a:off x="2793534"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4" name="Rectangle 143">
            <a:extLst>
              <a:ext uri="{FF2B5EF4-FFF2-40B4-BE49-F238E27FC236}">
                <a16:creationId xmlns:a16="http://schemas.microsoft.com/office/drawing/2014/main" id="{6D1360D8-B0A7-0E8B-1DDB-482094CF1BF3}"/>
              </a:ext>
              <a:ext uri="{C183D7F6-B498-43B3-948B-1728B52AA6E4}">
                <adec:decorative xmlns:adec="http://schemas.microsoft.com/office/drawing/2017/decorative" val="1"/>
              </a:ext>
            </a:extLst>
          </p:cNvPr>
          <p:cNvSpPr/>
          <p:nvPr/>
        </p:nvSpPr>
        <p:spPr>
          <a:xfrm>
            <a:off x="3924780" y="1916144"/>
            <a:ext cx="216000" cy="540000"/>
          </a:xfrm>
          <a:custGeom>
            <a:avLst/>
            <a:gdLst>
              <a:gd name="connsiteX0" fmla="*/ 0 w 216000"/>
              <a:gd name="connsiteY0" fmla="*/ 0 h 540000"/>
              <a:gd name="connsiteX1" fmla="*/ 216000 w 216000"/>
              <a:gd name="connsiteY1" fmla="*/ 0 h 540000"/>
              <a:gd name="connsiteX2" fmla="*/ 216000 w 216000"/>
              <a:gd name="connsiteY2" fmla="*/ 540000 h 540000"/>
              <a:gd name="connsiteX3" fmla="*/ 0 w 216000"/>
              <a:gd name="connsiteY3" fmla="*/ 540000 h 540000"/>
              <a:gd name="connsiteX4" fmla="*/ 0 w 216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540000" fill="none" extrusionOk="0">
                <a:moveTo>
                  <a:pt x="0" y="0"/>
                </a:moveTo>
                <a:cubicBezTo>
                  <a:pt x="94284" y="-17528"/>
                  <a:pt x="145908" y="2660"/>
                  <a:pt x="216000" y="0"/>
                </a:cubicBezTo>
                <a:cubicBezTo>
                  <a:pt x="216675" y="203987"/>
                  <a:pt x="241121" y="396660"/>
                  <a:pt x="216000" y="540000"/>
                </a:cubicBezTo>
                <a:cubicBezTo>
                  <a:pt x="159117" y="541968"/>
                  <a:pt x="93503" y="551290"/>
                  <a:pt x="0" y="540000"/>
                </a:cubicBezTo>
                <a:cubicBezTo>
                  <a:pt x="43012" y="378765"/>
                  <a:pt x="-13800" y="77041"/>
                  <a:pt x="0" y="0"/>
                </a:cubicBezTo>
                <a:close/>
              </a:path>
              <a:path w="216000" h="540000" stroke="0" extrusionOk="0">
                <a:moveTo>
                  <a:pt x="0" y="0"/>
                </a:moveTo>
                <a:cubicBezTo>
                  <a:pt x="79819" y="896"/>
                  <a:pt x="186022" y="-4439"/>
                  <a:pt x="216000" y="0"/>
                </a:cubicBezTo>
                <a:cubicBezTo>
                  <a:pt x="214628" y="231373"/>
                  <a:pt x="258687" y="390726"/>
                  <a:pt x="216000" y="540000"/>
                </a:cubicBezTo>
                <a:cubicBezTo>
                  <a:pt x="113419" y="543064"/>
                  <a:pt x="100091" y="528003"/>
                  <a:pt x="0" y="540000"/>
                </a:cubicBezTo>
                <a:cubicBezTo>
                  <a:pt x="37449" y="273945"/>
                  <a:pt x="37374" y="58320"/>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5" name="Rectangle 144">
            <a:extLst>
              <a:ext uri="{FF2B5EF4-FFF2-40B4-BE49-F238E27FC236}">
                <a16:creationId xmlns:a16="http://schemas.microsoft.com/office/drawing/2014/main" id="{7FE5D0BB-66AC-70C8-D064-F65309D23C07}"/>
              </a:ext>
              <a:ext uri="{C183D7F6-B498-43B3-948B-1728B52AA6E4}">
                <adec:decorative xmlns:adec="http://schemas.microsoft.com/office/drawing/2017/decorative" val="1"/>
              </a:ext>
            </a:extLst>
          </p:cNvPr>
          <p:cNvSpPr/>
          <p:nvPr/>
        </p:nvSpPr>
        <p:spPr>
          <a:xfrm>
            <a:off x="3359158"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6" name="Rectangle 145">
            <a:extLst>
              <a:ext uri="{FF2B5EF4-FFF2-40B4-BE49-F238E27FC236}">
                <a16:creationId xmlns:a16="http://schemas.microsoft.com/office/drawing/2014/main" id="{7923BBC3-CD1D-8475-0BFA-422B007D1832}"/>
              </a:ext>
              <a:ext uri="{C183D7F6-B498-43B3-948B-1728B52AA6E4}">
                <adec:decorative xmlns:adec="http://schemas.microsoft.com/office/drawing/2017/decorative" val="1"/>
              </a:ext>
            </a:extLst>
          </p:cNvPr>
          <p:cNvSpPr/>
          <p:nvPr/>
        </p:nvSpPr>
        <p:spPr>
          <a:xfrm>
            <a:off x="3641970" y="2096144"/>
            <a:ext cx="216000" cy="360000"/>
          </a:xfrm>
          <a:custGeom>
            <a:avLst/>
            <a:gdLst>
              <a:gd name="connsiteX0" fmla="*/ 0 w 216000"/>
              <a:gd name="connsiteY0" fmla="*/ 0 h 360000"/>
              <a:gd name="connsiteX1" fmla="*/ 216000 w 216000"/>
              <a:gd name="connsiteY1" fmla="*/ 0 h 360000"/>
              <a:gd name="connsiteX2" fmla="*/ 216000 w 216000"/>
              <a:gd name="connsiteY2" fmla="*/ 360000 h 360000"/>
              <a:gd name="connsiteX3" fmla="*/ 0 w 216000"/>
              <a:gd name="connsiteY3" fmla="*/ 360000 h 360000"/>
              <a:gd name="connsiteX4" fmla="*/ 0 w 216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360000" fill="none" extrusionOk="0">
                <a:moveTo>
                  <a:pt x="0" y="0"/>
                </a:moveTo>
                <a:cubicBezTo>
                  <a:pt x="94284" y="-17528"/>
                  <a:pt x="145908" y="2660"/>
                  <a:pt x="216000" y="0"/>
                </a:cubicBezTo>
                <a:cubicBezTo>
                  <a:pt x="232875" y="109303"/>
                  <a:pt x="192521" y="298923"/>
                  <a:pt x="216000" y="360000"/>
                </a:cubicBezTo>
                <a:cubicBezTo>
                  <a:pt x="159117" y="361968"/>
                  <a:pt x="93503" y="371290"/>
                  <a:pt x="0" y="360000"/>
                </a:cubicBezTo>
                <a:cubicBezTo>
                  <a:pt x="26812" y="292596"/>
                  <a:pt x="-30000" y="65619"/>
                  <a:pt x="0" y="0"/>
                </a:cubicBezTo>
                <a:close/>
              </a:path>
              <a:path w="216000" h="360000" stroke="0" extrusionOk="0">
                <a:moveTo>
                  <a:pt x="0" y="0"/>
                </a:moveTo>
                <a:cubicBezTo>
                  <a:pt x="79819" y="896"/>
                  <a:pt x="186022" y="-4439"/>
                  <a:pt x="216000" y="0"/>
                </a:cubicBezTo>
                <a:cubicBezTo>
                  <a:pt x="198428" y="131690"/>
                  <a:pt x="242487" y="294710"/>
                  <a:pt x="216000" y="360000"/>
                </a:cubicBezTo>
                <a:cubicBezTo>
                  <a:pt x="113419" y="363064"/>
                  <a:pt x="100091" y="348003"/>
                  <a:pt x="0" y="360000"/>
                </a:cubicBezTo>
                <a:cubicBezTo>
                  <a:pt x="-11151" y="261961"/>
                  <a:pt x="21174" y="47586"/>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7" name="Rectangle 146">
            <a:extLst>
              <a:ext uri="{FF2B5EF4-FFF2-40B4-BE49-F238E27FC236}">
                <a16:creationId xmlns:a16="http://schemas.microsoft.com/office/drawing/2014/main" id="{5ADF194A-99EF-2886-8531-1CA323496DD9}"/>
              </a:ext>
              <a:ext uri="{C183D7F6-B498-43B3-948B-1728B52AA6E4}">
                <adec:decorative xmlns:adec="http://schemas.microsoft.com/office/drawing/2017/decorative" val="1"/>
              </a:ext>
            </a:extLst>
          </p:cNvPr>
          <p:cNvSpPr/>
          <p:nvPr/>
        </p:nvSpPr>
        <p:spPr>
          <a:xfrm>
            <a:off x="3076346" y="2276144"/>
            <a:ext cx="216000" cy="180000"/>
          </a:xfrm>
          <a:custGeom>
            <a:avLst/>
            <a:gdLst>
              <a:gd name="connsiteX0" fmla="*/ 0 w 216000"/>
              <a:gd name="connsiteY0" fmla="*/ 0 h 180000"/>
              <a:gd name="connsiteX1" fmla="*/ 216000 w 216000"/>
              <a:gd name="connsiteY1" fmla="*/ 0 h 180000"/>
              <a:gd name="connsiteX2" fmla="*/ 216000 w 216000"/>
              <a:gd name="connsiteY2" fmla="*/ 180000 h 180000"/>
              <a:gd name="connsiteX3" fmla="*/ 0 w 216000"/>
              <a:gd name="connsiteY3" fmla="*/ 180000 h 180000"/>
              <a:gd name="connsiteX4" fmla="*/ 0 w 21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 h="180000" fill="none" extrusionOk="0">
                <a:moveTo>
                  <a:pt x="0" y="0"/>
                </a:moveTo>
                <a:cubicBezTo>
                  <a:pt x="94284" y="-17528"/>
                  <a:pt x="145908" y="2660"/>
                  <a:pt x="216000" y="0"/>
                </a:cubicBezTo>
                <a:cubicBezTo>
                  <a:pt x="216675" y="77252"/>
                  <a:pt x="208721" y="113711"/>
                  <a:pt x="216000" y="180000"/>
                </a:cubicBezTo>
                <a:cubicBezTo>
                  <a:pt x="159117" y="181968"/>
                  <a:pt x="93503" y="191290"/>
                  <a:pt x="0" y="180000"/>
                </a:cubicBezTo>
                <a:cubicBezTo>
                  <a:pt x="10612" y="142088"/>
                  <a:pt x="-13800" y="67353"/>
                  <a:pt x="0" y="0"/>
                </a:cubicBezTo>
                <a:close/>
              </a:path>
              <a:path w="216000" h="180000" stroke="0" extrusionOk="0">
                <a:moveTo>
                  <a:pt x="0" y="0"/>
                </a:moveTo>
                <a:cubicBezTo>
                  <a:pt x="79819" y="896"/>
                  <a:pt x="186022" y="-4439"/>
                  <a:pt x="216000" y="0"/>
                </a:cubicBezTo>
                <a:cubicBezTo>
                  <a:pt x="214628" y="84642"/>
                  <a:pt x="226287" y="114661"/>
                  <a:pt x="216000" y="180000"/>
                </a:cubicBezTo>
                <a:cubicBezTo>
                  <a:pt x="113419" y="183064"/>
                  <a:pt x="100091" y="1680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48" name="Textfeld 59">
            <a:extLst>
              <a:ext uri="{FF2B5EF4-FFF2-40B4-BE49-F238E27FC236}">
                <a16:creationId xmlns:a16="http://schemas.microsoft.com/office/drawing/2014/main" id="{5032D1E3-AEC3-E3B4-1884-5721ADD169C1}"/>
              </a:ext>
              <a:ext uri="{C183D7F6-B498-43B3-948B-1728B52AA6E4}">
                <adec:decorative xmlns:adec="http://schemas.microsoft.com/office/drawing/2017/decorative" val="1"/>
              </a:ext>
            </a:extLst>
          </p:cNvPr>
          <p:cNvSpPr txBox="1"/>
          <p:nvPr/>
        </p:nvSpPr>
        <p:spPr>
          <a:xfrm>
            <a:off x="2621963" y="2515360"/>
            <a:ext cx="1797422" cy="230832"/>
          </a:xfrm>
          <a:prstGeom prst="rect">
            <a:avLst/>
          </a:prstGeom>
          <a:noFill/>
        </p:spPr>
        <p:txBody>
          <a:bodyPr wrap="square">
            <a:spAutoFit/>
          </a:bodyPr>
          <a:lstStyle/>
          <a:p>
            <a:pPr algn="ctr"/>
            <a:r>
              <a:rPr lang="de-DE" sz="900" spc="800" dirty="0">
                <a:latin typeface="Pangolin" panose="00000500000000000000" pitchFamily="2" charset="0"/>
              </a:rPr>
              <a:t>1 2 3 4 5 </a:t>
            </a:r>
            <a:endParaRPr lang="de-AT" sz="900" spc="800" dirty="0">
              <a:solidFill>
                <a:schemeClr val="tx1"/>
              </a:solidFill>
              <a:latin typeface="Pangolin" panose="00000500000000000000" pitchFamily="2" charset="0"/>
            </a:endParaRPr>
          </a:p>
        </p:txBody>
      </p:sp>
      <p:cxnSp>
        <p:nvCxnSpPr>
          <p:cNvPr id="150" name="Straight Connector 149">
            <a:extLst>
              <a:ext uri="{FF2B5EF4-FFF2-40B4-BE49-F238E27FC236}">
                <a16:creationId xmlns:a16="http://schemas.microsoft.com/office/drawing/2014/main" id="{5791E0A9-E08D-9D57-F73C-2143FBDC96FF}"/>
              </a:ext>
              <a:ext uri="{C183D7F6-B498-43B3-948B-1728B52AA6E4}">
                <adec:decorative xmlns:adec="http://schemas.microsoft.com/office/drawing/2017/decorative" val="1"/>
              </a:ext>
            </a:extLst>
          </p:cNvPr>
          <p:cNvCxnSpPr/>
          <p:nvPr/>
        </p:nvCxnSpPr>
        <p:spPr>
          <a:xfrm>
            <a:off x="2705100" y="2494247"/>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7EF49075-316D-AABA-A57F-44E001DC798D}"/>
              </a:ext>
              <a:ext uri="{C183D7F6-B498-43B3-948B-1728B52AA6E4}">
                <adec:decorative xmlns:adec="http://schemas.microsoft.com/office/drawing/2017/decorative" val="1"/>
              </a:ext>
            </a:extLst>
          </p:cNvPr>
          <p:cNvCxnSpPr>
            <a:cxnSpLocks/>
          </p:cNvCxnSpPr>
          <p:nvPr/>
        </p:nvCxnSpPr>
        <p:spPr>
          <a:xfrm flipV="1">
            <a:off x="2709862" y="1560770"/>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53" name="TextBox 152">
            <a:extLst>
              <a:ext uri="{FF2B5EF4-FFF2-40B4-BE49-F238E27FC236}">
                <a16:creationId xmlns:a16="http://schemas.microsoft.com/office/drawing/2014/main" id="{CB6E2B89-BC56-9D91-371A-B61FD47A4F26}"/>
              </a:ext>
              <a:ext uri="{C183D7F6-B498-43B3-948B-1728B52AA6E4}">
                <adec:decorative xmlns:adec="http://schemas.microsoft.com/office/drawing/2017/decorative" val="1"/>
              </a:ext>
            </a:extLst>
          </p:cNvPr>
          <p:cNvSpPr txBox="1"/>
          <p:nvPr/>
        </p:nvSpPr>
        <p:spPr>
          <a:xfrm>
            <a:off x="3082276" y="2714353"/>
            <a:ext cx="769763" cy="230832"/>
          </a:xfrm>
          <a:prstGeom prst="rect">
            <a:avLst/>
          </a:prstGeom>
          <a:noFill/>
        </p:spPr>
        <p:txBody>
          <a:bodyPr wrap="none" rtlCol="0">
            <a:spAutoFit/>
          </a:bodyPr>
          <a:lstStyle/>
          <a:p>
            <a:r>
              <a:rPr lang="en-GB" sz="900" dirty="0"/>
              <a:t>User Ratings</a:t>
            </a:r>
            <a:endParaRPr lang="en-AT" sz="900" dirty="0"/>
          </a:p>
        </p:txBody>
      </p:sp>
      <p:grpSp>
        <p:nvGrpSpPr>
          <p:cNvPr id="175" name="Group 174">
            <a:extLst>
              <a:ext uri="{FF2B5EF4-FFF2-40B4-BE49-F238E27FC236}">
                <a16:creationId xmlns:a16="http://schemas.microsoft.com/office/drawing/2014/main" id="{30E37072-0CC6-5661-EBD6-58F1ED0F2131}"/>
              </a:ext>
              <a:ext uri="{C183D7F6-B498-43B3-948B-1728B52AA6E4}">
                <adec:decorative xmlns:adec="http://schemas.microsoft.com/office/drawing/2017/decorative" val="1"/>
              </a:ext>
            </a:extLst>
          </p:cNvPr>
          <p:cNvGrpSpPr/>
          <p:nvPr/>
        </p:nvGrpSpPr>
        <p:grpSpPr>
          <a:xfrm>
            <a:off x="367487" y="5057055"/>
            <a:ext cx="3861806" cy="1378013"/>
            <a:chOff x="367487" y="5028477"/>
            <a:chExt cx="3861806" cy="1378013"/>
          </a:xfrm>
        </p:grpSpPr>
        <p:sp>
          <p:nvSpPr>
            <p:cNvPr id="154" name="Rectangle 153">
              <a:extLst>
                <a:ext uri="{FF2B5EF4-FFF2-40B4-BE49-F238E27FC236}">
                  <a16:creationId xmlns:a16="http://schemas.microsoft.com/office/drawing/2014/main" id="{CBF33CBD-82BD-5FA5-733B-2C33D850B279}"/>
                </a:ext>
              </a:extLst>
            </p:cNvPr>
            <p:cNvSpPr/>
            <p:nvPr/>
          </p:nvSpPr>
          <p:spPr>
            <a:xfrm>
              <a:off x="833791" y="5743851"/>
              <a:ext cx="396000" cy="180000"/>
            </a:xfrm>
            <a:custGeom>
              <a:avLst/>
              <a:gdLst>
                <a:gd name="connsiteX0" fmla="*/ 0 w 396000"/>
                <a:gd name="connsiteY0" fmla="*/ 0 h 180000"/>
                <a:gd name="connsiteX1" fmla="*/ 396000 w 396000"/>
                <a:gd name="connsiteY1" fmla="*/ 0 h 180000"/>
                <a:gd name="connsiteX2" fmla="*/ 396000 w 396000"/>
                <a:gd name="connsiteY2" fmla="*/ 180000 h 180000"/>
                <a:gd name="connsiteX3" fmla="*/ 0 w 396000"/>
                <a:gd name="connsiteY3" fmla="*/ 180000 h 180000"/>
                <a:gd name="connsiteX4" fmla="*/ 0 w 396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 h="180000" fill="none" extrusionOk="0">
                  <a:moveTo>
                    <a:pt x="0" y="0"/>
                  </a:moveTo>
                  <a:cubicBezTo>
                    <a:pt x="176072" y="-14288"/>
                    <a:pt x="267905" y="-20020"/>
                    <a:pt x="396000" y="0"/>
                  </a:cubicBezTo>
                  <a:cubicBezTo>
                    <a:pt x="396675" y="77252"/>
                    <a:pt x="388721" y="113711"/>
                    <a:pt x="396000" y="180000"/>
                  </a:cubicBezTo>
                  <a:cubicBezTo>
                    <a:pt x="324468" y="172248"/>
                    <a:pt x="162897" y="155650"/>
                    <a:pt x="0" y="180000"/>
                  </a:cubicBezTo>
                  <a:cubicBezTo>
                    <a:pt x="10612" y="142088"/>
                    <a:pt x="-13800" y="67353"/>
                    <a:pt x="0" y="0"/>
                  </a:cubicBezTo>
                  <a:close/>
                </a:path>
                <a:path w="396000" h="180000" stroke="0" extrusionOk="0">
                  <a:moveTo>
                    <a:pt x="0" y="0"/>
                  </a:moveTo>
                  <a:cubicBezTo>
                    <a:pt x="149562" y="-15304"/>
                    <a:pt x="314964" y="-33599"/>
                    <a:pt x="396000" y="0"/>
                  </a:cubicBezTo>
                  <a:cubicBezTo>
                    <a:pt x="394628" y="84642"/>
                    <a:pt x="406287" y="114661"/>
                    <a:pt x="396000" y="180000"/>
                  </a:cubicBezTo>
                  <a:cubicBezTo>
                    <a:pt x="203359" y="147424"/>
                    <a:pt x="173805" y="15180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55" name="Rectangle 154">
              <a:extLst>
                <a:ext uri="{FF2B5EF4-FFF2-40B4-BE49-F238E27FC236}">
                  <a16:creationId xmlns:a16="http://schemas.microsoft.com/office/drawing/2014/main" id="{A065E7E1-B346-0F48-7955-78ACE811E974}"/>
                </a:ext>
              </a:extLst>
            </p:cNvPr>
            <p:cNvSpPr/>
            <p:nvPr/>
          </p:nvSpPr>
          <p:spPr>
            <a:xfrm>
              <a:off x="1548782" y="5383851"/>
              <a:ext cx="396000" cy="540000"/>
            </a:xfrm>
            <a:custGeom>
              <a:avLst/>
              <a:gdLst>
                <a:gd name="connsiteX0" fmla="*/ 0 w 396000"/>
                <a:gd name="connsiteY0" fmla="*/ 0 h 540000"/>
                <a:gd name="connsiteX1" fmla="*/ 396000 w 396000"/>
                <a:gd name="connsiteY1" fmla="*/ 0 h 540000"/>
                <a:gd name="connsiteX2" fmla="*/ 396000 w 396000"/>
                <a:gd name="connsiteY2" fmla="*/ 540000 h 540000"/>
                <a:gd name="connsiteX3" fmla="*/ 0 w 396000"/>
                <a:gd name="connsiteY3" fmla="*/ 540000 h 540000"/>
                <a:gd name="connsiteX4" fmla="*/ 0 w 396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 h="540000" fill="none" extrusionOk="0">
                  <a:moveTo>
                    <a:pt x="0" y="0"/>
                  </a:moveTo>
                  <a:cubicBezTo>
                    <a:pt x="176072" y="-14288"/>
                    <a:pt x="267905" y="-20020"/>
                    <a:pt x="396000" y="0"/>
                  </a:cubicBezTo>
                  <a:cubicBezTo>
                    <a:pt x="396675" y="203987"/>
                    <a:pt x="421121" y="396660"/>
                    <a:pt x="396000" y="540000"/>
                  </a:cubicBezTo>
                  <a:cubicBezTo>
                    <a:pt x="324468" y="532248"/>
                    <a:pt x="162897" y="515650"/>
                    <a:pt x="0" y="540000"/>
                  </a:cubicBezTo>
                  <a:cubicBezTo>
                    <a:pt x="43012" y="378765"/>
                    <a:pt x="-13800" y="77041"/>
                    <a:pt x="0" y="0"/>
                  </a:cubicBezTo>
                  <a:close/>
                </a:path>
                <a:path w="396000" h="540000" stroke="0" extrusionOk="0">
                  <a:moveTo>
                    <a:pt x="0" y="0"/>
                  </a:moveTo>
                  <a:cubicBezTo>
                    <a:pt x="149562" y="-15304"/>
                    <a:pt x="314964" y="-33599"/>
                    <a:pt x="396000" y="0"/>
                  </a:cubicBezTo>
                  <a:cubicBezTo>
                    <a:pt x="394628" y="231373"/>
                    <a:pt x="438687" y="390726"/>
                    <a:pt x="396000" y="540000"/>
                  </a:cubicBezTo>
                  <a:cubicBezTo>
                    <a:pt x="203359" y="507424"/>
                    <a:pt x="173805" y="511803"/>
                    <a:pt x="0" y="540000"/>
                  </a:cubicBezTo>
                  <a:cubicBezTo>
                    <a:pt x="37449" y="273945"/>
                    <a:pt x="37374" y="58320"/>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56" name="Textfeld 59">
              <a:extLst>
                <a:ext uri="{FF2B5EF4-FFF2-40B4-BE49-F238E27FC236}">
                  <a16:creationId xmlns:a16="http://schemas.microsoft.com/office/drawing/2014/main" id="{AD589B65-82AE-283D-DED4-9E5068928230}"/>
                </a:ext>
              </a:extLst>
            </p:cNvPr>
            <p:cNvSpPr txBox="1"/>
            <p:nvPr/>
          </p:nvSpPr>
          <p:spPr>
            <a:xfrm>
              <a:off x="505855" y="5983067"/>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Version</a:t>
              </a:r>
              <a:r>
                <a:rPr lang="de-DE" sz="900" dirty="0">
                  <a:latin typeface="Pangolin" panose="00000500000000000000" pitchFamily="2" charset="0"/>
                </a:rPr>
                <a:t> 1           Version 2</a:t>
              </a:r>
              <a:endParaRPr lang="de-AT" sz="900" dirty="0">
                <a:solidFill>
                  <a:schemeClr val="tx1"/>
                </a:solidFill>
                <a:latin typeface="Pangolin" panose="00000500000000000000" pitchFamily="2" charset="0"/>
              </a:endParaRPr>
            </a:p>
          </p:txBody>
        </p:sp>
        <p:cxnSp>
          <p:nvCxnSpPr>
            <p:cNvPr id="157" name="Straight Connector 156">
              <a:extLst>
                <a:ext uri="{FF2B5EF4-FFF2-40B4-BE49-F238E27FC236}">
                  <a16:creationId xmlns:a16="http://schemas.microsoft.com/office/drawing/2014/main" id="{1CD3D939-9B56-9FB0-55DE-F535E0F249FB}"/>
                </a:ext>
              </a:extLst>
            </p:cNvPr>
            <p:cNvCxnSpPr/>
            <p:nvPr/>
          </p:nvCxnSpPr>
          <p:spPr>
            <a:xfrm>
              <a:off x="622333" y="5961954"/>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58" name="Straight Connector 157">
              <a:extLst>
                <a:ext uri="{FF2B5EF4-FFF2-40B4-BE49-F238E27FC236}">
                  <a16:creationId xmlns:a16="http://schemas.microsoft.com/office/drawing/2014/main" id="{38FDBF65-12CD-0A45-E70E-F7754B9BACD8}"/>
                </a:ext>
              </a:extLst>
            </p:cNvPr>
            <p:cNvCxnSpPr>
              <a:cxnSpLocks/>
            </p:cNvCxnSpPr>
            <p:nvPr/>
          </p:nvCxnSpPr>
          <p:spPr>
            <a:xfrm flipV="1">
              <a:off x="627095" y="5028477"/>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60" name="Rectangle 159">
              <a:extLst>
                <a:ext uri="{FF2B5EF4-FFF2-40B4-BE49-F238E27FC236}">
                  <a16:creationId xmlns:a16="http://schemas.microsoft.com/office/drawing/2014/main" id="{03FD59AD-4FD9-6B27-E72F-B4E2C91AFBB4}"/>
                </a:ext>
              </a:extLst>
            </p:cNvPr>
            <p:cNvSpPr/>
            <p:nvPr/>
          </p:nvSpPr>
          <p:spPr>
            <a:xfrm>
              <a:off x="2650032" y="5743851"/>
              <a:ext cx="288000" cy="180000"/>
            </a:xfrm>
            <a:custGeom>
              <a:avLst/>
              <a:gdLst>
                <a:gd name="connsiteX0" fmla="*/ 0 w 288000"/>
                <a:gd name="connsiteY0" fmla="*/ 0 h 180000"/>
                <a:gd name="connsiteX1" fmla="*/ 288000 w 288000"/>
                <a:gd name="connsiteY1" fmla="*/ 0 h 180000"/>
                <a:gd name="connsiteX2" fmla="*/ 288000 w 288000"/>
                <a:gd name="connsiteY2" fmla="*/ 180000 h 180000"/>
                <a:gd name="connsiteX3" fmla="*/ 0 w 288000"/>
                <a:gd name="connsiteY3" fmla="*/ 180000 h 180000"/>
                <a:gd name="connsiteX4" fmla="*/ 0 w 2880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180000" fill="none" extrusionOk="0">
                  <a:moveTo>
                    <a:pt x="0" y="0"/>
                  </a:moveTo>
                  <a:cubicBezTo>
                    <a:pt x="84007" y="-24008"/>
                    <a:pt x="154866" y="22100"/>
                    <a:pt x="288000" y="0"/>
                  </a:cubicBezTo>
                  <a:cubicBezTo>
                    <a:pt x="288675" y="77252"/>
                    <a:pt x="280721" y="113711"/>
                    <a:pt x="288000" y="180000"/>
                  </a:cubicBezTo>
                  <a:cubicBezTo>
                    <a:pt x="217840" y="188448"/>
                    <a:pt x="39689" y="158890"/>
                    <a:pt x="0" y="180000"/>
                  </a:cubicBezTo>
                  <a:cubicBezTo>
                    <a:pt x="10612" y="142088"/>
                    <a:pt x="-13800" y="67353"/>
                    <a:pt x="0" y="0"/>
                  </a:cubicBezTo>
                  <a:close/>
                </a:path>
                <a:path w="288000" h="180000" stroke="0" extrusionOk="0">
                  <a:moveTo>
                    <a:pt x="0" y="0"/>
                  </a:moveTo>
                  <a:cubicBezTo>
                    <a:pt x="34117" y="20336"/>
                    <a:pt x="227600" y="-23879"/>
                    <a:pt x="288000" y="0"/>
                  </a:cubicBezTo>
                  <a:cubicBezTo>
                    <a:pt x="286628" y="84642"/>
                    <a:pt x="298287" y="114661"/>
                    <a:pt x="288000" y="180000"/>
                  </a:cubicBezTo>
                  <a:cubicBezTo>
                    <a:pt x="149386" y="189544"/>
                    <a:pt x="48653" y="187443"/>
                    <a:pt x="0" y="180000"/>
                  </a:cubicBezTo>
                  <a:cubicBezTo>
                    <a:pt x="5049" y="118007"/>
                    <a:pt x="4974" y="51384"/>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61" name="Rectangle 160">
              <a:extLst>
                <a:ext uri="{FF2B5EF4-FFF2-40B4-BE49-F238E27FC236}">
                  <a16:creationId xmlns:a16="http://schemas.microsoft.com/office/drawing/2014/main" id="{CE52312E-73B9-A64E-7F00-020ECE16CE07}"/>
                </a:ext>
              </a:extLst>
            </p:cNvPr>
            <p:cNvSpPr/>
            <p:nvPr/>
          </p:nvSpPr>
          <p:spPr>
            <a:xfrm>
              <a:off x="3743174" y="5219716"/>
              <a:ext cx="288000" cy="704136"/>
            </a:xfrm>
            <a:custGeom>
              <a:avLst/>
              <a:gdLst>
                <a:gd name="connsiteX0" fmla="*/ 0 w 288000"/>
                <a:gd name="connsiteY0" fmla="*/ 0 h 704136"/>
                <a:gd name="connsiteX1" fmla="*/ 288000 w 288000"/>
                <a:gd name="connsiteY1" fmla="*/ 0 h 704136"/>
                <a:gd name="connsiteX2" fmla="*/ 288000 w 288000"/>
                <a:gd name="connsiteY2" fmla="*/ 704136 h 704136"/>
                <a:gd name="connsiteX3" fmla="*/ 0 w 288000"/>
                <a:gd name="connsiteY3" fmla="*/ 704136 h 704136"/>
                <a:gd name="connsiteX4" fmla="*/ 0 w 288000"/>
                <a:gd name="connsiteY4" fmla="*/ 0 h 70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704136" fill="none" extrusionOk="0">
                  <a:moveTo>
                    <a:pt x="0" y="0"/>
                  </a:moveTo>
                  <a:cubicBezTo>
                    <a:pt x="84007" y="-24008"/>
                    <a:pt x="154866" y="22100"/>
                    <a:pt x="288000" y="0"/>
                  </a:cubicBezTo>
                  <a:cubicBezTo>
                    <a:pt x="266446" y="89374"/>
                    <a:pt x="322342" y="473570"/>
                    <a:pt x="288000" y="704136"/>
                  </a:cubicBezTo>
                  <a:cubicBezTo>
                    <a:pt x="217840" y="712584"/>
                    <a:pt x="39689" y="683026"/>
                    <a:pt x="0" y="704136"/>
                  </a:cubicBezTo>
                  <a:cubicBezTo>
                    <a:pt x="3305" y="468301"/>
                    <a:pt x="42885" y="287285"/>
                    <a:pt x="0" y="0"/>
                  </a:cubicBezTo>
                  <a:close/>
                </a:path>
                <a:path w="288000" h="704136" stroke="0" extrusionOk="0">
                  <a:moveTo>
                    <a:pt x="0" y="0"/>
                  </a:moveTo>
                  <a:cubicBezTo>
                    <a:pt x="34117" y="20336"/>
                    <a:pt x="227600" y="-23879"/>
                    <a:pt x="288000" y="0"/>
                  </a:cubicBezTo>
                  <a:cubicBezTo>
                    <a:pt x="265855" y="242806"/>
                    <a:pt x="266062" y="562450"/>
                    <a:pt x="288000" y="704136"/>
                  </a:cubicBezTo>
                  <a:cubicBezTo>
                    <a:pt x="149386" y="713680"/>
                    <a:pt x="48653" y="711579"/>
                    <a:pt x="0" y="704136"/>
                  </a:cubicBezTo>
                  <a:cubicBezTo>
                    <a:pt x="52087" y="482358"/>
                    <a:pt x="8264" y="197635"/>
                    <a:pt x="0" y="0"/>
                  </a:cubicBezTo>
                  <a:close/>
                </a:path>
              </a:pathLst>
            </a:custGeom>
            <a:solidFill>
              <a:schemeClr val="tx1">
                <a:lumMod val="50000"/>
                <a:lumOff val="50000"/>
              </a:schemeClr>
            </a:solidFill>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cxnSp>
          <p:nvCxnSpPr>
            <p:cNvPr id="163" name="Straight Connector 162">
              <a:extLst>
                <a:ext uri="{FF2B5EF4-FFF2-40B4-BE49-F238E27FC236}">
                  <a16:creationId xmlns:a16="http://schemas.microsoft.com/office/drawing/2014/main" id="{494C91FC-80E1-A137-BEEB-4AD40DC67023}"/>
                </a:ext>
              </a:extLst>
            </p:cNvPr>
            <p:cNvCxnSpPr/>
            <p:nvPr/>
          </p:nvCxnSpPr>
          <p:spPr>
            <a:xfrm>
              <a:off x="2571124" y="5961954"/>
              <a:ext cx="1528763"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64" name="Straight Connector 163">
              <a:extLst>
                <a:ext uri="{FF2B5EF4-FFF2-40B4-BE49-F238E27FC236}">
                  <a16:creationId xmlns:a16="http://schemas.microsoft.com/office/drawing/2014/main" id="{998EDCC9-068E-9069-41EB-79F9E5392775}"/>
                </a:ext>
              </a:extLst>
            </p:cNvPr>
            <p:cNvCxnSpPr>
              <a:cxnSpLocks/>
            </p:cNvCxnSpPr>
            <p:nvPr/>
          </p:nvCxnSpPr>
          <p:spPr>
            <a:xfrm flipV="1">
              <a:off x="2575886" y="5028477"/>
              <a:ext cx="0" cy="952149"/>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166" name="Textfeld 59">
              <a:extLst>
                <a:ext uri="{FF2B5EF4-FFF2-40B4-BE49-F238E27FC236}">
                  <a16:creationId xmlns:a16="http://schemas.microsoft.com/office/drawing/2014/main" id="{147EE24C-3046-3FB1-5E91-48E5C06FA222}"/>
                </a:ext>
              </a:extLst>
            </p:cNvPr>
            <p:cNvSpPr txBox="1"/>
            <p:nvPr/>
          </p:nvSpPr>
          <p:spPr>
            <a:xfrm rot="16200000">
              <a:off x="37639" y="5433545"/>
              <a:ext cx="890527"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SUS Scores</a:t>
              </a:r>
              <a:endParaRPr lang="de-AT" sz="900" dirty="0">
                <a:solidFill>
                  <a:schemeClr val="tx1"/>
                </a:solidFill>
                <a:latin typeface="Pangolin" panose="00000500000000000000" pitchFamily="2" charset="0"/>
              </a:endParaRPr>
            </a:p>
          </p:txBody>
        </p:sp>
        <p:sp>
          <p:nvSpPr>
            <p:cNvPr id="167" name="Textfeld 59">
              <a:extLst>
                <a:ext uri="{FF2B5EF4-FFF2-40B4-BE49-F238E27FC236}">
                  <a16:creationId xmlns:a16="http://schemas.microsoft.com/office/drawing/2014/main" id="{29D52E2A-99C1-204D-5D57-DBB65197CF6D}"/>
                </a:ext>
              </a:extLst>
            </p:cNvPr>
            <p:cNvSpPr txBox="1"/>
            <p:nvPr/>
          </p:nvSpPr>
          <p:spPr>
            <a:xfrm rot="16200000">
              <a:off x="2008609" y="5379995"/>
              <a:ext cx="890527"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SUS Scores</a:t>
              </a:r>
              <a:endParaRPr lang="de-AT" sz="900" dirty="0">
                <a:solidFill>
                  <a:schemeClr val="tx1"/>
                </a:solidFill>
                <a:latin typeface="Pangolin" panose="00000500000000000000" pitchFamily="2" charset="0"/>
              </a:endParaRPr>
            </a:p>
          </p:txBody>
        </p:sp>
        <p:sp>
          <p:nvSpPr>
            <p:cNvPr id="168" name="Textfeld 59">
              <a:extLst>
                <a:ext uri="{FF2B5EF4-FFF2-40B4-BE49-F238E27FC236}">
                  <a16:creationId xmlns:a16="http://schemas.microsoft.com/office/drawing/2014/main" id="{E4A9BFEC-0DB9-EA4C-AB61-564A6D5717C2}"/>
                </a:ext>
              </a:extLst>
            </p:cNvPr>
            <p:cNvSpPr txBox="1"/>
            <p:nvPr/>
          </p:nvSpPr>
          <p:spPr>
            <a:xfrm>
              <a:off x="2431871" y="5991119"/>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Expert </a:t>
              </a:r>
              <a:r>
                <a:rPr lang="de-DE" sz="900" dirty="0" err="1">
                  <a:solidFill>
                    <a:schemeClr val="tx1">
                      <a:lumMod val="65000"/>
                      <a:lumOff val="35000"/>
                    </a:schemeClr>
                  </a:solidFill>
                  <a:latin typeface="Pangolin" panose="00000500000000000000" pitchFamily="2" charset="0"/>
                </a:rPr>
                <a:t>Novice</a:t>
              </a:r>
              <a:r>
                <a:rPr lang="de-DE" sz="900" dirty="0">
                  <a:solidFill>
                    <a:schemeClr val="tx1"/>
                  </a:solidFill>
                  <a:latin typeface="Pangolin" panose="00000500000000000000" pitchFamily="2" charset="0"/>
                </a:rPr>
                <a:t>    Expert </a:t>
              </a:r>
              <a:r>
                <a:rPr lang="de-DE" sz="900" dirty="0" err="1">
                  <a:solidFill>
                    <a:schemeClr val="tx1">
                      <a:lumMod val="65000"/>
                      <a:lumOff val="35000"/>
                    </a:schemeClr>
                  </a:solidFill>
                  <a:latin typeface="Pangolin" panose="00000500000000000000" pitchFamily="2" charset="0"/>
                </a:rPr>
                <a:t>Novice</a:t>
              </a:r>
              <a:endParaRPr lang="de-AT" sz="900" dirty="0">
                <a:solidFill>
                  <a:schemeClr val="tx1">
                    <a:lumMod val="65000"/>
                    <a:lumOff val="35000"/>
                  </a:schemeClr>
                </a:solidFill>
                <a:latin typeface="Pangolin" panose="00000500000000000000" pitchFamily="2" charset="0"/>
              </a:endParaRPr>
            </a:p>
          </p:txBody>
        </p:sp>
        <p:sp>
          <p:nvSpPr>
            <p:cNvPr id="170" name="Textfeld 59">
              <a:extLst>
                <a:ext uri="{FF2B5EF4-FFF2-40B4-BE49-F238E27FC236}">
                  <a16:creationId xmlns:a16="http://schemas.microsoft.com/office/drawing/2014/main" id="{7C9FB4B0-03FC-7C16-EC28-1D0DE6433B1F}"/>
                </a:ext>
              </a:extLst>
            </p:cNvPr>
            <p:cNvSpPr txBox="1"/>
            <p:nvPr/>
          </p:nvSpPr>
          <p:spPr>
            <a:xfrm>
              <a:off x="2411227" y="6175658"/>
              <a:ext cx="1797422" cy="230832"/>
            </a:xfrm>
            <a:prstGeom prst="rect">
              <a:avLst/>
            </a:prstGeom>
            <a:noFill/>
          </p:spPr>
          <p:txBody>
            <a:bodyPr wrap="square">
              <a:spAutoFit/>
            </a:bodyPr>
            <a:lstStyle/>
            <a:p>
              <a:pPr algn="ctr"/>
              <a:r>
                <a:rPr lang="de-DE" sz="900" dirty="0">
                  <a:solidFill>
                    <a:schemeClr val="tx1"/>
                  </a:solidFill>
                  <a:latin typeface="Pangolin" panose="00000500000000000000" pitchFamily="2" charset="0"/>
                </a:rPr>
                <a:t>Version</a:t>
              </a:r>
              <a:r>
                <a:rPr lang="de-DE" sz="900" dirty="0">
                  <a:latin typeface="Pangolin" panose="00000500000000000000" pitchFamily="2" charset="0"/>
                </a:rPr>
                <a:t> 1           Version 2</a:t>
              </a:r>
              <a:endParaRPr lang="de-AT" sz="900" dirty="0">
                <a:solidFill>
                  <a:schemeClr val="tx1"/>
                </a:solidFill>
                <a:latin typeface="Pangolin" panose="00000500000000000000" pitchFamily="2" charset="0"/>
              </a:endParaRPr>
            </a:p>
          </p:txBody>
        </p:sp>
        <p:sp>
          <p:nvSpPr>
            <p:cNvPr id="171" name="Rectangle 170">
              <a:extLst>
                <a:ext uri="{FF2B5EF4-FFF2-40B4-BE49-F238E27FC236}">
                  <a16:creationId xmlns:a16="http://schemas.microsoft.com/office/drawing/2014/main" id="{EC26EBE9-D7F5-3B6E-C2E1-B566FD1CB973}"/>
                </a:ext>
              </a:extLst>
            </p:cNvPr>
            <p:cNvSpPr/>
            <p:nvPr/>
          </p:nvSpPr>
          <p:spPr>
            <a:xfrm>
              <a:off x="2980582" y="5475501"/>
              <a:ext cx="288000" cy="448350"/>
            </a:xfrm>
            <a:custGeom>
              <a:avLst/>
              <a:gdLst>
                <a:gd name="connsiteX0" fmla="*/ 0 w 288000"/>
                <a:gd name="connsiteY0" fmla="*/ 0 h 448350"/>
                <a:gd name="connsiteX1" fmla="*/ 288000 w 288000"/>
                <a:gd name="connsiteY1" fmla="*/ 0 h 448350"/>
                <a:gd name="connsiteX2" fmla="*/ 288000 w 288000"/>
                <a:gd name="connsiteY2" fmla="*/ 448350 h 448350"/>
                <a:gd name="connsiteX3" fmla="*/ 0 w 288000"/>
                <a:gd name="connsiteY3" fmla="*/ 448350 h 448350"/>
                <a:gd name="connsiteX4" fmla="*/ 0 w 288000"/>
                <a:gd name="connsiteY4" fmla="*/ 0 h 44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448350" fill="none" extrusionOk="0">
                  <a:moveTo>
                    <a:pt x="0" y="0"/>
                  </a:moveTo>
                  <a:cubicBezTo>
                    <a:pt x="84007" y="-24008"/>
                    <a:pt x="154866" y="22100"/>
                    <a:pt x="288000" y="0"/>
                  </a:cubicBezTo>
                  <a:cubicBezTo>
                    <a:pt x="308345" y="151027"/>
                    <a:pt x="313270" y="372092"/>
                    <a:pt x="288000" y="448350"/>
                  </a:cubicBezTo>
                  <a:cubicBezTo>
                    <a:pt x="217840" y="456798"/>
                    <a:pt x="39689" y="427240"/>
                    <a:pt x="0" y="448350"/>
                  </a:cubicBezTo>
                  <a:cubicBezTo>
                    <a:pt x="-10813" y="292026"/>
                    <a:pt x="35165" y="196206"/>
                    <a:pt x="0" y="0"/>
                  </a:cubicBezTo>
                  <a:close/>
                </a:path>
                <a:path w="288000" h="448350" stroke="0" extrusionOk="0">
                  <a:moveTo>
                    <a:pt x="0" y="0"/>
                  </a:moveTo>
                  <a:cubicBezTo>
                    <a:pt x="34117" y="20336"/>
                    <a:pt x="227600" y="-23879"/>
                    <a:pt x="288000" y="0"/>
                  </a:cubicBezTo>
                  <a:cubicBezTo>
                    <a:pt x="303706" y="132089"/>
                    <a:pt x="319064" y="259161"/>
                    <a:pt x="288000" y="448350"/>
                  </a:cubicBezTo>
                  <a:cubicBezTo>
                    <a:pt x="149386" y="457894"/>
                    <a:pt x="48653" y="455793"/>
                    <a:pt x="0" y="448350"/>
                  </a:cubicBezTo>
                  <a:cubicBezTo>
                    <a:pt x="4550" y="350520"/>
                    <a:pt x="-25361" y="128146"/>
                    <a:pt x="0" y="0"/>
                  </a:cubicBezTo>
                  <a:close/>
                </a:path>
              </a:pathLst>
            </a:custGeom>
            <a:solidFill>
              <a:schemeClr val="tx1">
                <a:lumMod val="50000"/>
                <a:lumOff val="50000"/>
              </a:schemeClr>
            </a:solidFill>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sp>
          <p:nvSpPr>
            <p:cNvPr id="172" name="Rectangle 171">
              <a:extLst>
                <a:ext uri="{FF2B5EF4-FFF2-40B4-BE49-F238E27FC236}">
                  <a16:creationId xmlns:a16="http://schemas.microsoft.com/office/drawing/2014/main" id="{6BB821D8-A49A-1861-7854-D865D4E0C71A}"/>
                </a:ext>
              </a:extLst>
            </p:cNvPr>
            <p:cNvSpPr/>
            <p:nvPr/>
          </p:nvSpPr>
          <p:spPr>
            <a:xfrm>
              <a:off x="3418449" y="5557056"/>
              <a:ext cx="288000" cy="366796"/>
            </a:xfrm>
            <a:custGeom>
              <a:avLst/>
              <a:gdLst>
                <a:gd name="connsiteX0" fmla="*/ 0 w 288000"/>
                <a:gd name="connsiteY0" fmla="*/ 0 h 366796"/>
                <a:gd name="connsiteX1" fmla="*/ 288000 w 288000"/>
                <a:gd name="connsiteY1" fmla="*/ 0 h 366796"/>
                <a:gd name="connsiteX2" fmla="*/ 288000 w 288000"/>
                <a:gd name="connsiteY2" fmla="*/ 366796 h 366796"/>
                <a:gd name="connsiteX3" fmla="*/ 0 w 288000"/>
                <a:gd name="connsiteY3" fmla="*/ 366796 h 366796"/>
                <a:gd name="connsiteX4" fmla="*/ 0 w 288000"/>
                <a:gd name="connsiteY4" fmla="*/ 0 h 366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00" h="366796" fill="none" extrusionOk="0">
                  <a:moveTo>
                    <a:pt x="0" y="0"/>
                  </a:moveTo>
                  <a:cubicBezTo>
                    <a:pt x="84007" y="-24008"/>
                    <a:pt x="154866" y="22100"/>
                    <a:pt x="288000" y="0"/>
                  </a:cubicBezTo>
                  <a:cubicBezTo>
                    <a:pt x="297168" y="60788"/>
                    <a:pt x="281885" y="294881"/>
                    <a:pt x="288000" y="366796"/>
                  </a:cubicBezTo>
                  <a:cubicBezTo>
                    <a:pt x="217840" y="375244"/>
                    <a:pt x="39689" y="345686"/>
                    <a:pt x="0" y="366796"/>
                  </a:cubicBezTo>
                  <a:cubicBezTo>
                    <a:pt x="30940" y="287333"/>
                    <a:pt x="17489" y="158623"/>
                    <a:pt x="0" y="0"/>
                  </a:cubicBezTo>
                  <a:close/>
                </a:path>
                <a:path w="288000" h="366796" stroke="0" extrusionOk="0">
                  <a:moveTo>
                    <a:pt x="0" y="0"/>
                  </a:moveTo>
                  <a:cubicBezTo>
                    <a:pt x="34117" y="20336"/>
                    <a:pt x="227600" y="-23879"/>
                    <a:pt x="288000" y="0"/>
                  </a:cubicBezTo>
                  <a:cubicBezTo>
                    <a:pt x="264440" y="103324"/>
                    <a:pt x="276761" y="240704"/>
                    <a:pt x="288000" y="366796"/>
                  </a:cubicBezTo>
                  <a:cubicBezTo>
                    <a:pt x="149386" y="376340"/>
                    <a:pt x="48653" y="374239"/>
                    <a:pt x="0" y="366796"/>
                  </a:cubicBezTo>
                  <a:cubicBezTo>
                    <a:pt x="-6052" y="320044"/>
                    <a:pt x="508" y="176031"/>
                    <a:pt x="0" y="0"/>
                  </a:cubicBezTo>
                  <a:close/>
                </a:path>
              </a:pathLst>
            </a:custGeom>
            <a:ln>
              <a:noFill/>
              <a:extLst>
                <a:ext uri="{C807C97D-BFC1-408E-A445-0C87EB9F89A2}">
                  <ask:lineSketchStyleProps xmlns:ask="http://schemas.microsoft.com/office/drawing/2018/sketchyshapes" sd="292011380">
                    <a:prstGeom prst="rect">
                      <a:avLst/>
                    </a:prstGeom>
                    <ask:type>
                      <ask:lineSketchCurved/>
                    </ask:type>
                  </ask:lineSketchStyleProps>
                </a:ext>
              </a:extLst>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T"/>
            </a:p>
          </p:txBody>
        </p:sp>
      </p:grpSp>
      <p:sp>
        <p:nvSpPr>
          <p:cNvPr id="173" name="Textfeld 59">
            <a:extLst>
              <a:ext uri="{FF2B5EF4-FFF2-40B4-BE49-F238E27FC236}">
                <a16:creationId xmlns:a16="http://schemas.microsoft.com/office/drawing/2014/main" id="{E26DF688-2DFE-7BC5-AF28-D75A100E796F}"/>
              </a:ext>
              <a:ext uri="{C183D7F6-B498-43B3-948B-1728B52AA6E4}">
                <adec:decorative xmlns:adec="http://schemas.microsoft.com/office/drawing/2017/decorative" val="1"/>
              </a:ext>
            </a:extLst>
          </p:cNvPr>
          <p:cNvSpPr txBox="1"/>
          <p:nvPr/>
        </p:nvSpPr>
        <p:spPr>
          <a:xfrm>
            <a:off x="449830" y="4077158"/>
            <a:ext cx="1797422" cy="784830"/>
          </a:xfrm>
          <a:prstGeom prst="rect">
            <a:avLst/>
          </a:prstGeom>
          <a:noFill/>
        </p:spPr>
        <p:txBody>
          <a:bodyPr wrap="square">
            <a:spAutoFit/>
          </a:bodyPr>
          <a:lstStyle/>
          <a:p>
            <a:pPr algn="ctr"/>
            <a:r>
              <a:rPr lang="de-DE" sz="900" dirty="0" err="1">
                <a:latin typeface="Pangolin" panose="00000500000000000000" pitchFamily="2" charset="0"/>
              </a:rPr>
              <a:t>Testing</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effect</a:t>
            </a:r>
            <a:r>
              <a:rPr lang="de-DE" sz="900" dirty="0">
                <a:latin typeface="Pangolin" panose="00000500000000000000" pitchFamily="2" charset="0"/>
              </a:rPr>
              <a:t>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br>
              <a:rPr lang="de-DE" sz="900" dirty="0">
                <a:latin typeface="Pangolin" panose="00000500000000000000" pitchFamily="2" charset="0"/>
              </a:rPr>
            </a:br>
            <a:r>
              <a:rPr lang="de-DE" sz="900" dirty="0" err="1">
                <a:latin typeface="Pangolin" panose="00000500000000000000" pitchFamily="2" charset="0"/>
              </a:rPr>
              <a:t>layout</a:t>
            </a:r>
            <a:r>
              <a:rPr lang="de-DE" sz="900" dirty="0">
                <a:latin typeface="Pangolin" panose="00000500000000000000" pitchFamily="2" charset="0"/>
              </a:rPr>
              <a:t> </a:t>
            </a:r>
            <a:r>
              <a:rPr lang="de-DE" sz="900" dirty="0" err="1">
                <a:latin typeface="Pangolin" panose="00000500000000000000" pitchFamily="2" charset="0"/>
              </a:rPr>
              <a:t>versions</a:t>
            </a:r>
            <a:r>
              <a:rPr lang="de-DE" sz="900" dirty="0">
                <a:latin typeface="Pangolin" panose="00000500000000000000" pitchFamily="2" charset="0"/>
              </a:rPr>
              <a:t> on </a:t>
            </a:r>
            <a:r>
              <a:rPr lang="de-DE" sz="900" dirty="0" err="1">
                <a:latin typeface="Pangolin" panose="00000500000000000000" pitchFamily="2" charset="0"/>
              </a:rPr>
              <a:t>app</a:t>
            </a:r>
            <a:r>
              <a:rPr lang="de-DE" sz="900" dirty="0">
                <a:latin typeface="Pangolin" panose="00000500000000000000" pitchFamily="2" charset="0"/>
              </a:rPr>
              <a:t> </a:t>
            </a:r>
            <a:r>
              <a:rPr lang="de-DE" sz="900" dirty="0" err="1">
                <a:latin typeface="Pangolin" panose="00000500000000000000" pitchFamily="2" charset="0"/>
              </a:rPr>
              <a:t>usability</a:t>
            </a:r>
            <a:r>
              <a:rPr lang="de-DE" sz="900" dirty="0">
                <a:latin typeface="Pangolin" panose="00000500000000000000" pitchFamily="2" charset="0"/>
              </a:rPr>
              <a:t>.</a:t>
            </a:r>
            <a:br>
              <a:rPr lang="de-DE" sz="900" dirty="0">
                <a:latin typeface="Pangolin" panose="00000500000000000000" pitchFamily="2" charset="0"/>
              </a:rPr>
            </a:br>
            <a:endParaRPr lang="de-DE" sz="900" dirty="0">
              <a:latin typeface="Pangolin" panose="00000500000000000000" pitchFamily="2" charset="0"/>
            </a:endParaRPr>
          </a:p>
          <a:p>
            <a:pPr algn="ctr"/>
            <a:br>
              <a:rPr lang="de-DE" sz="900" dirty="0">
                <a:latin typeface="Pangolin" panose="00000500000000000000" pitchFamily="2" charset="0"/>
              </a:rPr>
            </a:br>
            <a:r>
              <a:rPr lang="de-DE" sz="900" b="1" dirty="0" err="1">
                <a:latin typeface="Pangolin" panose="00000500000000000000" pitchFamily="2" charset="0"/>
              </a:rPr>
              <a:t>Factor</a:t>
            </a:r>
            <a:r>
              <a:rPr lang="de-DE" sz="900" dirty="0">
                <a:latin typeface="Pangolin" panose="00000500000000000000" pitchFamily="2" charset="0"/>
              </a:rPr>
              <a:t>: Layout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endParaRPr lang="de-AT" sz="900" dirty="0">
              <a:solidFill>
                <a:schemeClr val="tx1"/>
              </a:solidFill>
              <a:latin typeface="Pangolin" panose="00000500000000000000" pitchFamily="2" charset="0"/>
            </a:endParaRPr>
          </a:p>
        </p:txBody>
      </p:sp>
      <p:sp>
        <p:nvSpPr>
          <p:cNvPr id="174" name="Textfeld 59">
            <a:extLst>
              <a:ext uri="{FF2B5EF4-FFF2-40B4-BE49-F238E27FC236}">
                <a16:creationId xmlns:a16="http://schemas.microsoft.com/office/drawing/2014/main" id="{149C9A28-BEB2-B13A-0DC8-3C55BC13EAFD}"/>
              </a:ext>
              <a:ext uri="{C183D7F6-B498-43B3-948B-1728B52AA6E4}">
                <adec:decorative xmlns:adec="http://schemas.microsoft.com/office/drawing/2017/decorative" val="1"/>
              </a:ext>
            </a:extLst>
          </p:cNvPr>
          <p:cNvSpPr txBox="1"/>
          <p:nvPr/>
        </p:nvSpPr>
        <p:spPr>
          <a:xfrm>
            <a:off x="2435575" y="4077157"/>
            <a:ext cx="1797422" cy="923330"/>
          </a:xfrm>
          <a:prstGeom prst="rect">
            <a:avLst/>
          </a:prstGeom>
          <a:noFill/>
        </p:spPr>
        <p:txBody>
          <a:bodyPr wrap="square">
            <a:spAutoFit/>
          </a:bodyPr>
          <a:lstStyle/>
          <a:p>
            <a:pPr algn="ctr"/>
            <a:r>
              <a:rPr lang="de-DE" sz="900" dirty="0" err="1">
                <a:latin typeface="Pangolin" panose="00000500000000000000" pitchFamily="2" charset="0"/>
              </a:rPr>
              <a:t>Testing</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a:t>
            </a:r>
            <a:r>
              <a:rPr lang="de-DE" sz="900" dirty="0" err="1">
                <a:latin typeface="Pangolin" panose="00000500000000000000" pitchFamily="2" charset="0"/>
              </a:rPr>
              <a:t>effect</a:t>
            </a:r>
            <a:r>
              <a:rPr lang="de-DE" sz="900" dirty="0">
                <a:latin typeface="Pangolin" panose="00000500000000000000" pitchFamily="2" charset="0"/>
              </a:rPr>
              <a:t>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two</a:t>
            </a:r>
            <a:r>
              <a:rPr lang="de-DE" sz="900" dirty="0">
                <a:latin typeface="Pangolin" panose="00000500000000000000" pitchFamily="2" charset="0"/>
              </a:rPr>
              <a:t> </a:t>
            </a:r>
            <a:br>
              <a:rPr lang="de-DE" sz="900" dirty="0">
                <a:latin typeface="Pangolin" panose="00000500000000000000" pitchFamily="2" charset="0"/>
              </a:rPr>
            </a:br>
            <a:r>
              <a:rPr lang="de-DE" sz="900" dirty="0" err="1">
                <a:latin typeface="Pangolin" panose="00000500000000000000" pitchFamily="2" charset="0"/>
              </a:rPr>
              <a:t>layout</a:t>
            </a:r>
            <a:r>
              <a:rPr lang="de-DE" sz="900" dirty="0">
                <a:latin typeface="Pangolin" panose="00000500000000000000" pitchFamily="2" charset="0"/>
              </a:rPr>
              <a:t> </a:t>
            </a:r>
            <a:r>
              <a:rPr lang="de-DE" sz="900" dirty="0" err="1">
                <a:latin typeface="Pangolin" panose="00000500000000000000" pitchFamily="2" charset="0"/>
              </a:rPr>
              <a:t>versions</a:t>
            </a:r>
            <a:r>
              <a:rPr lang="de-DE" sz="900" dirty="0">
                <a:latin typeface="Pangolin" panose="00000500000000000000" pitchFamily="2" charset="0"/>
              </a:rPr>
              <a:t> and </a:t>
            </a:r>
            <a:r>
              <a:rPr lang="de-DE" sz="900" dirty="0" err="1">
                <a:latin typeface="Pangolin" panose="00000500000000000000" pitchFamily="2" charset="0"/>
              </a:rPr>
              <a:t>user</a:t>
            </a:r>
            <a:r>
              <a:rPr lang="de-DE" sz="900" dirty="0">
                <a:latin typeface="Pangolin" panose="00000500000000000000" pitchFamily="2" charset="0"/>
              </a:rPr>
              <a:t> </a:t>
            </a:r>
            <a:r>
              <a:rPr lang="de-DE" sz="900" dirty="0" err="1">
                <a:latin typeface="Pangolin" panose="00000500000000000000" pitchFamily="2" charset="0"/>
              </a:rPr>
              <a:t>expertise</a:t>
            </a:r>
            <a:r>
              <a:rPr lang="de-DE" sz="900" dirty="0">
                <a:latin typeface="Pangolin" panose="00000500000000000000" pitchFamily="2" charset="0"/>
              </a:rPr>
              <a:t> on </a:t>
            </a:r>
            <a:r>
              <a:rPr lang="de-DE" sz="900" dirty="0" err="1">
                <a:latin typeface="Pangolin" panose="00000500000000000000" pitchFamily="2" charset="0"/>
              </a:rPr>
              <a:t>app</a:t>
            </a:r>
            <a:r>
              <a:rPr lang="de-DE" sz="900" dirty="0">
                <a:latin typeface="Pangolin" panose="00000500000000000000" pitchFamily="2" charset="0"/>
              </a:rPr>
              <a:t> </a:t>
            </a:r>
            <a:r>
              <a:rPr lang="de-DE" sz="900" dirty="0" err="1">
                <a:latin typeface="Pangolin" panose="00000500000000000000" pitchFamily="2" charset="0"/>
              </a:rPr>
              <a:t>usability</a:t>
            </a:r>
            <a:r>
              <a:rPr lang="de-DE" sz="900" dirty="0">
                <a:latin typeface="Pangolin" panose="00000500000000000000" pitchFamily="2" charset="0"/>
              </a:rPr>
              <a:t>.</a:t>
            </a:r>
          </a:p>
          <a:p>
            <a:pPr algn="ctr"/>
            <a:br>
              <a:rPr lang="de-DE" sz="900" dirty="0">
                <a:latin typeface="Pangolin" panose="00000500000000000000" pitchFamily="2" charset="0"/>
              </a:rPr>
            </a:br>
            <a:r>
              <a:rPr lang="de-DE" sz="900" b="1" dirty="0" err="1">
                <a:latin typeface="Pangolin" panose="00000500000000000000" pitchFamily="2" charset="0"/>
              </a:rPr>
              <a:t>Factors</a:t>
            </a:r>
            <a:r>
              <a:rPr lang="de-DE" sz="900" dirty="0">
                <a:latin typeface="Pangolin" panose="00000500000000000000" pitchFamily="2" charset="0"/>
              </a:rPr>
              <a:t>: Layout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and Expertise (</a:t>
            </a:r>
            <a:r>
              <a:rPr lang="de-DE" sz="900" dirty="0" err="1">
                <a:latin typeface="Pangolin" panose="00000500000000000000" pitchFamily="2" charset="0"/>
              </a:rPr>
              <a:t>with</a:t>
            </a:r>
            <a:r>
              <a:rPr lang="de-DE" sz="900" dirty="0">
                <a:latin typeface="Pangolin" panose="00000500000000000000" pitchFamily="2" charset="0"/>
              </a:rPr>
              <a:t> 2 </a:t>
            </a:r>
            <a:r>
              <a:rPr lang="de-DE" sz="900" dirty="0" err="1">
                <a:latin typeface="Pangolin" panose="00000500000000000000" pitchFamily="2" charset="0"/>
              </a:rPr>
              <a:t>levels</a:t>
            </a:r>
            <a:r>
              <a:rPr lang="de-DE" sz="900" dirty="0">
                <a:latin typeface="Pangolin" panose="00000500000000000000" pitchFamily="2" charset="0"/>
              </a:rPr>
              <a:t>)</a:t>
            </a:r>
            <a:endParaRPr lang="de-AT" sz="900" dirty="0">
              <a:solidFill>
                <a:schemeClr val="tx1"/>
              </a:solidFill>
              <a:latin typeface="Pangolin" panose="00000500000000000000" pitchFamily="2" charset="0"/>
            </a:endParaRPr>
          </a:p>
        </p:txBody>
      </p:sp>
      <p:grpSp>
        <p:nvGrpSpPr>
          <p:cNvPr id="2059" name="Group 2058">
            <a:extLst>
              <a:ext uri="{FF2B5EF4-FFF2-40B4-BE49-F238E27FC236}">
                <a16:creationId xmlns:a16="http://schemas.microsoft.com/office/drawing/2014/main" id="{32424BEE-169D-6C1C-FB5E-77FB440C6163}"/>
              </a:ext>
              <a:ext uri="{C183D7F6-B498-43B3-948B-1728B52AA6E4}">
                <adec:decorative xmlns:adec="http://schemas.microsoft.com/office/drawing/2017/decorative" val="1"/>
              </a:ext>
            </a:extLst>
          </p:cNvPr>
          <p:cNvGrpSpPr/>
          <p:nvPr/>
        </p:nvGrpSpPr>
        <p:grpSpPr>
          <a:xfrm>
            <a:off x="428918" y="7198047"/>
            <a:ext cx="3841163" cy="2260278"/>
            <a:chOff x="428918" y="7198047"/>
            <a:chExt cx="3841163" cy="2260278"/>
          </a:xfrm>
        </p:grpSpPr>
        <p:sp>
          <p:nvSpPr>
            <p:cNvPr id="87" name="Textfeld 86">
              <a:extLst>
                <a:ext uri="{FF2B5EF4-FFF2-40B4-BE49-F238E27FC236}">
                  <a16:creationId xmlns:a16="http://schemas.microsoft.com/office/drawing/2014/main" id="{0FEEDB0B-F18E-4331-8D09-48B162106AC7}"/>
                </a:ext>
              </a:extLst>
            </p:cNvPr>
            <p:cNvSpPr txBox="1"/>
            <p:nvPr/>
          </p:nvSpPr>
          <p:spPr>
            <a:xfrm>
              <a:off x="717261" y="8194255"/>
              <a:ext cx="831522" cy="246221"/>
            </a:xfrm>
            <a:prstGeom prst="rect">
              <a:avLst/>
            </a:prstGeom>
            <a:noFill/>
          </p:spPr>
          <p:txBody>
            <a:bodyPr wrap="square">
              <a:spAutoFit/>
            </a:bodyPr>
            <a:lstStyle/>
            <a:p>
              <a:pPr algn="ctr"/>
              <a:r>
                <a:rPr lang="de-DE" sz="1000" dirty="0">
                  <a:latin typeface="Pangolin" panose="00000500000000000000" pitchFamily="2" charset="0"/>
                </a:rPr>
                <a:t>T-Test</a:t>
              </a:r>
              <a:endParaRPr lang="de-AT" sz="1000" dirty="0">
                <a:solidFill>
                  <a:schemeClr val="tx1"/>
                </a:solidFill>
                <a:latin typeface="Pangolin" panose="00000500000000000000" pitchFamily="2" charset="0"/>
              </a:endParaRPr>
            </a:p>
          </p:txBody>
        </p:sp>
        <p:pic>
          <p:nvPicPr>
            <p:cNvPr id="2054" name="Picture 6" descr="An Interactive Guide to Hypothesis Testing in Python">
              <a:extLst>
                <a:ext uri="{FF2B5EF4-FFF2-40B4-BE49-F238E27FC236}">
                  <a16:creationId xmlns:a16="http://schemas.microsoft.com/office/drawing/2014/main" id="{64F02F5F-CBEA-6FEE-F325-6E425B4ABDE8}"/>
                </a:ext>
              </a:extLst>
            </p:cNvPr>
            <p:cNvPicPr>
              <a:picLocks noChangeAspect="1" noChangeArrowheads="1"/>
            </p:cNvPicPr>
            <p:nvPr/>
          </p:nvPicPr>
          <p:blipFill rotWithShape="1">
            <a:blip r:embed="rId6">
              <a:grayscl/>
              <a:extLst>
                <a:ext uri="{28A0092B-C50C-407E-A947-70E740481C1C}">
                  <a14:useLocalDpi xmlns:a14="http://schemas.microsoft.com/office/drawing/2010/main" val="0"/>
                </a:ext>
              </a:extLst>
            </a:blip>
            <a:srcRect t="38871" b="38384"/>
            <a:stretch/>
          </p:blipFill>
          <p:spPr bwMode="auto">
            <a:xfrm>
              <a:off x="428918" y="8438150"/>
              <a:ext cx="3841163" cy="590422"/>
            </a:xfrm>
            <a:prstGeom prst="rect">
              <a:avLst/>
            </a:prstGeom>
            <a:noFill/>
            <a:extLst>
              <a:ext uri="{909E8E84-426E-40DD-AFC4-6F175D3DCCD1}">
                <a14:hiddenFill xmlns:a14="http://schemas.microsoft.com/office/drawing/2010/main">
                  <a:solidFill>
                    <a:srgbClr val="FFFFFF"/>
                  </a:solidFill>
                </a14:hiddenFill>
              </a:ext>
            </a:extLst>
          </p:spPr>
        </p:pic>
        <p:sp>
          <p:nvSpPr>
            <p:cNvPr id="180" name="Textfeld 86">
              <a:extLst>
                <a:ext uri="{FF2B5EF4-FFF2-40B4-BE49-F238E27FC236}">
                  <a16:creationId xmlns:a16="http://schemas.microsoft.com/office/drawing/2014/main" id="{6C6CE594-51A5-4830-8AF0-6839E73E8922}"/>
                </a:ext>
              </a:extLst>
            </p:cNvPr>
            <p:cNvSpPr txBox="1"/>
            <p:nvPr/>
          </p:nvSpPr>
          <p:spPr>
            <a:xfrm>
              <a:off x="1829261" y="8194255"/>
              <a:ext cx="1046844" cy="246221"/>
            </a:xfrm>
            <a:prstGeom prst="rect">
              <a:avLst/>
            </a:prstGeom>
            <a:noFill/>
          </p:spPr>
          <p:txBody>
            <a:bodyPr wrap="square">
              <a:spAutoFit/>
            </a:bodyPr>
            <a:lstStyle/>
            <a:p>
              <a:pPr algn="ctr"/>
              <a:r>
                <a:rPr lang="de-DE" sz="1000" dirty="0">
                  <a:latin typeface="Pangolin" panose="00000500000000000000" pitchFamily="2" charset="0"/>
                </a:rPr>
                <a:t>ANOVA Test</a:t>
              </a:r>
              <a:endParaRPr lang="de-AT" sz="1000" dirty="0">
                <a:solidFill>
                  <a:schemeClr val="tx1"/>
                </a:solidFill>
                <a:latin typeface="Pangolin" panose="00000500000000000000" pitchFamily="2" charset="0"/>
              </a:endParaRPr>
            </a:p>
          </p:txBody>
        </p:sp>
        <p:sp>
          <p:nvSpPr>
            <p:cNvPr id="181" name="Textfeld 86">
              <a:extLst>
                <a:ext uri="{FF2B5EF4-FFF2-40B4-BE49-F238E27FC236}">
                  <a16:creationId xmlns:a16="http://schemas.microsoft.com/office/drawing/2014/main" id="{AB38706A-A2C5-67EB-FEAF-5B1EE6EB2FBB}"/>
                </a:ext>
              </a:extLst>
            </p:cNvPr>
            <p:cNvSpPr txBox="1"/>
            <p:nvPr/>
          </p:nvSpPr>
          <p:spPr>
            <a:xfrm>
              <a:off x="3013954" y="8190175"/>
              <a:ext cx="1169690" cy="246221"/>
            </a:xfrm>
            <a:prstGeom prst="rect">
              <a:avLst/>
            </a:prstGeom>
            <a:noFill/>
          </p:spPr>
          <p:txBody>
            <a:bodyPr wrap="square">
              <a:spAutoFit/>
            </a:bodyPr>
            <a:lstStyle/>
            <a:p>
              <a:pPr algn="ctr"/>
              <a:r>
                <a:rPr lang="de-DE" sz="1000" dirty="0">
                  <a:latin typeface="Pangolin" panose="00000500000000000000" pitchFamily="2" charset="0"/>
                </a:rPr>
                <a:t>Chi-</a:t>
              </a:r>
              <a:r>
                <a:rPr lang="de-DE" sz="1000" dirty="0" err="1">
                  <a:latin typeface="Pangolin" panose="00000500000000000000" pitchFamily="2" charset="0"/>
                </a:rPr>
                <a:t>Squared</a:t>
              </a:r>
              <a:r>
                <a:rPr lang="de-DE" sz="1000" dirty="0">
                  <a:latin typeface="Pangolin" panose="00000500000000000000" pitchFamily="2" charset="0"/>
                </a:rPr>
                <a:t> Test</a:t>
              </a:r>
              <a:endParaRPr lang="de-AT" sz="1000" dirty="0">
                <a:solidFill>
                  <a:schemeClr val="tx1"/>
                </a:solidFill>
                <a:latin typeface="Pangolin" panose="00000500000000000000" pitchFamily="2" charset="0"/>
              </a:endParaRPr>
            </a:p>
          </p:txBody>
        </p:sp>
        <p:sp>
          <p:nvSpPr>
            <p:cNvPr id="182" name="Textfeld 86">
              <a:extLst>
                <a:ext uri="{FF2B5EF4-FFF2-40B4-BE49-F238E27FC236}">
                  <a16:creationId xmlns:a16="http://schemas.microsoft.com/office/drawing/2014/main" id="{1D187397-ADDC-1894-46BE-BCF413FC5652}"/>
                </a:ext>
              </a:extLst>
            </p:cNvPr>
            <p:cNvSpPr txBox="1"/>
            <p:nvPr/>
          </p:nvSpPr>
          <p:spPr>
            <a:xfrm>
              <a:off x="3046166" y="7557010"/>
              <a:ext cx="1169690" cy="400110"/>
            </a:xfrm>
            <a:prstGeom prst="rect">
              <a:avLst/>
            </a:prstGeom>
            <a:noFill/>
          </p:spPr>
          <p:txBody>
            <a:bodyPr wrap="square">
              <a:spAutoFit/>
            </a:bodyPr>
            <a:lstStyle/>
            <a:p>
              <a:pPr algn="ctr"/>
              <a:r>
                <a:rPr lang="de-DE" sz="1000" dirty="0" err="1">
                  <a:latin typeface="Pangolin" panose="00000500000000000000" pitchFamily="2" charset="0"/>
                </a:rPr>
                <a:t>Categorical</a:t>
              </a:r>
              <a:r>
                <a:rPr lang="de-DE" sz="1000" dirty="0">
                  <a:latin typeface="Pangolin" panose="00000500000000000000" pitchFamily="2" charset="0"/>
                </a:rPr>
                <a:t> vs. </a:t>
              </a:r>
              <a:r>
                <a:rPr lang="de-DE" sz="1000" dirty="0" err="1">
                  <a:latin typeface="Pangolin" panose="00000500000000000000" pitchFamily="2" charset="0"/>
                </a:rPr>
                <a:t>Categorical</a:t>
              </a:r>
              <a:endParaRPr lang="de-AT" sz="1000" dirty="0">
                <a:solidFill>
                  <a:schemeClr val="tx1"/>
                </a:solidFill>
                <a:latin typeface="Pangolin" panose="00000500000000000000" pitchFamily="2" charset="0"/>
              </a:endParaRPr>
            </a:p>
          </p:txBody>
        </p:sp>
        <p:sp>
          <p:nvSpPr>
            <p:cNvPr id="183" name="Textfeld 86">
              <a:extLst>
                <a:ext uri="{FF2B5EF4-FFF2-40B4-BE49-F238E27FC236}">
                  <a16:creationId xmlns:a16="http://schemas.microsoft.com/office/drawing/2014/main" id="{6BA23C7E-DC43-459E-FDAB-F5A27A665674}"/>
                </a:ext>
              </a:extLst>
            </p:cNvPr>
            <p:cNvSpPr txBox="1"/>
            <p:nvPr/>
          </p:nvSpPr>
          <p:spPr>
            <a:xfrm>
              <a:off x="1254457" y="7198047"/>
              <a:ext cx="948824" cy="400110"/>
            </a:xfrm>
            <a:prstGeom prst="rect">
              <a:avLst/>
            </a:prstGeom>
            <a:noFill/>
          </p:spPr>
          <p:txBody>
            <a:bodyPr wrap="square">
              <a:spAutoFit/>
            </a:bodyPr>
            <a:lstStyle/>
            <a:p>
              <a:pPr algn="ctr"/>
              <a:r>
                <a:rPr lang="de-DE" sz="1000" dirty="0" err="1">
                  <a:latin typeface="Pangolin" panose="00000500000000000000" pitchFamily="2" charset="0"/>
                </a:rPr>
                <a:t>Numeric</a:t>
              </a:r>
              <a:r>
                <a:rPr lang="de-DE" sz="1000" dirty="0">
                  <a:latin typeface="Pangolin" panose="00000500000000000000" pitchFamily="2" charset="0"/>
                </a:rPr>
                <a:t> vs. </a:t>
              </a:r>
              <a:r>
                <a:rPr lang="de-DE" sz="1000" dirty="0" err="1">
                  <a:latin typeface="Pangolin" panose="00000500000000000000" pitchFamily="2" charset="0"/>
                </a:rPr>
                <a:t>Categorical</a:t>
              </a:r>
              <a:endParaRPr lang="de-AT" sz="1000" dirty="0">
                <a:solidFill>
                  <a:schemeClr val="tx1"/>
                </a:solidFill>
                <a:latin typeface="Pangolin" panose="00000500000000000000" pitchFamily="2" charset="0"/>
              </a:endParaRPr>
            </a:p>
          </p:txBody>
        </p:sp>
        <p:sp>
          <p:nvSpPr>
            <p:cNvPr id="184" name="Textfeld 86">
              <a:extLst>
                <a:ext uri="{FF2B5EF4-FFF2-40B4-BE49-F238E27FC236}">
                  <a16:creationId xmlns:a16="http://schemas.microsoft.com/office/drawing/2014/main" id="{9E317013-A3FE-049C-C32F-2F7E225CB843}"/>
                </a:ext>
              </a:extLst>
            </p:cNvPr>
            <p:cNvSpPr txBox="1"/>
            <p:nvPr/>
          </p:nvSpPr>
          <p:spPr>
            <a:xfrm>
              <a:off x="506269" y="7719582"/>
              <a:ext cx="1169690" cy="246221"/>
            </a:xfrm>
            <a:prstGeom prst="rect">
              <a:avLst/>
            </a:prstGeom>
            <a:noFill/>
          </p:spPr>
          <p:txBody>
            <a:bodyPr wrap="square">
              <a:spAutoFit/>
            </a:bodyPr>
            <a:lstStyle/>
            <a:p>
              <a:pPr algn="ctr"/>
              <a:r>
                <a:rPr lang="de-DE" sz="1000" dirty="0">
                  <a:latin typeface="Pangolin" panose="00000500000000000000" pitchFamily="2" charset="0"/>
                </a:rPr>
                <a:t>2 Treatments</a:t>
              </a:r>
              <a:endParaRPr lang="de-AT" sz="1000" dirty="0">
                <a:solidFill>
                  <a:schemeClr val="tx1"/>
                </a:solidFill>
                <a:latin typeface="Pangolin" panose="00000500000000000000" pitchFamily="2" charset="0"/>
              </a:endParaRPr>
            </a:p>
          </p:txBody>
        </p:sp>
        <p:sp>
          <p:nvSpPr>
            <p:cNvPr id="185" name="Textfeld 86">
              <a:extLst>
                <a:ext uri="{FF2B5EF4-FFF2-40B4-BE49-F238E27FC236}">
                  <a16:creationId xmlns:a16="http://schemas.microsoft.com/office/drawing/2014/main" id="{E9FB2FA8-2310-3B41-504D-188A107E7B3D}"/>
                </a:ext>
              </a:extLst>
            </p:cNvPr>
            <p:cNvSpPr txBox="1"/>
            <p:nvPr/>
          </p:nvSpPr>
          <p:spPr>
            <a:xfrm>
              <a:off x="1763073" y="7721351"/>
              <a:ext cx="1169690" cy="246221"/>
            </a:xfrm>
            <a:prstGeom prst="rect">
              <a:avLst/>
            </a:prstGeom>
            <a:noFill/>
          </p:spPr>
          <p:txBody>
            <a:bodyPr wrap="square">
              <a:spAutoFit/>
            </a:bodyPr>
            <a:lstStyle/>
            <a:p>
              <a:pPr algn="ctr"/>
              <a:r>
                <a:rPr lang="de-DE" sz="1000" dirty="0">
                  <a:latin typeface="Pangolin" panose="00000500000000000000" pitchFamily="2" charset="0"/>
                </a:rPr>
                <a:t>3+ Treatments</a:t>
              </a:r>
              <a:endParaRPr lang="de-AT" sz="1000" dirty="0">
                <a:solidFill>
                  <a:schemeClr val="tx1"/>
                </a:solidFill>
                <a:latin typeface="Pangolin" panose="00000500000000000000" pitchFamily="2" charset="0"/>
              </a:endParaRPr>
            </a:p>
          </p:txBody>
        </p:sp>
        <p:pic>
          <p:nvPicPr>
            <p:cNvPr id="190" name="Picture 189" descr="Shape&#10;&#10;Description automatically generated with low confidence">
              <a:extLst>
                <a:ext uri="{FF2B5EF4-FFF2-40B4-BE49-F238E27FC236}">
                  <a16:creationId xmlns:a16="http://schemas.microsoft.com/office/drawing/2014/main" id="{E2685131-ED6C-05E6-28ED-395D62B6FA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383" flipH="1">
              <a:off x="1581252" y="7575627"/>
              <a:ext cx="133918" cy="233826"/>
            </a:xfrm>
            <a:prstGeom prst="rect">
              <a:avLst/>
            </a:prstGeom>
          </p:spPr>
        </p:pic>
        <p:pic>
          <p:nvPicPr>
            <p:cNvPr id="191" name="Picture 190" descr="Shape&#10;&#10;Description automatically generated with low confidence">
              <a:extLst>
                <a:ext uri="{FF2B5EF4-FFF2-40B4-BE49-F238E27FC236}">
                  <a16:creationId xmlns:a16="http://schemas.microsoft.com/office/drawing/2014/main" id="{8B1E2EE1-F6B0-41B7-A1FC-39A9047B33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1437617">
              <a:off x="1711075" y="7570744"/>
              <a:ext cx="133918" cy="233826"/>
            </a:xfrm>
            <a:prstGeom prst="rect">
              <a:avLst/>
            </a:prstGeom>
          </p:spPr>
        </p:pic>
        <p:pic>
          <p:nvPicPr>
            <p:cNvPr id="2051" name="Picture 2050">
              <a:extLst>
                <a:ext uri="{FF2B5EF4-FFF2-40B4-BE49-F238E27FC236}">
                  <a16:creationId xmlns:a16="http://schemas.microsoft.com/office/drawing/2014/main" id="{7EC91BF4-9EB3-0D2C-3011-5CE83E0CA591}"/>
                </a:ext>
              </a:extLst>
            </p:cNvPr>
            <p:cNvPicPr>
              <a:picLocks noChangeAspect="1"/>
            </p:cNvPicPr>
            <p:nvPr/>
          </p:nvPicPr>
          <p:blipFill>
            <a:blip r:embed="rId7">
              <a:biLevel thresh="50000"/>
              <a:extLst>
                <a:ext uri="{28A0092B-C50C-407E-A947-70E740481C1C}">
                  <a14:useLocalDpi xmlns:a14="http://schemas.microsoft.com/office/drawing/2010/main" val="0"/>
                </a:ext>
              </a:extLst>
            </a:blip>
            <a:stretch>
              <a:fillRect/>
            </a:stretch>
          </p:blipFill>
          <p:spPr>
            <a:xfrm rot="10800000">
              <a:off x="1091114" y="7965787"/>
              <a:ext cx="112776" cy="207264"/>
            </a:xfrm>
            <a:prstGeom prst="rect">
              <a:avLst/>
            </a:prstGeom>
          </p:spPr>
        </p:pic>
        <p:pic>
          <p:nvPicPr>
            <p:cNvPr id="2053" name="Picture 2052">
              <a:extLst>
                <a:ext uri="{FF2B5EF4-FFF2-40B4-BE49-F238E27FC236}">
                  <a16:creationId xmlns:a16="http://schemas.microsoft.com/office/drawing/2014/main" id="{89052E30-0CA8-B3CF-128A-DC347DF4B8A3}"/>
                </a:ext>
              </a:extLst>
            </p:cNvPr>
            <p:cNvPicPr>
              <a:picLocks noChangeAspect="1"/>
            </p:cNvPicPr>
            <p:nvPr/>
          </p:nvPicPr>
          <p:blipFill>
            <a:blip r:embed="rId7">
              <a:biLevel thresh="50000"/>
              <a:extLst>
                <a:ext uri="{28A0092B-C50C-407E-A947-70E740481C1C}">
                  <a14:useLocalDpi xmlns:a14="http://schemas.microsoft.com/office/drawing/2010/main" val="0"/>
                </a:ext>
              </a:extLst>
            </a:blip>
            <a:stretch>
              <a:fillRect/>
            </a:stretch>
          </p:blipFill>
          <p:spPr>
            <a:xfrm rot="10800000">
              <a:off x="2321247" y="7967572"/>
              <a:ext cx="112776" cy="207264"/>
            </a:xfrm>
            <a:prstGeom prst="rect">
              <a:avLst/>
            </a:prstGeom>
          </p:spPr>
        </p:pic>
        <p:pic>
          <p:nvPicPr>
            <p:cNvPr id="2055" name="Picture 2054">
              <a:extLst>
                <a:ext uri="{FF2B5EF4-FFF2-40B4-BE49-F238E27FC236}">
                  <a16:creationId xmlns:a16="http://schemas.microsoft.com/office/drawing/2014/main" id="{78DDA39A-BCB8-0063-F95F-511EECA3B704}"/>
                </a:ext>
              </a:extLst>
            </p:cNvPr>
            <p:cNvPicPr>
              <a:picLocks noChangeAspect="1"/>
            </p:cNvPicPr>
            <p:nvPr/>
          </p:nvPicPr>
          <p:blipFill>
            <a:blip r:embed="rId7">
              <a:biLevel thresh="50000"/>
              <a:extLst>
                <a:ext uri="{28A0092B-C50C-407E-A947-70E740481C1C}">
                  <a14:useLocalDpi xmlns:a14="http://schemas.microsoft.com/office/drawing/2010/main" val="0"/>
                </a:ext>
              </a:extLst>
            </a:blip>
            <a:stretch>
              <a:fillRect/>
            </a:stretch>
          </p:blipFill>
          <p:spPr>
            <a:xfrm rot="10800000">
              <a:off x="3593673" y="7965787"/>
              <a:ext cx="112776" cy="207264"/>
            </a:xfrm>
            <a:prstGeom prst="rect">
              <a:avLst/>
            </a:prstGeom>
          </p:spPr>
        </p:pic>
        <p:sp>
          <p:nvSpPr>
            <p:cNvPr id="2058" name="Textfeld 86">
              <a:extLst>
                <a:ext uri="{FF2B5EF4-FFF2-40B4-BE49-F238E27FC236}">
                  <a16:creationId xmlns:a16="http://schemas.microsoft.com/office/drawing/2014/main" id="{EC3E5A66-61FC-A76D-FF16-EA96C7175BB5}"/>
                </a:ext>
              </a:extLst>
            </p:cNvPr>
            <p:cNvSpPr txBox="1"/>
            <p:nvPr/>
          </p:nvSpPr>
          <p:spPr>
            <a:xfrm>
              <a:off x="663478" y="9058215"/>
              <a:ext cx="2229111" cy="400110"/>
            </a:xfrm>
            <a:prstGeom prst="rect">
              <a:avLst/>
            </a:prstGeom>
            <a:noFill/>
          </p:spPr>
          <p:txBody>
            <a:bodyPr wrap="square">
              <a:spAutoFit/>
            </a:bodyPr>
            <a:lstStyle/>
            <a:p>
              <a:pPr algn="ctr"/>
              <a:r>
                <a:rPr lang="de-DE" sz="1000" dirty="0" err="1">
                  <a:latin typeface="Pangolin" panose="00000500000000000000" pitchFamily="2" charset="0"/>
                </a:rPr>
                <a:t>Or</a:t>
              </a:r>
              <a:r>
                <a:rPr lang="de-DE" sz="1000" dirty="0">
                  <a:latin typeface="Pangolin" panose="00000500000000000000" pitchFamily="2" charset="0"/>
                </a:rPr>
                <a:t> non-</a:t>
              </a:r>
              <a:r>
                <a:rPr lang="de-DE" sz="1000" dirty="0" err="1">
                  <a:latin typeface="Pangolin" panose="00000500000000000000" pitchFamily="2" charset="0"/>
                </a:rPr>
                <a:t>parametric</a:t>
              </a:r>
              <a:r>
                <a:rPr lang="de-DE" sz="1000" dirty="0">
                  <a:latin typeface="Pangolin" panose="00000500000000000000" pitchFamily="2" charset="0"/>
                </a:rPr>
                <a:t> </a:t>
              </a:r>
              <a:r>
                <a:rPr lang="de-DE" sz="1000" dirty="0" err="1">
                  <a:latin typeface="Pangolin" panose="00000500000000000000" pitchFamily="2" charset="0"/>
                </a:rPr>
                <a:t>tests</a:t>
              </a:r>
              <a:r>
                <a:rPr lang="de-DE" sz="1000" dirty="0">
                  <a:latin typeface="Pangolin" panose="00000500000000000000" pitchFamily="2" charset="0"/>
                </a:rPr>
                <a:t> </a:t>
              </a:r>
              <a:r>
                <a:rPr lang="de-DE" sz="1000" dirty="0" err="1">
                  <a:latin typeface="Pangolin" panose="00000500000000000000" pitchFamily="2" charset="0"/>
                </a:rPr>
                <a:t>depending</a:t>
              </a:r>
              <a:r>
                <a:rPr lang="de-DE" sz="1000" dirty="0">
                  <a:latin typeface="Pangolin" panose="00000500000000000000" pitchFamily="2" charset="0"/>
                </a:rPr>
                <a:t> on </a:t>
              </a:r>
              <a:r>
                <a:rPr lang="de-DE" sz="1000" dirty="0" err="1">
                  <a:latin typeface="Pangolin" panose="00000500000000000000" pitchFamily="2" charset="0"/>
                </a:rPr>
                <a:t>test</a:t>
              </a:r>
              <a:r>
                <a:rPr lang="de-DE" sz="1000" dirty="0">
                  <a:latin typeface="Pangolin" panose="00000500000000000000" pitchFamily="2" charset="0"/>
                </a:rPr>
                <a:t> design and </a:t>
              </a:r>
              <a:r>
                <a:rPr lang="de-DE" sz="1000" dirty="0" err="1">
                  <a:latin typeface="Pangolin" panose="00000500000000000000" pitchFamily="2" charset="0"/>
                </a:rPr>
                <a:t>data</a:t>
              </a:r>
              <a:r>
                <a:rPr lang="de-DE" sz="1000" dirty="0">
                  <a:latin typeface="Pangolin" panose="00000500000000000000" pitchFamily="2" charset="0"/>
                </a:rPr>
                <a:t> </a:t>
              </a:r>
              <a:r>
                <a:rPr lang="de-DE" sz="1000" dirty="0" err="1">
                  <a:latin typeface="Pangolin" panose="00000500000000000000" pitchFamily="2" charset="0"/>
                </a:rPr>
                <a:t>distribution</a:t>
              </a:r>
              <a:endParaRPr lang="de-AT" sz="1000" dirty="0">
                <a:solidFill>
                  <a:schemeClr val="tx1"/>
                </a:solidFill>
                <a:latin typeface="Pangolin" panose="00000500000000000000" pitchFamily="2" charset="0"/>
              </a:endParaRPr>
            </a:p>
          </p:txBody>
        </p:sp>
      </p:grpSp>
      <p:pic>
        <p:nvPicPr>
          <p:cNvPr id="19" name="Graphic 18">
            <a:extLst>
              <a:ext uri="{FF2B5EF4-FFF2-40B4-BE49-F238E27FC236}">
                <a16:creationId xmlns:a16="http://schemas.microsoft.com/office/drawing/2014/main" id="{7DDFD030-DC86-4220-A03A-9EDE0FFCDB4C}"/>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49389" y="2116789"/>
            <a:ext cx="274320" cy="274320"/>
          </a:xfrm>
          <a:prstGeom prst="rect">
            <a:avLst/>
          </a:prstGeom>
        </p:spPr>
      </p:pic>
      <p:pic>
        <p:nvPicPr>
          <p:cNvPr id="21" name="Graphic 20">
            <a:extLst>
              <a:ext uri="{FF2B5EF4-FFF2-40B4-BE49-F238E27FC236}">
                <a16:creationId xmlns:a16="http://schemas.microsoft.com/office/drawing/2014/main" id="{F0D28474-2264-41F8-8B7A-7FD56E9BBE24}"/>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89155" y="2116789"/>
            <a:ext cx="274320" cy="274320"/>
          </a:xfrm>
          <a:prstGeom prst="rect">
            <a:avLst/>
          </a:prstGeom>
        </p:spPr>
      </p:pic>
      <p:pic>
        <p:nvPicPr>
          <p:cNvPr id="75" name="Graphic 74">
            <a:extLst>
              <a:ext uri="{FF2B5EF4-FFF2-40B4-BE49-F238E27FC236}">
                <a16:creationId xmlns:a16="http://schemas.microsoft.com/office/drawing/2014/main" id="{D1DAD654-5799-4784-9B73-54AAA3FDE726}"/>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69271" y="2116789"/>
            <a:ext cx="274320" cy="274320"/>
          </a:xfrm>
          <a:prstGeom prst="rect">
            <a:avLst/>
          </a:prstGeom>
        </p:spPr>
      </p:pic>
      <p:pic>
        <p:nvPicPr>
          <p:cNvPr id="76" name="Graphic 75">
            <a:extLst>
              <a:ext uri="{FF2B5EF4-FFF2-40B4-BE49-F238E27FC236}">
                <a16:creationId xmlns:a16="http://schemas.microsoft.com/office/drawing/2014/main" id="{C9F96897-C253-4883-ADB8-FE4F4497C61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43039" y="1879619"/>
            <a:ext cx="274320" cy="274320"/>
          </a:xfrm>
          <a:prstGeom prst="rect">
            <a:avLst/>
          </a:prstGeom>
        </p:spPr>
      </p:pic>
      <p:pic>
        <p:nvPicPr>
          <p:cNvPr id="77" name="Graphic 76">
            <a:extLst>
              <a:ext uri="{FF2B5EF4-FFF2-40B4-BE49-F238E27FC236}">
                <a16:creationId xmlns:a16="http://schemas.microsoft.com/office/drawing/2014/main" id="{8C180C1A-5CB4-458B-AF43-DBC005F06EB1}"/>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213" y="2116789"/>
            <a:ext cx="274320" cy="274320"/>
          </a:xfrm>
          <a:prstGeom prst="rect">
            <a:avLst/>
          </a:prstGeom>
        </p:spPr>
      </p:pic>
      <p:pic>
        <p:nvPicPr>
          <p:cNvPr id="78" name="Graphic 77">
            <a:extLst>
              <a:ext uri="{FF2B5EF4-FFF2-40B4-BE49-F238E27FC236}">
                <a16:creationId xmlns:a16="http://schemas.microsoft.com/office/drawing/2014/main" id="{95231C6F-9439-4F46-A57D-EA6C5B3A7B67}"/>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59329" y="2116789"/>
            <a:ext cx="274320" cy="274320"/>
          </a:xfrm>
          <a:prstGeom prst="rect">
            <a:avLst/>
          </a:prstGeom>
        </p:spPr>
      </p:pic>
      <p:pic>
        <p:nvPicPr>
          <p:cNvPr id="79" name="Graphic 78">
            <a:extLst>
              <a:ext uri="{FF2B5EF4-FFF2-40B4-BE49-F238E27FC236}">
                <a16:creationId xmlns:a16="http://schemas.microsoft.com/office/drawing/2014/main" id="{73A9B77B-490C-4B38-9040-EEB88C2990E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54717" y="1873260"/>
            <a:ext cx="274320" cy="274320"/>
          </a:xfrm>
          <a:prstGeom prst="rect">
            <a:avLst/>
          </a:prstGeom>
        </p:spPr>
      </p:pic>
      <p:pic>
        <p:nvPicPr>
          <p:cNvPr id="80" name="Graphic 79">
            <a:extLst>
              <a:ext uri="{FF2B5EF4-FFF2-40B4-BE49-F238E27FC236}">
                <a16:creationId xmlns:a16="http://schemas.microsoft.com/office/drawing/2014/main" id="{A9C90601-79CC-4302-BD66-FC9D507BFEA8}"/>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39088" y="1616184"/>
            <a:ext cx="274320" cy="274320"/>
          </a:xfrm>
          <a:prstGeom prst="rect">
            <a:avLst/>
          </a:prstGeom>
        </p:spPr>
      </p:pic>
      <p:sp>
        <p:nvSpPr>
          <p:cNvPr id="139" name="Textfeld 138">
            <a:extLst>
              <a:ext uri="{FF2B5EF4-FFF2-40B4-BE49-F238E27FC236}">
                <a16:creationId xmlns:a16="http://schemas.microsoft.com/office/drawing/2014/main" id="{7DF46593-FDC1-43BF-A1DE-F467E9DB3007}"/>
              </a:ext>
            </a:extLst>
          </p:cNvPr>
          <p:cNvSpPr txBox="1">
            <a:spLocks noGrp="1"/>
          </p:cNvSpPr>
          <p:nvPr>
            <p:ph type="title" idx="4294967295"/>
          </p:nvPr>
        </p:nvSpPr>
        <p:spPr>
          <a:xfrm>
            <a:off x="114551" y="221488"/>
            <a:ext cx="3985335"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Reporting Central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Tendency</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5" name="Textfeld 14">
            <a:extLst>
              <a:ext uri="{FF2B5EF4-FFF2-40B4-BE49-F238E27FC236}">
                <a16:creationId xmlns:a16="http://schemas.microsoft.com/office/drawing/2014/main" id="{6610DFC2-B3B2-4A1D-B639-460D315FDEC5}"/>
              </a:ext>
            </a:extLst>
          </p:cNvPr>
          <p:cNvSpPr txBox="1"/>
          <p:nvPr/>
        </p:nvSpPr>
        <p:spPr>
          <a:xfrm>
            <a:off x="232306" y="593080"/>
            <a:ext cx="3031594" cy="307777"/>
          </a:xfrm>
          <a:prstGeom prst="rect">
            <a:avLst/>
          </a:prstGeom>
          <a:noFill/>
        </p:spPr>
        <p:txBody>
          <a:bodyPr wrap="square">
            <a:spAutoFit/>
          </a:bodyPr>
          <a:lstStyle/>
          <a:p>
            <a:r>
              <a:rPr lang="de-DE" sz="1400" b="1" dirty="0">
                <a:latin typeface="Pangolin" panose="00000500000000000000" pitchFamily="2" charset="0"/>
              </a:rPr>
              <a:t>REPORTING ORDINAL SCALES</a:t>
            </a:r>
            <a:endParaRPr lang="de-AT" sz="1400" b="1" dirty="0">
              <a:solidFill>
                <a:schemeClr val="tx1"/>
              </a:solidFill>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625084"/>
            <a:ext cx="2044169" cy="1015663"/>
          </a:xfrm>
          <a:prstGeom prst="rect">
            <a:avLst/>
          </a:prstGeom>
          <a:noFill/>
        </p:spPr>
        <p:txBody>
          <a:bodyPr wrap="square">
            <a:spAutoFit/>
          </a:bodyPr>
          <a:lstStyle/>
          <a:p>
            <a:pPr algn="ct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also </a:t>
            </a:r>
            <a:r>
              <a:rPr lang="de-DE" sz="1000" dirty="0" err="1">
                <a:latin typeface="Pangolin" panose="00000500000000000000" pitchFamily="2" charset="0"/>
              </a:rPr>
              <a:t>use</a:t>
            </a:r>
            <a:r>
              <a:rPr lang="de-DE" sz="1000" dirty="0">
                <a:latin typeface="Pangolin" panose="00000500000000000000" pitchFamily="2" charset="0"/>
              </a:rPr>
              <a:t> </a:t>
            </a:r>
            <a:r>
              <a:rPr lang="de-DE" sz="1000" dirty="0" err="1">
                <a:latin typeface="Pangolin" panose="00000500000000000000" pitchFamily="2" charset="0"/>
              </a:rPr>
              <a:t>histograms</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report</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answer</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single</a:t>
            </a:r>
            <a:r>
              <a:rPr lang="de-DE" sz="1000" dirty="0">
                <a:latin typeface="Pangolin" panose="00000500000000000000" pitchFamily="2" charset="0"/>
              </a:rPr>
              <a:t> </a:t>
            </a:r>
            <a:r>
              <a:rPr lang="de-DE" sz="1000" dirty="0" err="1">
                <a:latin typeface="Pangolin" panose="00000500000000000000" pitchFamily="2" charset="0"/>
              </a:rPr>
              <a:t>scale</a:t>
            </a:r>
            <a:r>
              <a:rPr lang="de-DE" sz="1000" dirty="0">
                <a:latin typeface="Pangolin" panose="00000500000000000000" pitchFamily="2" charset="0"/>
              </a:rPr>
              <a:t> </a:t>
            </a:r>
            <a:r>
              <a:rPr lang="de-DE" sz="1000" dirty="0" err="1">
                <a:latin typeface="Pangolin" panose="00000500000000000000" pitchFamily="2" charset="0"/>
              </a:rPr>
              <a:t>items</a:t>
            </a:r>
            <a:r>
              <a:rPr lang="de-DE" sz="1000" dirty="0">
                <a:latin typeface="Pangolin" panose="00000500000000000000" pitchFamily="2" charset="0"/>
              </a:rPr>
              <a:t>.</a:t>
            </a:r>
            <a:br>
              <a:rPr lang="de-DE" sz="1000" dirty="0">
                <a:latin typeface="Pangolin" panose="00000500000000000000" pitchFamily="2" charset="0"/>
              </a:rPr>
            </a:br>
            <a:r>
              <a:rPr lang="de-DE" sz="1000" dirty="0">
                <a:latin typeface="Pangolin" panose="00000500000000000000" pitchFamily="2" charset="0"/>
              </a:rPr>
              <a:t>Boxplots </a:t>
            </a:r>
            <a:r>
              <a:rPr lang="de-DE" sz="1000" dirty="0" err="1">
                <a:latin typeface="Pangolin" panose="00000500000000000000" pitchFamily="2" charset="0"/>
              </a:rPr>
              <a:t>are</a:t>
            </a:r>
            <a:r>
              <a:rPr lang="de-DE" sz="1000" dirty="0">
                <a:latin typeface="Pangolin" panose="00000500000000000000" pitchFamily="2" charset="0"/>
              </a:rPr>
              <a:t> also a </a:t>
            </a:r>
            <a:r>
              <a:rPr lang="de-DE" sz="1000" dirty="0" err="1">
                <a:latin typeface="Pangolin" panose="00000500000000000000" pitchFamily="2" charset="0"/>
              </a:rPr>
              <a:t>good</a:t>
            </a:r>
            <a:r>
              <a:rPr lang="de-DE" sz="1000" dirty="0">
                <a:latin typeface="Pangolin" panose="00000500000000000000" pitchFamily="2" charset="0"/>
              </a:rPr>
              <a:t> alternative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show</a:t>
            </a:r>
            <a:r>
              <a:rPr lang="de-DE" sz="1000" dirty="0">
                <a:latin typeface="Pangolin" panose="00000500000000000000" pitchFamily="2" charset="0"/>
              </a:rPr>
              <a:t> </a:t>
            </a:r>
            <a:br>
              <a:rPr lang="de-DE" sz="1000" dirty="0">
                <a:latin typeface="Pangolin" panose="00000500000000000000" pitchFamily="2" charset="0"/>
              </a:rPr>
            </a:b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answer</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Lst>
          </p:cNvPr>
          <p:cNvSpPr txBox="1"/>
          <p:nvPr/>
        </p:nvSpPr>
        <p:spPr>
          <a:xfrm>
            <a:off x="232306" y="3682879"/>
            <a:ext cx="3450694" cy="307777"/>
          </a:xfrm>
          <a:prstGeom prst="rect">
            <a:avLst/>
          </a:prstGeom>
          <a:noFill/>
        </p:spPr>
        <p:txBody>
          <a:bodyPr wrap="square">
            <a:spAutoFit/>
          </a:bodyPr>
          <a:lstStyle/>
          <a:p>
            <a:r>
              <a:rPr lang="de-DE" sz="1400" b="1" dirty="0">
                <a:latin typeface="Pangolin" panose="00000500000000000000" pitchFamily="2" charset="0"/>
              </a:rPr>
              <a:t>CHARTS REFLECT THE TEST DESIGN</a:t>
            </a:r>
            <a:endParaRPr lang="de-AT" sz="1400" b="1"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663218"/>
            <a:ext cx="2044169" cy="1015663"/>
          </a:xfrm>
          <a:prstGeom prst="rect">
            <a:avLst/>
          </a:prstGeom>
          <a:noFill/>
        </p:spPr>
        <p:txBody>
          <a:bodyPr wrap="square">
            <a:spAutoFit/>
          </a:bodyPr>
          <a:lstStyle/>
          <a:p>
            <a:pPr algn="ctr"/>
            <a:r>
              <a:rPr lang="en-GB" sz="1000" dirty="0">
                <a:latin typeface="Pangolin" panose="00000500000000000000" pitchFamily="2" charset="0"/>
              </a:rPr>
              <a:t>You can easily present the comparison between the values you collected with bars and boxplots.  For factorial tests, you can group bars and boxplots according to one of the factors.</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Lst>
          </p:cNvPr>
          <p:cNvSpPr txBox="1"/>
          <p:nvPr/>
        </p:nvSpPr>
        <p:spPr>
          <a:xfrm>
            <a:off x="232306" y="6777944"/>
            <a:ext cx="2044169" cy="307777"/>
          </a:xfrm>
          <a:prstGeom prst="rect">
            <a:avLst/>
          </a:prstGeom>
          <a:noFill/>
        </p:spPr>
        <p:txBody>
          <a:bodyPr wrap="square">
            <a:spAutoFit/>
          </a:bodyPr>
          <a:lstStyle/>
          <a:p>
            <a:r>
              <a:rPr lang="de-DE" sz="1400" b="1" dirty="0">
                <a:latin typeface="Pangolin" panose="00000500000000000000" pitchFamily="2" charset="0"/>
              </a:rPr>
              <a:t>STATISTICAL TESTS</a:t>
            </a:r>
            <a:endParaRPr lang="de-AT" sz="1400" b="1"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787807"/>
            <a:ext cx="2044169" cy="861774"/>
          </a:xfrm>
          <a:prstGeom prst="rect">
            <a:avLst/>
          </a:prstGeom>
          <a:noFill/>
        </p:spPr>
        <p:txBody>
          <a:bodyPr wrap="square">
            <a:spAutoFit/>
          </a:bodyPr>
          <a:lstStyle/>
          <a:p>
            <a:pPr algn="ctr"/>
            <a:r>
              <a:rPr lang="de-DE" sz="1000" dirty="0">
                <a:latin typeface="Pangolin" panose="00000500000000000000" pitchFamily="2" charset="0"/>
              </a:rPr>
              <a:t>Statistical </a:t>
            </a:r>
            <a:r>
              <a:rPr lang="de-DE" sz="1000" dirty="0" err="1">
                <a:latin typeface="Pangolin" panose="00000500000000000000" pitchFamily="2" charset="0"/>
              </a:rPr>
              <a:t>tests</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be</a:t>
            </a:r>
            <a:r>
              <a:rPr lang="de-DE" sz="1000" dirty="0">
                <a:latin typeface="Pangolin" panose="00000500000000000000" pitchFamily="2" charset="0"/>
              </a:rPr>
              <a:t> </a:t>
            </a:r>
            <a:r>
              <a:rPr lang="de-DE" sz="1000" dirty="0" err="1">
                <a:latin typeface="Pangolin" panose="00000500000000000000" pitchFamily="2" charset="0"/>
              </a:rPr>
              <a:t>used</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report</a:t>
            </a:r>
            <a:r>
              <a:rPr lang="de-DE" sz="1000" dirty="0">
                <a:latin typeface="Pangolin" panose="00000500000000000000" pitchFamily="2" charset="0"/>
              </a:rPr>
              <a:t> </a:t>
            </a:r>
            <a:r>
              <a:rPr lang="de-DE" sz="1000" dirty="0" err="1">
                <a:latin typeface="Pangolin" panose="00000500000000000000" pitchFamily="2" charset="0"/>
              </a:rPr>
              <a:t>correlations</a:t>
            </a:r>
            <a:r>
              <a:rPr lang="de-DE" sz="1000" dirty="0">
                <a:latin typeface="Pangolin" panose="00000500000000000000" pitchFamily="2" charset="0"/>
              </a:rPr>
              <a:t> and </a:t>
            </a:r>
            <a:r>
              <a:rPr lang="de-DE" sz="1000" dirty="0" err="1">
                <a:latin typeface="Pangolin" panose="00000500000000000000" pitchFamily="2" charset="0"/>
              </a:rPr>
              <a:t>test</a:t>
            </a:r>
            <a:r>
              <a:rPr lang="de-DE" sz="1000" dirty="0">
                <a:latin typeface="Pangolin" panose="00000500000000000000" pitchFamily="2" charset="0"/>
              </a:rPr>
              <a:t> </a:t>
            </a:r>
            <a:r>
              <a:rPr lang="de-DE" sz="1000" dirty="0" err="1">
                <a:latin typeface="Pangolin" panose="00000500000000000000" pitchFamily="2" charset="0"/>
              </a:rPr>
              <a:t>hypotheses</a:t>
            </a:r>
            <a:r>
              <a:rPr lang="de-DE" sz="1000" dirty="0">
                <a:latin typeface="Pangolin" panose="00000500000000000000" pitchFamily="2" charset="0"/>
              </a:rPr>
              <a:t>. The </a:t>
            </a:r>
            <a:r>
              <a:rPr lang="de-DE" sz="1000" dirty="0" err="1">
                <a:latin typeface="Pangolin" panose="00000500000000000000" pitchFamily="2" charset="0"/>
              </a:rPr>
              <a:t>choice</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test</a:t>
            </a:r>
            <a:r>
              <a:rPr lang="de-DE" sz="1000" dirty="0">
                <a:latin typeface="Pangolin" panose="00000500000000000000" pitchFamily="2" charset="0"/>
              </a:rPr>
              <a:t> will </a:t>
            </a:r>
            <a:r>
              <a:rPr lang="de-DE" sz="1000" dirty="0" err="1">
                <a:latin typeface="Pangolin" panose="00000500000000000000" pitchFamily="2" charset="0"/>
              </a:rPr>
              <a:t>depend</a:t>
            </a:r>
            <a:r>
              <a:rPr lang="de-DE" sz="1000" dirty="0">
                <a:latin typeface="Pangolin" panose="00000500000000000000" pitchFamily="2" charset="0"/>
              </a:rPr>
              <a:t> on </a:t>
            </a:r>
            <a:r>
              <a:rPr lang="de-DE" sz="1000" dirty="0" err="1">
                <a:latin typeface="Pangolin" panose="00000500000000000000" pitchFamily="2" charset="0"/>
              </a:rPr>
              <a:t>the</a:t>
            </a:r>
            <a:r>
              <a:rPr lang="de-DE" sz="1000" dirty="0">
                <a:latin typeface="Pangolin" panose="00000500000000000000" pitchFamily="2" charset="0"/>
              </a:rPr>
              <a:t> variable type </a:t>
            </a:r>
            <a:br>
              <a:rPr lang="de-DE" sz="1000" dirty="0">
                <a:latin typeface="Pangolin" panose="00000500000000000000" pitchFamily="2" charset="0"/>
              </a:rPr>
            </a:br>
            <a:r>
              <a:rPr lang="de-DE" sz="1000" dirty="0">
                <a:latin typeface="Pangolin" panose="00000500000000000000" pitchFamily="2" charset="0"/>
              </a:rPr>
              <a:t>and </a:t>
            </a:r>
            <a:r>
              <a:rPr lang="de-DE" sz="1000" dirty="0" err="1">
                <a:latin typeface="Pangolin" panose="00000500000000000000" pitchFamily="2" charset="0"/>
              </a:rPr>
              <a:t>its</a:t>
            </a:r>
            <a:r>
              <a:rPr lang="de-DE" sz="1000" dirty="0">
                <a:latin typeface="Pangolin" panose="00000500000000000000" pitchFamily="2" charset="0"/>
              </a:rPr>
              <a:t> </a:t>
            </a:r>
            <a:r>
              <a:rPr lang="de-DE" sz="1000" dirty="0" err="1">
                <a:latin typeface="Pangolin" panose="00000500000000000000" pitchFamily="2" charset="0"/>
              </a:rPr>
              <a:t>distribution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26" name="Group 25">
            <a:extLst>
              <a:ext uri="{FF2B5EF4-FFF2-40B4-BE49-F238E27FC236}">
                <a16:creationId xmlns:a16="http://schemas.microsoft.com/office/drawing/2014/main" id="{BF1340A0-08BF-5027-5C69-C6C32BB5D337}"/>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28" name="Picture 27">
              <a:extLst>
                <a:ext uri="{FF2B5EF4-FFF2-40B4-BE49-F238E27FC236}">
                  <a16:creationId xmlns:a16="http://schemas.microsoft.com/office/drawing/2014/main" id="{3CDA7C26-DA71-8A36-113A-F4C34DC2B35B}"/>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0" name="Group 29">
              <a:extLst>
                <a:ext uri="{FF2B5EF4-FFF2-40B4-BE49-F238E27FC236}">
                  <a16:creationId xmlns:a16="http://schemas.microsoft.com/office/drawing/2014/main" id="{321AC6E6-21FA-63C8-14CA-2EE163466DB8}"/>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3" name="Picture 32">
                <a:extLst>
                  <a:ext uri="{FF2B5EF4-FFF2-40B4-BE49-F238E27FC236}">
                    <a16:creationId xmlns:a16="http://schemas.microsoft.com/office/drawing/2014/main" id="{06AC6FA9-D86C-3F8E-E11E-34D76AEAAC58}"/>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34" name="Picture 33">
                <a:extLst>
                  <a:ext uri="{FF2B5EF4-FFF2-40B4-BE49-F238E27FC236}">
                    <a16:creationId xmlns:a16="http://schemas.microsoft.com/office/drawing/2014/main" id="{931C667A-1F6B-DA6A-31B9-1B7298527447}"/>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35" name="Picture 34">
                <a:extLst>
                  <a:ext uri="{FF2B5EF4-FFF2-40B4-BE49-F238E27FC236}">
                    <a16:creationId xmlns:a16="http://schemas.microsoft.com/office/drawing/2014/main" id="{AB4C43E9-9268-2FA7-C10E-D95609213B7C}"/>
                  </a:ext>
                </a:extLst>
              </p:cNvPr>
              <p:cNvPicPr>
                <a:picLocks noChangeAspect="1"/>
              </p:cNvPicPr>
              <p:nvPr/>
            </p:nvPicPr>
            <p:blipFill>
              <a:blip r:embed="rId15"/>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40356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846867-46C3-CD3D-65F6-9D8BB1D505D2}"/>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Downey, A. (2014). Think stats: exploratory data analysis. O'Reilly Media, Inc.</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Field, A. (2022). An adventure in statistics: The reality enigma. Sage. </a:t>
            </a:r>
            <a:endParaRPr lang="de-AT" sz="1100" dirty="0">
              <a:latin typeface="Segoe UI" panose="020B0502040204020203" pitchFamily="34" charset="0"/>
              <a:cs typeface="Segoe UI" panose="020B0502040204020203" pitchFamily="34" charset="0"/>
            </a:endParaRPr>
          </a:p>
        </p:txBody>
      </p:sp>
      <p:sp>
        <p:nvSpPr>
          <p:cNvPr id="3" name="Textfeld 1">
            <a:extLst>
              <a:ext uri="{FF2B5EF4-FFF2-40B4-BE49-F238E27FC236}">
                <a16:creationId xmlns:a16="http://schemas.microsoft.com/office/drawing/2014/main" id="{7D4C175C-6EE5-31C1-53D5-E28932057905}"/>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latin typeface="Segoe UI" panose="020B0502040204020203" pitchFamily="34" charset="0"/>
                <a:cs typeface="Segoe UI" panose="020B0502040204020203" pitchFamily="34" charset="0"/>
              </a:rPr>
              <a:t>How to cite this document:</a:t>
            </a:r>
            <a:br>
              <a:rPr lang="de-DE" sz="1100" i="1" dirty="0">
                <a:latin typeface="Segoe UI" panose="020B0502040204020203" pitchFamily="34" charset="0"/>
                <a:cs typeface="Segoe UI" panose="020B0502040204020203" pitchFamily="34" charset="0"/>
              </a:rPr>
            </a:br>
            <a:br>
              <a:rPr lang="de-DE" sz="1100" i="1" dirty="0">
                <a:latin typeface="Segoe UI" panose="020B0502040204020203" pitchFamily="34" charset="0"/>
                <a:cs typeface="Segoe UI" panose="020B0502040204020203" pitchFamily="34" charset="0"/>
              </a:rPr>
            </a:br>
            <a:r>
              <a:rPr lang="de-DE" sz="1100" i="1" dirty="0">
                <a:latin typeface="Segoe UI" panose="020B0502040204020203" pitchFamily="34" charset="0"/>
                <a:cs typeface="Segoe UI" panose="020B0502040204020203" pitchFamily="34" charset="0"/>
              </a:rPr>
              <a:t>De-Jesus-Oliveira, V.-A., Boucher, M., Boucher, A., Wu, H.-Y., &amp; Stoiber, C. (2025). Central Tendency. University of Applied Sciences St. Pölten (USTP). https://www.comixplain.cc</a:t>
            </a:r>
            <a:br>
              <a:rPr lang="de-AT" sz="1100" dirty="0">
                <a:solidFill>
                  <a:schemeClr val="accent1"/>
                </a:solidFill>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lang="de-DE" sz="1100" b="1" dirty="0">
                <a:latin typeface="Segoe UI" panose="020B0502040204020203" pitchFamily="34" charset="0"/>
                <a:cs typeface="Segoe UI" panose="020B0502040204020203" pitchFamily="34" charset="0"/>
              </a:rPr>
              <a:t>This comic book was adapted from: </a:t>
            </a:r>
            <a:br>
              <a:rPr lang="de-DE" sz="1100" b="1" dirty="0">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Central Tendency ©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22D4E2-302A-46AF-A55E-5B8781FF2B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C1447-3C1F-45A8-A213-56C966138D6C}">
  <ds:schemaRefs>
    <ds:schemaRef ds:uri="http://purl.org/dc/elements/1.1/"/>
    <ds:schemaRef ds:uri="http://www.w3.org/XML/1998/namespace"/>
    <ds:schemaRef ds:uri="http://purl.org/dc/terms/"/>
    <ds:schemaRef ds:uri="http://schemas.microsoft.com/office/infopath/2007/PartnerControls"/>
    <ds:schemaRef ds:uri="94bcf745-830c-42f4-885c-a1d7342e6e36"/>
    <ds:schemaRef ds:uri="http://purl.org/dc/dcmitype/"/>
    <ds:schemaRef ds:uri="http://schemas.microsoft.com/office/2006/metadata/properties"/>
    <ds:schemaRef ds:uri="http://schemas.microsoft.com/office/2006/documentManagement/types"/>
    <ds:schemaRef ds:uri="http://schemas.openxmlformats.org/package/2006/metadata/core-properties"/>
    <ds:schemaRef ds:uri="da1b7603-f8b8-47c9-9682-dc6aa8e9acd7"/>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32</TotalTime>
  <Words>2345</Words>
  <Application>Microsoft Office PowerPoint</Application>
  <PresentationFormat>A4 Paper (210x297 mm)</PresentationFormat>
  <Paragraphs>344</Paragraphs>
  <Slides>13</Slides>
  <Notes>0</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Segoe UI</vt:lpstr>
      <vt:lpstr>Arial</vt:lpstr>
      <vt:lpstr>Source Sans Pro</vt:lpstr>
      <vt:lpstr>Pangolin</vt:lpstr>
      <vt:lpstr>Calibri Light</vt:lpstr>
      <vt:lpstr>Office</vt:lpstr>
      <vt:lpstr>Central Tendency</vt:lpstr>
      <vt:lpstr>PowerPoint Presentation</vt:lpstr>
      <vt:lpstr>1</vt:lpstr>
      <vt:lpstr>2</vt:lpstr>
      <vt:lpstr>3</vt:lpstr>
      <vt:lpstr>4</vt:lpstr>
      <vt:lpstr>5</vt:lpstr>
      <vt:lpstr>6</vt:lpstr>
      <vt:lpstr>7</vt:lpstr>
      <vt:lpstr>8</vt:lpstr>
      <vt:lpstr>Reporting Data</vt:lpstr>
      <vt:lpstr>Reporting Central Tendency</vt:lpstr>
      <vt:lpstr>How to cite this document:  De-Jesus-Oliveira, V.-A., Boucher, M., Boucher, A., Wu, H.-Y., &amp; Stoiber, C. (2025). Central Tendency. University of Applied Sciences St. Pölten (USTP). https://www.comixplain.cc  This comic book was adapted from:   Central Tendency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Tendency</dc:title>
  <dc:creator>Boucher Magdalena</dc:creator>
  <cp:lastModifiedBy>de-Jesus-Oliveira Victor-Adriel</cp:lastModifiedBy>
  <cp:revision>71</cp:revision>
  <dcterms:created xsi:type="dcterms:W3CDTF">2022-09-19T11:21:57Z</dcterms:created>
  <dcterms:modified xsi:type="dcterms:W3CDTF">2025-11-09T06:52:56Z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
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DE5E47-73BF-4860-89AC-59018012ABFA}" v="19" dt="2025-11-08T14:24:03.6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63" d="100"/>
          <a:sy n="63" d="100"/>
        </p:scale>
        <p:origin x="2458" y="125"/>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4:24:03.681" v="39"/>
      <pc:docMkLst>
        <pc:docMk/>
      </pc:docMkLst>
      <pc:sldChg chg="addSp modSp">
        <pc:chgData name="de-Jesus-Oliveira Victor-Adriel" userId="a708fc36-3c1b-42ab-b5e9-2e1fa3c6605e" providerId="ADAL" clId="{39AA12F0-CB51-4D67-A3A6-7C3EC2C345CA}" dt="2025-11-08T14:23:58.128" v="36"/>
        <pc:sldMkLst>
          <pc:docMk/>
          <pc:sldMk cId="1310685907" sldId="259"/>
        </pc:sldMkLst>
        <pc:grpChg chg="add mod">
          <ac:chgData name="de-Jesus-Oliveira Victor-Adriel" userId="a708fc36-3c1b-42ab-b5e9-2e1fa3c6605e" providerId="ADAL" clId="{39AA12F0-CB51-4D67-A3A6-7C3EC2C345CA}" dt="2025-11-08T14:23:58.128" v="36"/>
          <ac:grpSpMkLst>
            <pc:docMk/>
            <pc:sldMk cId="1310685907" sldId="259"/>
            <ac:grpSpMk id="3" creationId="{20F5283F-107B-ECB0-5480-4B00088F6FF5}"/>
          </ac:grpSpMkLst>
        </pc:grpChg>
        <pc:grpChg chg="mod">
          <ac:chgData name="de-Jesus-Oliveira Victor-Adriel" userId="a708fc36-3c1b-42ab-b5e9-2e1fa3c6605e" providerId="ADAL" clId="{39AA12F0-CB51-4D67-A3A6-7C3EC2C345CA}" dt="2025-11-08T14:23:58.128" v="36"/>
          <ac:grpSpMkLst>
            <pc:docMk/>
            <pc:sldMk cId="1310685907" sldId="259"/>
            <ac:grpSpMk id="6" creationId="{6EABDD31-DB1F-EEF0-D330-5D5A1FD2F1E0}"/>
          </ac:grpSpMkLst>
        </pc:grpChg>
        <pc:picChg chg="mod">
          <ac:chgData name="de-Jesus-Oliveira Victor-Adriel" userId="a708fc36-3c1b-42ab-b5e9-2e1fa3c6605e" providerId="ADAL" clId="{39AA12F0-CB51-4D67-A3A6-7C3EC2C345CA}" dt="2025-11-08T14:23:58.128" v="36"/>
          <ac:picMkLst>
            <pc:docMk/>
            <pc:sldMk cId="1310685907" sldId="259"/>
            <ac:picMk id="5" creationId="{3DF85B18-9951-28B9-43D2-45EB03119D4C}"/>
          </ac:picMkLst>
        </pc:picChg>
        <pc:picChg chg="mod">
          <ac:chgData name="de-Jesus-Oliveira Victor-Adriel" userId="a708fc36-3c1b-42ab-b5e9-2e1fa3c6605e" providerId="ADAL" clId="{39AA12F0-CB51-4D67-A3A6-7C3EC2C345CA}" dt="2025-11-08T14:23:58.128" v="36"/>
          <ac:picMkLst>
            <pc:docMk/>
            <pc:sldMk cId="1310685907" sldId="259"/>
            <ac:picMk id="7" creationId="{C2346060-5C86-6259-474E-A249BF9CA425}"/>
          </ac:picMkLst>
        </pc:picChg>
        <pc:picChg chg="mod">
          <ac:chgData name="de-Jesus-Oliveira Victor-Adriel" userId="a708fc36-3c1b-42ab-b5e9-2e1fa3c6605e" providerId="ADAL" clId="{39AA12F0-CB51-4D67-A3A6-7C3EC2C345CA}" dt="2025-11-08T14:23:58.128" v="36"/>
          <ac:picMkLst>
            <pc:docMk/>
            <pc:sldMk cId="1310685907" sldId="259"/>
            <ac:picMk id="8" creationId="{00D26C30-FC60-BBF7-CAF8-2E78605DA384}"/>
          </ac:picMkLst>
        </pc:picChg>
        <pc:picChg chg="mod">
          <ac:chgData name="de-Jesus-Oliveira Victor-Adriel" userId="a708fc36-3c1b-42ab-b5e9-2e1fa3c6605e" providerId="ADAL" clId="{39AA12F0-CB51-4D67-A3A6-7C3EC2C345CA}" dt="2025-11-08T14:23:58.128" v="36"/>
          <ac:picMkLst>
            <pc:docMk/>
            <pc:sldMk cId="1310685907" sldId="259"/>
            <ac:picMk id="10" creationId="{8758C842-5476-CF1A-8FB1-3F20E484077B}"/>
          </ac:picMkLst>
        </pc:picChg>
      </pc:sldChg>
      <pc:sldChg chg="addSp modSp">
        <pc:chgData name="de-Jesus-Oliveira Victor-Adriel" userId="a708fc36-3c1b-42ab-b5e9-2e1fa3c6605e" providerId="ADAL" clId="{39AA12F0-CB51-4D67-A3A6-7C3EC2C345CA}" dt="2025-11-08T14:24:00.065" v="37"/>
        <pc:sldMkLst>
          <pc:docMk/>
          <pc:sldMk cId="4091270383" sldId="260"/>
        </pc:sldMkLst>
        <pc:grpChg chg="add mod">
          <ac:chgData name="de-Jesus-Oliveira Victor-Adriel" userId="a708fc36-3c1b-42ab-b5e9-2e1fa3c6605e" providerId="ADAL" clId="{39AA12F0-CB51-4D67-A3A6-7C3EC2C345CA}" dt="2025-11-08T14:24:00.065" v="37"/>
          <ac:grpSpMkLst>
            <pc:docMk/>
            <pc:sldMk cId="4091270383" sldId="260"/>
            <ac:grpSpMk id="19" creationId="{42E7C97C-0FA1-5B12-8849-59B88B567E02}"/>
          </ac:grpSpMkLst>
        </pc:grpChg>
        <pc:grpChg chg="mod">
          <ac:chgData name="de-Jesus-Oliveira Victor-Adriel" userId="a708fc36-3c1b-42ab-b5e9-2e1fa3c6605e" providerId="ADAL" clId="{39AA12F0-CB51-4D67-A3A6-7C3EC2C345CA}" dt="2025-11-08T14:24:00.065" v="37"/>
          <ac:grpSpMkLst>
            <pc:docMk/>
            <pc:sldMk cId="4091270383" sldId="260"/>
            <ac:grpSpMk id="21" creationId="{C70BEF5A-B1EE-6742-8FD9-933079002589}"/>
          </ac:grpSpMkLst>
        </pc:grpChg>
        <pc:picChg chg="mod">
          <ac:chgData name="de-Jesus-Oliveira Victor-Adriel" userId="a708fc36-3c1b-42ab-b5e9-2e1fa3c6605e" providerId="ADAL" clId="{39AA12F0-CB51-4D67-A3A6-7C3EC2C345CA}" dt="2025-11-08T14:24:00.065" v="37"/>
          <ac:picMkLst>
            <pc:docMk/>
            <pc:sldMk cId="4091270383" sldId="260"/>
            <ac:picMk id="20" creationId="{6F6FEF4F-E7FD-73AA-010F-214D8245D837}"/>
          </ac:picMkLst>
        </pc:picChg>
        <pc:picChg chg="mod">
          <ac:chgData name="de-Jesus-Oliveira Victor-Adriel" userId="a708fc36-3c1b-42ab-b5e9-2e1fa3c6605e" providerId="ADAL" clId="{39AA12F0-CB51-4D67-A3A6-7C3EC2C345CA}" dt="2025-11-08T14:24:00.065" v="37"/>
          <ac:picMkLst>
            <pc:docMk/>
            <pc:sldMk cId="4091270383" sldId="260"/>
            <ac:picMk id="23" creationId="{BBED27C0-0528-3630-14B0-1B186CFA25AB}"/>
          </ac:picMkLst>
        </pc:picChg>
        <pc:picChg chg="mod">
          <ac:chgData name="de-Jesus-Oliveira Victor-Adriel" userId="a708fc36-3c1b-42ab-b5e9-2e1fa3c6605e" providerId="ADAL" clId="{39AA12F0-CB51-4D67-A3A6-7C3EC2C345CA}" dt="2025-11-08T14:24:00.065" v="37"/>
          <ac:picMkLst>
            <pc:docMk/>
            <pc:sldMk cId="4091270383" sldId="260"/>
            <ac:picMk id="24" creationId="{39B418F8-E384-628F-6521-5AF6BC400E5F}"/>
          </ac:picMkLst>
        </pc:picChg>
        <pc:picChg chg="mod">
          <ac:chgData name="de-Jesus-Oliveira Victor-Adriel" userId="a708fc36-3c1b-42ab-b5e9-2e1fa3c6605e" providerId="ADAL" clId="{39AA12F0-CB51-4D67-A3A6-7C3EC2C345CA}" dt="2025-11-08T14:24:00.065" v="37"/>
          <ac:picMkLst>
            <pc:docMk/>
            <pc:sldMk cId="4091270383" sldId="260"/>
            <ac:picMk id="26" creationId="{1B16FE37-82AF-A6AA-5BEC-303790C2E7EF}"/>
          </ac:picMkLst>
        </pc:picChg>
      </pc:sldChg>
      <pc:sldChg chg="addSp modSp">
        <pc:chgData name="de-Jesus-Oliveira Victor-Adriel" userId="a708fc36-3c1b-42ab-b5e9-2e1fa3c6605e" providerId="ADAL" clId="{39AA12F0-CB51-4D67-A3A6-7C3EC2C345CA}" dt="2025-11-08T14:24:01.923" v="38"/>
        <pc:sldMkLst>
          <pc:docMk/>
          <pc:sldMk cId="3278654172" sldId="261"/>
        </pc:sldMkLst>
        <pc:grpChg chg="add mod">
          <ac:chgData name="de-Jesus-Oliveira Victor-Adriel" userId="a708fc36-3c1b-42ab-b5e9-2e1fa3c6605e" providerId="ADAL" clId="{39AA12F0-CB51-4D67-A3A6-7C3EC2C345CA}" dt="2025-11-08T14:24:01.923" v="38"/>
          <ac:grpSpMkLst>
            <pc:docMk/>
            <pc:sldMk cId="3278654172" sldId="261"/>
            <ac:grpSpMk id="22" creationId="{F10B2BAF-DD5A-84CD-8A49-23EB19428773}"/>
          </ac:grpSpMkLst>
        </pc:grpChg>
        <pc:grpChg chg="mod">
          <ac:chgData name="de-Jesus-Oliveira Victor-Adriel" userId="a708fc36-3c1b-42ab-b5e9-2e1fa3c6605e" providerId="ADAL" clId="{39AA12F0-CB51-4D67-A3A6-7C3EC2C345CA}" dt="2025-11-08T14:24:01.923" v="38"/>
          <ac:grpSpMkLst>
            <pc:docMk/>
            <pc:sldMk cId="3278654172" sldId="261"/>
            <ac:grpSpMk id="24" creationId="{6A1B8700-6B94-1289-D420-C4FB0CB6B66E}"/>
          </ac:grpSpMkLst>
        </pc:grpChg>
        <pc:picChg chg="mod">
          <ac:chgData name="de-Jesus-Oliveira Victor-Adriel" userId="a708fc36-3c1b-42ab-b5e9-2e1fa3c6605e" providerId="ADAL" clId="{39AA12F0-CB51-4D67-A3A6-7C3EC2C345CA}" dt="2025-11-08T14:24:01.923" v="38"/>
          <ac:picMkLst>
            <pc:docMk/>
            <pc:sldMk cId="3278654172" sldId="261"/>
            <ac:picMk id="23" creationId="{103DC324-A2C9-657B-E899-4C7D704471E0}"/>
          </ac:picMkLst>
        </pc:picChg>
        <pc:picChg chg="mod">
          <ac:chgData name="de-Jesus-Oliveira Victor-Adriel" userId="a708fc36-3c1b-42ab-b5e9-2e1fa3c6605e" providerId="ADAL" clId="{39AA12F0-CB51-4D67-A3A6-7C3EC2C345CA}" dt="2025-11-08T14:24:01.923" v="38"/>
          <ac:picMkLst>
            <pc:docMk/>
            <pc:sldMk cId="3278654172" sldId="261"/>
            <ac:picMk id="25" creationId="{41083035-AE98-7BDC-5B28-94424ABFEFEA}"/>
          </ac:picMkLst>
        </pc:picChg>
        <pc:picChg chg="mod">
          <ac:chgData name="de-Jesus-Oliveira Victor-Adriel" userId="a708fc36-3c1b-42ab-b5e9-2e1fa3c6605e" providerId="ADAL" clId="{39AA12F0-CB51-4D67-A3A6-7C3EC2C345CA}" dt="2025-11-08T14:24:01.923" v="38"/>
          <ac:picMkLst>
            <pc:docMk/>
            <pc:sldMk cId="3278654172" sldId="261"/>
            <ac:picMk id="26" creationId="{247FBFA5-A0DF-F118-2290-044C7C1787F6}"/>
          </ac:picMkLst>
        </pc:picChg>
        <pc:picChg chg="mod">
          <ac:chgData name="de-Jesus-Oliveira Victor-Adriel" userId="a708fc36-3c1b-42ab-b5e9-2e1fa3c6605e" providerId="ADAL" clId="{39AA12F0-CB51-4D67-A3A6-7C3EC2C345CA}" dt="2025-11-08T14:24:01.923" v="38"/>
          <ac:picMkLst>
            <pc:docMk/>
            <pc:sldMk cId="3278654172" sldId="261"/>
            <ac:picMk id="27" creationId="{A0B37252-B490-7095-860B-3FDBAA79306B}"/>
          </ac:picMkLst>
        </pc:picChg>
      </pc:sldChg>
      <pc:sldChg chg="addSp modSp">
        <pc:chgData name="de-Jesus-Oliveira Victor-Adriel" userId="a708fc36-3c1b-42ab-b5e9-2e1fa3c6605e" providerId="ADAL" clId="{39AA12F0-CB51-4D67-A3A6-7C3EC2C345CA}" dt="2025-11-08T14:24:03.681" v="39"/>
        <pc:sldMkLst>
          <pc:docMk/>
          <pc:sldMk cId="631229544" sldId="262"/>
        </pc:sldMkLst>
        <pc:grpChg chg="add mod">
          <ac:chgData name="de-Jesus-Oliveira Victor-Adriel" userId="a708fc36-3c1b-42ab-b5e9-2e1fa3c6605e" providerId="ADAL" clId="{39AA12F0-CB51-4D67-A3A6-7C3EC2C345CA}" dt="2025-11-08T14:24:03.681" v="39"/>
          <ac:grpSpMkLst>
            <pc:docMk/>
            <pc:sldMk cId="631229544" sldId="262"/>
            <ac:grpSpMk id="11" creationId="{AA71052A-8A3D-5BC4-60A2-2EEDE7F440B0}"/>
          </ac:grpSpMkLst>
        </pc:grpChg>
        <pc:grpChg chg="mod">
          <ac:chgData name="de-Jesus-Oliveira Victor-Adriel" userId="a708fc36-3c1b-42ab-b5e9-2e1fa3c6605e" providerId="ADAL" clId="{39AA12F0-CB51-4D67-A3A6-7C3EC2C345CA}" dt="2025-11-08T14:24:03.681" v="39"/>
          <ac:grpSpMkLst>
            <pc:docMk/>
            <pc:sldMk cId="631229544" sldId="262"/>
            <ac:grpSpMk id="13" creationId="{53D69C30-707A-464E-ADBF-5D2A34AA14CC}"/>
          </ac:grpSpMkLst>
        </pc:grpChg>
        <pc:picChg chg="mod">
          <ac:chgData name="de-Jesus-Oliveira Victor-Adriel" userId="a708fc36-3c1b-42ab-b5e9-2e1fa3c6605e" providerId="ADAL" clId="{39AA12F0-CB51-4D67-A3A6-7C3EC2C345CA}" dt="2025-11-08T14:24:03.681" v="39"/>
          <ac:picMkLst>
            <pc:docMk/>
            <pc:sldMk cId="631229544" sldId="262"/>
            <ac:picMk id="12" creationId="{E3ED5693-FCB0-3813-8FA1-7A4740AD5BA9}"/>
          </ac:picMkLst>
        </pc:picChg>
        <pc:picChg chg="mod">
          <ac:chgData name="de-Jesus-Oliveira Victor-Adriel" userId="a708fc36-3c1b-42ab-b5e9-2e1fa3c6605e" providerId="ADAL" clId="{39AA12F0-CB51-4D67-A3A6-7C3EC2C345CA}" dt="2025-11-08T14:24:03.681" v="39"/>
          <ac:picMkLst>
            <pc:docMk/>
            <pc:sldMk cId="631229544" sldId="262"/>
            <ac:picMk id="14" creationId="{6FA738B9-B819-ADD4-54B0-25929C5D3AE8}"/>
          </ac:picMkLst>
        </pc:picChg>
        <pc:picChg chg="mod">
          <ac:chgData name="de-Jesus-Oliveira Victor-Adriel" userId="a708fc36-3c1b-42ab-b5e9-2e1fa3c6605e" providerId="ADAL" clId="{39AA12F0-CB51-4D67-A3A6-7C3EC2C345CA}" dt="2025-11-08T14:24:03.681" v="39"/>
          <ac:picMkLst>
            <pc:docMk/>
            <pc:sldMk cId="631229544" sldId="262"/>
            <ac:picMk id="16" creationId="{438BBD56-E02D-1873-1DB2-40A9C3CB8B7D}"/>
          </ac:picMkLst>
        </pc:picChg>
        <pc:picChg chg="mod">
          <ac:chgData name="de-Jesus-Oliveira Victor-Adriel" userId="a708fc36-3c1b-42ab-b5e9-2e1fa3c6605e" providerId="ADAL" clId="{39AA12F0-CB51-4D67-A3A6-7C3EC2C345CA}" dt="2025-11-08T14:24:03.681" v="39"/>
          <ac:picMkLst>
            <pc:docMk/>
            <pc:sldMk cId="631229544" sldId="262"/>
            <ac:picMk id="17" creationId="{32D9C4D7-F63F-7112-70FC-D3E2FC981572}"/>
          </ac:picMkLst>
        </pc:picChg>
      </pc:sldChg>
      <pc:sldChg chg="addSp delSp modSp mod">
        <pc:chgData name="de-Jesus-Oliveira Victor-Adriel" userId="a708fc36-3c1b-42ab-b5e9-2e1fa3c6605e" providerId="ADAL" clId="{39AA12F0-CB51-4D67-A3A6-7C3EC2C345CA}" dt="2025-11-07T17:55:25.389" v="18"/>
        <pc:sldMkLst>
          <pc:docMk/>
          <pc:sldMk cId="4264380333" sldId="267"/>
        </pc:sldMkLst>
        <pc:spChg chg="mod">
          <ac:chgData name="de-Jesus-Oliveira Victor-Adriel" userId="a708fc36-3c1b-42ab-b5e9-2e1fa3c6605e" providerId="ADAL" clId="{39AA12F0-CB51-4D67-A3A6-7C3EC2C345CA}" dt="2025-11-07T17:52:44.479" v="14"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26.288"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4:05.773" v="15"/>
          <ac:spMkLst>
            <pc:docMk/>
            <pc:sldMk cId="4264380333" sldId="267"/>
            <ac:spMk id="7" creationId="{3EA96834-0F24-1B04-34DF-A14BB2E1B34F}"/>
          </ac:spMkLst>
        </pc:spChg>
        <pc:spChg chg="add mod">
          <ac:chgData name="de-Jesus-Oliveira Victor-Adriel" userId="a708fc36-3c1b-42ab-b5e9-2e1fa3c6605e" providerId="ADAL" clId="{39AA12F0-CB51-4D67-A3A6-7C3EC2C345CA}" dt="2025-11-07T17:55:25.389" v="18"/>
          <ac:spMkLst>
            <pc:docMk/>
            <pc:sldMk cId="4264380333" sldId="267"/>
            <ac:spMk id="11" creationId="{A969CC59-061F-EDB7-DD45-52B94BBF431E}"/>
          </ac:spMkLst>
        </pc:spChg>
        <pc:grpChg chg="add mod">
          <ac:chgData name="de-Jesus-Oliveira Victor-Adriel" userId="a708fc36-3c1b-42ab-b5e9-2e1fa3c6605e" providerId="ADAL" clId="{39AA12F0-CB51-4D67-A3A6-7C3EC2C345CA}" dt="2025-11-07T17:54:05.773" v="15"/>
          <ac:grpSpMkLst>
            <pc:docMk/>
            <pc:sldMk cId="4264380333" sldId="267"/>
            <ac:grpSpMk id="8" creationId="{F4A3E401-EEC1-9114-8271-EC9311EBB8E3}"/>
          </ac:grpSpMkLst>
        </pc:grpChg>
        <pc:grpChg chg="add mod">
          <ac:chgData name="de-Jesus-Oliveira Victor-Adriel" userId="a708fc36-3c1b-42ab-b5e9-2e1fa3c6605e" providerId="ADAL" clId="{39AA12F0-CB51-4D67-A3A6-7C3EC2C345CA}" dt="2025-11-07T17:54:05.773" v="15"/>
          <ac:grpSpMkLst>
            <pc:docMk/>
            <pc:sldMk cId="4264380333" sldId="267"/>
            <ac:grpSpMk id="12" creationId="{C62B98AE-A590-B589-9CA7-80062D9ECF89}"/>
          </ac:grpSpMkLst>
        </pc:grpChg>
        <pc:picChg chg="del">
          <ac:chgData name="de-Jesus-Oliveira Victor-Adriel" userId="a708fc36-3c1b-42ab-b5e9-2e1fa3c6605e" providerId="ADAL" clId="{39AA12F0-CB51-4D67-A3A6-7C3EC2C345CA}" dt="2025-11-07T17:50:25.179"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25.487"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4:05.773" v="15"/>
          <ac:picMkLst>
            <pc:docMk/>
            <pc:sldMk cId="4264380333" sldId="267"/>
            <ac:picMk id="6" creationId="{59CCAFA2-3D6D-D4A2-CC42-B649DD0C9BF2}"/>
          </ac:picMkLst>
        </pc:picChg>
        <pc:picChg chg="mod">
          <ac:chgData name="de-Jesus-Oliveira Victor-Adriel" userId="a708fc36-3c1b-42ab-b5e9-2e1fa3c6605e" providerId="ADAL" clId="{39AA12F0-CB51-4D67-A3A6-7C3EC2C345CA}" dt="2025-11-07T17:54:05.773" v="15"/>
          <ac:picMkLst>
            <pc:docMk/>
            <pc:sldMk cId="4264380333" sldId="267"/>
            <ac:picMk id="9" creationId="{C554CFD9-4629-2C73-9BB7-8F73E208ADE0}"/>
          </ac:picMkLst>
        </pc:picChg>
        <pc:picChg chg="mod">
          <ac:chgData name="de-Jesus-Oliveira Victor-Adriel" userId="a708fc36-3c1b-42ab-b5e9-2e1fa3c6605e" providerId="ADAL" clId="{39AA12F0-CB51-4D67-A3A6-7C3EC2C345CA}" dt="2025-11-07T17:54:05.773" v="15"/>
          <ac:picMkLst>
            <pc:docMk/>
            <pc:sldMk cId="4264380333" sldId="267"/>
            <ac:picMk id="10" creationId="{10D76471-6F8F-C289-3FE3-AB09DBF79D40}"/>
          </ac:picMkLst>
        </pc:picChg>
        <pc:picChg chg="mod">
          <ac:chgData name="de-Jesus-Oliveira Victor-Adriel" userId="a708fc36-3c1b-42ab-b5e9-2e1fa3c6605e" providerId="ADAL" clId="{39AA12F0-CB51-4D67-A3A6-7C3EC2C345CA}" dt="2025-11-07T17:54:05.773" v="15"/>
          <ac:picMkLst>
            <pc:docMk/>
            <pc:sldMk cId="4264380333" sldId="267"/>
            <ac:picMk id="13" creationId="{CE4E0796-B3B6-C39D-993E-55F0B6839436}"/>
          </ac:picMkLst>
        </pc:picChg>
        <pc:picChg chg="mod">
          <ac:chgData name="de-Jesus-Oliveira Victor-Adriel" userId="a708fc36-3c1b-42ab-b5e9-2e1fa3c6605e" providerId="ADAL" clId="{39AA12F0-CB51-4D67-A3A6-7C3EC2C345CA}" dt="2025-11-07T17:54:05.773" v="15"/>
          <ac:picMkLst>
            <pc:docMk/>
            <pc:sldMk cId="4264380333" sldId="267"/>
            <ac:picMk id="14" creationId="{1696F1B2-168E-F334-046A-C13C5004759B}"/>
          </ac:picMkLst>
        </pc:picChg>
        <pc:picChg chg="mod">
          <ac:chgData name="de-Jesus-Oliveira Victor-Adriel" userId="a708fc36-3c1b-42ab-b5e9-2e1fa3c6605e" providerId="ADAL" clId="{39AA12F0-CB51-4D67-A3A6-7C3EC2C345CA}" dt="2025-11-07T17:54:05.773" v="15"/>
          <ac:picMkLst>
            <pc:docMk/>
            <pc:sldMk cId="4264380333" sldId="267"/>
            <ac:picMk id="15" creationId="{E22475AB-91D5-2F59-4384-D89DE5AEF45D}"/>
          </ac:picMkLst>
        </pc:picChg>
      </pc:sldChg>
      <pc:sldChg chg="addSp modSp mod">
        <pc:chgData name="de-Jesus-Oliveira Victor-Adriel" userId="a708fc36-3c1b-42ab-b5e9-2e1fa3c6605e" providerId="ADAL" clId="{39AA12F0-CB51-4D67-A3A6-7C3EC2C345CA}" dt="2025-11-07T18:08:22.128" v="35"/>
        <pc:sldMkLst>
          <pc:docMk/>
          <pc:sldMk cId="171183961" sldId="268"/>
        </pc:sldMkLst>
        <pc:spChg chg="mod">
          <ac:chgData name="de-Jesus-Oliveira Victor-Adriel" userId="a708fc36-3c1b-42ab-b5e9-2e1fa3c6605e" providerId="ADAL" clId="{39AA12F0-CB51-4D67-A3A6-7C3EC2C345CA}" dt="2025-11-07T18:08:22.128" v="35"/>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39.649" v="20" actId="167"/>
          <ac:picMkLst>
            <pc:docMk/>
            <pc:sldMk cId="171183961" sldId="268"/>
            <ac:picMk id="4" creationId="{955581DF-DFBA-893D-C8CB-FFD50D30EF3F}"/>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png"/><Relationship Id="rId7"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38" Type="http://schemas.openxmlformats.org/officeDocument/2006/relationships/image" Target="../media/image9.png"/><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37" Type="http://schemas.openxmlformats.org/officeDocument/2006/relationships/image" Target="../media/image8.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36" Type="http://schemas.openxmlformats.org/officeDocument/2006/relationships/image" Target="../media/image7.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35" Type="http://schemas.openxmlformats.org/officeDocument/2006/relationships/image" Target="../media/image3.png"/><Relationship Id="rId8" Type="http://schemas.openxmlformats.org/officeDocument/2006/relationships/image" Target="../media/image120.png"/><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7.png"/><Relationship Id="rId7"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8.png"/><Relationship Id="rId4" Type="http://schemas.openxmlformats.org/officeDocument/2006/relationships/image" Target="../media/image15.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0.png"/><Relationship Id="rId7"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Types</a:t>
            </a:r>
            <a:r>
              <a:rPr lang="de-AT" sz="4800" dirty="0">
                <a:latin typeface="Pangolin" panose="00000500000000000000"/>
              </a:rPr>
              <a:t> </a:t>
            </a:r>
            <a:r>
              <a:rPr lang="de-AT" sz="4800" dirty="0" err="1">
                <a:latin typeface="Pangolin" panose="00000500000000000000"/>
              </a:rPr>
              <a:t>Primitifs</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552268" cy="2800767"/>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59CCAFA2-3D6D-D4A2-CC42-B649DD0C9BF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3EA96834-0F24-1B04-34DF-A14BB2E1B34F}"/>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F4A3E401-EEC1-9114-8271-EC9311EBB8E3}"/>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C554CFD9-4629-2C73-9BB7-8F73E208AD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10D76471-6F8F-C289-3FE3-AB09DBF79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A969CC59-061F-EDB7-DD45-52B94BBF431E}"/>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Types Primitifs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C62B98AE-A590-B589-9CA7-80062D9ECF89}"/>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E4E0796-B3B6-C39D-993E-55F0B6839436}"/>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1696F1B2-168E-F334-046A-C13C5004759B}"/>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E22475AB-91D5-2F59-4384-D89DE5AEF45D}"/>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Types</a:t>
            </a:r>
            <a:r>
              <a:rPr lang="de-AT" sz="1000" dirty="0">
                <a:latin typeface="Pangolin" panose="00000500000000000000"/>
              </a:rPr>
              <a:t> </a:t>
            </a:r>
            <a:r>
              <a:rPr lang="de-AT" sz="1000" dirty="0" err="1">
                <a:latin typeface="Pangolin" panose="00000500000000000000"/>
              </a:rPr>
              <a:t>Primitifs</a:t>
            </a:r>
            <a:endParaRPr lang="de-DE" sz="1000" dirty="0">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504979" y="3758488"/>
            <a:ext cx="1794064"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1000" dirty="0">
                <a:latin typeface="Pangolin" panose="00000500000000000000" pitchFamily="2" charset="0"/>
                <a:ea typeface="+mn-ea"/>
                <a:cs typeface="+mn-cs"/>
              </a:rPr>
              <a:t>Oh, vous êtes sûrement la nouvelle reçue dont notre manager nous a parlé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527644" y="3672520"/>
            <a:ext cx="2167795" cy="861774"/>
          </a:xfrm>
          <a:prstGeom prst="rect">
            <a:avLst/>
          </a:prstGeom>
          <a:noFill/>
        </p:spPr>
        <p:txBody>
          <a:bodyPr wrap="square">
            <a:spAutoFit/>
          </a:bodyPr>
          <a:lstStyle/>
          <a:p>
            <a:pPr algn="ctr"/>
            <a:r>
              <a:rPr lang="fr-FR" sz="1000" dirty="0">
                <a:latin typeface="Pangolin" panose="00000500000000000000" pitchFamily="2" charset="0"/>
              </a:rPr>
              <a:t>Qu’entendez-vous par «« ce n’est pas moi » » ? Bien sûr que c’est </a:t>
            </a:r>
            <a:br>
              <a:rPr lang="fr-FR" sz="1000" dirty="0">
                <a:latin typeface="Pangolin" panose="00000500000000000000" pitchFamily="2" charset="0"/>
              </a:rPr>
            </a:br>
            <a:r>
              <a:rPr lang="fr-FR" sz="1000" dirty="0">
                <a:latin typeface="Pangolin" panose="00000500000000000000" pitchFamily="2" charset="0"/>
              </a:rPr>
              <a:t>vous ! Voici votre tablier. Venez avec moi et je vous montrerai comment les choses fonctionnent ici.</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53534"/>
            <a:ext cx="1752511" cy="707886"/>
          </a:xfrm>
          <a:prstGeom prst="rect">
            <a:avLst/>
          </a:prstGeom>
          <a:noFill/>
        </p:spPr>
        <p:txBody>
          <a:bodyPr wrap="square">
            <a:spAutoFit/>
          </a:bodyPr>
          <a:lstStyle/>
          <a:p>
            <a:pPr algn="ctr"/>
            <a:r>
              <a:rPr lang="fr-FR" sz="1000" dirty="0">
                <a:latin typeface="Pangolin" panose="00000500000000000000" pitchFamily="2" charset="0"/>
              </a:rPr>
              <a:t>Votre travail consiste à exécuter les ordres du programme, euh, je veux dire, de la cuisine ...</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557635" y="6943687"/>
            <a:ext cx="1702474" cy="400110"/>
          </a:xfrm>
          <a:prstGeom prst="rect">
            <a:avLst/>
          </a:prstGeom>
          <a:noFill/>
        </p:spPr>
        <p:txBody>
          <a:bodyPr wrap="square">
            <a:spAutoFit/>
          </a:bodyPr>
          <a:lstStyle/>
          <a:p>
            <a:pPr algn="ctr"/>
            <a:r>
              <a:rPr lang="fr-FR" sz="1000" dirty="0">
                <a:latin typeface="Pangolin" panose="00000500000000000000" pitchFamily="2" charset="0"/>
              </a:rPr>
              <a:t>Et à mettre des valeurs
... C’est-à-dire le café ...</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19070" y="6990200"/>
            <a:ext cx="1928370" cy="246221"/>
          </a:xfrm>
          <a:prstGeom prst="rect">
            <a:avLst/>
          </a:prstGeom>
          <a:noFill/>
        </p:spPr>
        <p:txBody>
          <a:bodyPr wrap="square">
            <a:spAutoFit/>
          </a:bodyPr>
          <a:lstStyle/>
          <a:p>
            <a:pPr algn="ctr"/>
            <a:r>
              <a:rPr lang="de-DE" sz="1000" dirty="0">
                <a:latin typeface="Pangolin" panose="00000500000000000000" pitchFamily="2" charset="0"/>
              </a:rPr>
              <a:t>Dans des </a:t>
            </a:r>
            <a:r>
              <a:rPr lang="de-DE" sz="1000" dirty="0" err="1">
                <a:latin typeface="Pangolin" panose="00000500000000000000" pitchFamily="2" charset="0"/>
              </a:rPr>
              <a:t>récipients</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grpSp>
        <p:nvGrpSpPr>
          <p:cNvPr id="3" name="Group 2">
            <a:extLst>
              <a:ext uri="{FF2B5EF4-FFF2-40B4-BE49-F238E27FC236}">
                <a16:creationId xmlns:a16="http://schemas.microsoft.com/office/drawing/2014/main" id="{20F5283F-107B-ECB0-5480-4B00088F6FF5}"/>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5" name="Picture 4">
              <a:extLst>
                <a:ext uri="{FF2B5EF4-FFF2-40B4-BE49-F238E27FC236}">
                  <a16:creationId xmlns:a16="http://schemas.microsoft.com/office/drawing/2014/main" id="{3DF85B18-9951-28B9-43D2-45EB03119D4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6" name="Group 5">
              <a:extLst>
                <a:ext uri="{FF2B5EF4-FFF2-40B4-BE49-F238E27FC236}">
                  <a16:creationId xmlns:a16="http://schemas.microsoft.com/office/drawing/2014/main" id="{6EABDD31-DB1F-EEF0-D330-5D5A1FD2F1E0}"/>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7" name="Picture 6">
                <a:extLst>
                  <a:ext uri="{FF2B5EF4-FFF2-40B4-BE49-F238E27FC236}">
                    <a16:creationId xmlns:a16="http://schemas.microsoft.com/office/drawing/2014/main" id="{C2346060-5C86-6259-474E-A249BF9CA425}"/>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8" name="Picture 7">
                <a:extLst>
                  <a:ext uri="{FF2B5EF4-FFF2-40B4-BE49-F238E27FC236}">
                    <a16:creationId xmlns:a16="http://schemas.microsoft.com/office/drawing/2014/main" id="{00D26C30-FC60-BBF7-CAF8-2E78605DA38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 name="Picture 9">
                <a:extLst>
                  <a:ext uri="{FF2B5EF4-FFF2-40B4-BE49-F238E27FC236}">
                    <a16:creationId xmlns:a16="http://schemas.microsoft.com/office/drawing/2014/main" id="{8758C842-5476-CF1A-8FB1-3F20E484077B}"/>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70028DA2-D2CF-38AF-6647-7770C2CD75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5482D67-4FED-ACED-407A-0B7DB8D13B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6205388B-9A79-5166-83DD-69EE218F3C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a:extLst>
              <a:ext uri="{FF2B5EF4-FFF2-40B4-BE49-F238E27FC236}">
                <a16:creationId xmlns:a16="http://schemas.microsoft.com/office/drawing/2014/main" id="{D4D6E1C4-43F6-5476-866A-3EA9F73AB72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71B50083-CD29-E7C1-7EC8-EC40E56DCD1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30524235-F8D8-2216-B9A5-7E72274B6A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4" name="Grafik 31">
            <a:extLst>
              <a:ext uri="{FF2B5EF4-FFF2-40B4-BE49-F238E27FC236}">
                <a16:creationId xmlns:a16="http://schemas.microsoft.com/office/drawing/2014/main" id="{32112460-2EE0-278A-FD96-1E64F2F2C014}"/>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Types</a:t>
            </a:r>
            <a:r>
              <a:rPr lang="de-AT" sz="1000" dirty="0">
                <a:latin typeface="Pangolin" panose="00000500000000000000"/>
              </a:rPr>
              <a:t> </a:t>
            </a:r>
            <a:r>
              <a:rPr lang="de-AT" sz="1000" dirty="0" err="1">
                <a:latin typeface="Pangolin" panose="00000500000000000000"/>
              </a:rPr>
              <a:t>Primitifs</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355211" y="649511"/>
            <a:ext cx="1865327"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1000" dirty="0">
                <a:latin typeface="Pangolin" panose="00000500000000000000" pitchFamily="2" charset="0"/>
                <a:ea typeface="+mn-ea"/>
                <a:cs typeface="+mn-cs"/>
              </a:rPr>
              <a:t>Voici les différents récipients que nous utilisons. Ne vous inquiétez pas des valeurs exactes des intervalles.</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426701" y="3824937"/>
            <a:ext cx="1652024" cy="553998"/>
          </a:xfrm>
          <a:prstGeom prst="rect">
            <a:avLst/>
          </a:prstGeom>
          <a:noFill/>
        </p:spPr>
        <p:txBody>
          <a:bodyPr wrap="square">
            <a:spAutoFit/>
          </a:bodyPr>
          <a:lstStyle/>
          <a:p>
            <a:pPr algn="ctr"/>
            <a:r>
              <a:rPr lang="fr-FR" sz="1000" dirty="0">
                <a:latin typeface="Pangolin" panose="00000500000000000000" pitchFamily="2" charset="0"/>
              </a:rPr>
              <a:t>Parfois, vous devrez verser le contenu d'un récipient dans un autre.</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887013" y="4089387"/>
            <a:ext cx="1385240" cy="246221"/>
          </a:xfrm>
          <a:prstGeom prst="rect">
            <a:avLst/>
          </a:prstGeom>
          <a:noFill/>
        </p:spPr>
        <p:txBody>
          <a:bodyPr wrap="square">
            <a:spAutoFit/>
          </a:bodyPr>
          <a:lstStyle/>
          <a:p>
            <a:pPr algn="ctr"/>
            <a:r>
              <a:rPr lang="de-DE" sz="1000">
                <a:latin typeface="Pangolin" panose="00000500000000000000" pitchFamily="2" charset="0"/>
              </a:rPr>
              <a:t>Facile, n’est-ce pas ?</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869475" y="3919605"/>
            <a:ext cx="1520719" cy="400110"/>
          </a:xfrm>
          <a:prstGeom prst="rect">
            <a:avLst/>
          </a:prstGeom>
          <a:noFill/>
        </p:spPr>
        <p:txBody>
          <a:bodyPr wrap="square">
            <a:spAutoFit/>
          </a:bodyPr>
          <a:lstStyle/>
          <a:p>
            <a:pPr algn="ctr"/>
            <a:r>
              <a:rPr lang="fr-FR" sz="1000">
                <a:latin typeface="Pangolin" panose="00000500000000000000" pitchFamily="2" charset="0"/>
              </a:rPr>
              <a:t>Mais soyez conscient d’une chose.</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360646" y="6874487"/>
            <a:ext cx="1782480" cy="707886"/>
          </a:xfrm>
          <a:prstGeom prst="rect">
            <a:avLst/>
          </a:prstGeom>
          <a:noFill/>
        </p:spPr>
        <p:txBody>
          <a:bodyPr wrap="square">
            <a:spAutoFit/>
          </a:bodyPr>
          <a:lstStyle/>
          <a:p>
            <a:pPr algn="ctr"/>
            <a:r>
              <a:rPr lang="fr-FR" sz="1000" dirty="0">
                <a:latin typeface="Pangolin" panose="00000500000000000000" pitchFamily="2" charset="0"/>
              </a:rPr>
              <a:t>En fait, vous ne videz pas les récipients d’origine, mais copiez le contenu dans un nouveau conteneur.</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68668" y="6866711"/>
            <a:ext cx="1926069" cy="707886"/>
          </a:xfrm>
          <a:prstGeom prst="rect">
            <a:avLst/>
          </a:prstGeom>
          <a:noFill/>
        </p:spPr>
        <p:txBody>
          <a:bodyPr wrap="square">
            <a:spAutoFit/>
          </a:bodyPr>
          <a:lstStyle/>
          <a:p>
            <a:pPr algn="ctr"/>
            <a:r>
              <a:rPr lang="fr-FR" sz="1000">
                <a:latin typeface="Pangolin" panose="00000500000000000000" pitchFamily="2" charset="0"/>
              </a:rPr>
              <a:t>De plus, vous pouvez toujours copier le contenu d’un conteneur plus petit dans un conteneur plus grand.</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713288" y="6916260"/>
            <a:ext cx="1802813" cy="553998"/>
          </a:xfrm>
          <a:prstGeom prst="rect">
            <a:avLst/>
          </a:prstGeom>
          <a:noFill/>
        </p:spPr>
        <p:txBody>
          <a:bodyPr wrap="square">
            <a:spAutoFit/>
          </a:bodyPr>
          <a:lstStyle/>
          <a:p>
            <a:pPr algn="ctr"/>
            <a:r>
              <a:rPr lang="fr-FR" sz="1000" dirty="0">
                <a:latin typeface="Pangolin" panose="00000500000000000000" pitchFamily="2" charset="0"/>
              </a:rPr>
              <a:t>Mais que se passe-t-il lorsque nous versons un </a:t>
            </a:r>
            <a:br>
              <a:rPr lang="fr-FR" sz="1000" dirty="0">
                <a:latin typeface="Pangolin" panose="00000500000000000000" pitchFamily="2" charset="0"/>
              </a:rPr>
            </a:br>
            <a:r>
              <a:rPr lang="fr-FR" sz="1000" dirty="0">
                <a:latin typeface="Pangolin" panose="00000500000000000000" pitchFamily="2" charset="0"/>
              </a:rPr>
              <a:t>FLOAT sur un SHORT ?</a:t>
            </a:r>
            <a:endParaRPr lang="de-AT" sz="1000" dirty="0">
              <a:solidFill>
                <a:schemeClr val="tx1"/>
              </a:solidFill>
              <a:latin typeface="Pangolin" panose="00000500000000000000" pitchFamily="2" charset="0"/>
            </a:endParaRPr>
          </a:p>
        </p:txBody>
      </p:sp>
      <p:grpSp>
        <p:nvGrpSpPr>
          <p:cNvPr id="19" name="Group 18">
            <a:extLst>
              <a:ext uri="{FF2B5EF4-FFF2-40B4-BE49-F238E27FC236}">
                <a16:creationId xmlns:a16="http://schemas.microsoft.com/office/drawing/2014/main" id="{42E7C97C-0FA1-5B12-8849-59B88B567E02}"/>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0" name="Picture 19">
              <a:extLst>
                <a:ext uri="{FF2B5EF4-FFF2-40B4-BE49-F238E27FC236}">
                  <a16:creationId xmlns:a16="http://schemas.microsoft.com/office/drawing/2014/main" id="{6F6FEF4F-E7FD-73AA-010F-214D8245D837}"/>
                </a:ext>
                <a:ext uri="{C183D7F6-B498-43B3-948B-1728B52AA6E4}">
                  <adec:decorative xmlns:adec="http://schemas.microsoft.com/office/drawing/2017/decorative" val="1"/>
                </a:ext>
              </a:extLst>
            </p:cNvPr>
            <p:cNvPicPr>
              <a:picLocks noChangeAspect="1"/>
            </p:cNvPicPr>
            <p:nvPr/>
          </p:nvPicPr>
          <p:blipFill>
            <a:blip r:embed="rId3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1" name="Group 20">
              <a:extLst>
                <a:ext uri="{FF2B5EF4-FFF2-40B4-BE49-F238E27FC236}">
                  <a16:creationId xmlns:a16="http://schemas.microsoft.com/office/drawing/2014/main" id="{C70BEF5A-B1EE-6742-8FD9-933079002589}"/>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3" name="Picture 22">
                <a:extLst>
                  <a:ext uri="{FF2B5EF4-FFF2-40B4-BE49-F238E27FC236}">
                    <a16:creationId xmlns:a16="http://schemas.microsoft.com/office/drawing/2014/main" id="{BBED27C0-0528-3630-14B0-1B186CFA25AB}"/>
                  </a:ext>
                </a:extLst>
              </p:cNvPr>
              <p:cNvPicPr>
                <a:picLocks noChangeAspect="1"/>
              </p:cNvPicPr>
              <p:nvPr/>
            </p:nvPicPr>
            <p:blipFill>
              <a:blip r:embed="rId36"/>
              <a:stretch>
                <a:fillRect/>
              </a:stretch>
            </p:blipFill>
            <p:spPr>
              <a:xfrm>
                <a:off x="4063999" y="4953000"/>
                <a:ext cx="609600" cy="609600"/>
              </a:xfrm>
              <a:prstGeom prst="rect">
                <a:avLst/>
              </a:prstGeom>
            </p:spPr>
          </p:pic>
          <p:pic>
            <p:nvPicPr>
              <p:cNvPr id="24" name="Picture 23">
                <a:extLst>
                  <a:ext uri="{FF2B5EF4-FFF2-40B4-BE49-F238E27FC236}">
                    <a16:creationId xmlns:a16="http://schemas.microsoft.com/office/drawing/2014/main" id="{39B418F8-E384-628F-6521-5AF6BC400E5F}"/>
                  </a:ext>
                </a:extLst>
              </p:cNvPr>
              <p:cNvPicPr>
                <a:picLocks noChangeAspect="1"/>
              </p:cNvPicPr>
              <p:nvPr/>
            </p:nvPicPr>
            <p:blipFill>
              <a:blip r:embed="rId37"/>
              <a:stretch>
                <a:fillRect/>
              </a:stretch>
            </p:blipFill>
            <p:spPr>
              <a:xfrm>
                <a:off x="4705349" y="4953000"/>
                <a:ext cx="609600" cy="609600"/>
              </a:xfrm>
              <a:prstGeom prst="rect">
                <a:avLst/>
              </a:prstGeom>
            </p:spPr>
          </p:pic>
          <p:pic>
            <p:nvPicPr>
              <p:cNvPr id="26" name="Picture 25">
                <a:extLst>
                  <a:ext uri="{FF2B5EF4-FFF2-40B4-BE49-F238E27FC236}">
                    <a16:creationId xmlns:a16="http://schemas.microsoft.com/office/drawing/2014/main" id="{1B16FE37-82AF-A6AA-5BEC-303790C2E7EF}"/>
                  </a:ext>
                </a:extLst>
              </p:cNvPr>
              <p:cNvPicPr>
                <a:picLocks noChangeAspect="1"/>
              </p:cNvPicPr>
              <p:nvPr/>
            </p:nvPicPr>
            <p:blipFill>
              <a:blip r:embed="rId3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3A37D8E3-3838-7A0F-F2BA-7ABF0C71C7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2828EF2-9B41-AB18-0B85-4E89659AC8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16ED60CA-3109-1CF4-B27E-B43C57C4A8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B1CE6B8F-5E75-EFDC-B820-019B9D4FB1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Types</a:t>
            </a:r>
            <a:r>
              <a:rPr lang="de-AT" sz="1000" dirty="0">
                <a:latin typeface="Pangolin" panose="00000500000000000000"/>
              </a:rPr>
              <a:t> </a:t>
            </a:r>
            <a:r>
              <a:rPr lang="de-AT" sz="1000" dirty="0" err="1">
                <a:latin typeface="Pangolin" panose="00000500000000000000"/>
              </a:rPr>
              <a:t>Primitifs</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06375" y="861704"/>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dirty="0" err="1">
                <a:latin typeface="Pangolin" panose="00000500000000000000" pitchFamily="2" charset="0"/>
                <a:ea typeface="+mn-ea"/>
                <a:cs typeface="+mn-cs"/>
              </a:rPr>
              <a:t>Seule</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une</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partie</a:t>
            </a:r>
            <a:r>
              <a:rPr lang="de-DE" sz="1000" dirty="0">
                <a:latin typeface="Pangolin" panose="00000500000000000000" pitchFamily="2" charset="0"/>
                <a:ea typeface="+mn-ea"/>
                <a:cs typeface="+mn-cs"/>
              </a:rPr>
              <a:t> le </a:t>
            </a:r>
            <a:r>
              <a:rPr lang="de-DE" sz="1000" dirty="0" err="1">
                <a:latin typeface="Pangolin" panose="00000500000000000000" pitchFamily="2" charset="0"/>
                <a:ea typeface="+mn-ea"/>
                <a:cs typeface="+mn-cs"/>
              </a:rPr>
              <a:t>remplira</a:t>
            </a:r>
            <a:r>
              <a:rPr lang="de-DE" sz="1000" dirty="0">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42486" y="807395"/>
            <a:ext cx="1782780" cy="400110"/>
          </a:xfrm>
          <a:prstGeom prst="rect">
            <a:avLst/>
          </a:prstGeom>
          <a:noFill/>
        </p:spPr>
        <p:txBody>
          <a:bodyPr wrap="square">
            <a:spAutoFit/>
          </a:bodyPr>
          <a:lstStyle/>
          <a:p>
            <a:pPr algn="ctr"/>
            <a:r>
              <a:rPr lang="fr-FR" sz="1000">
                <a:latin typeface="Pangolin" panose="00000500000000000000" pitchFamily="2" charset="0"/>
              </a:rPr>
              <a:t>Et le reste laissera un énorme désordre sur le comptoir.</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700404" y="790724"/>
            <a:ext cx="1781676" cy="553998"/>
          </a:xfrm>
          <a:prstGeom prst="rect">
            <a:avLst/>
          </a:prstGeom>
          <a:noFill/>
        </p:spPr>
        <p:txBody>
          <a:bodyPr wrap="square">
            <a:spAutoFit/>
          </a:bodyPr>
          <a:lstStyle/>
          <a:p>
            <a:pPr algn="ctr"/>
            <a:r>
              <a:rPr lang="fr-FR" sz="1000" dirty="0">
                <a:latin typeface="Pangolin" panose="00000500000000000000" pitchFamily="2" charset="0"/>
              </a:rPr>
              <a:t>Et la gravité de la situation dépendra du gestionnaire avec qui vous travaillez.</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303219" y="3908229"/>
            <a:ext cx="1904222" cy="553998"/>
          </a:xfrm>
          <a:prstGeom prst="rect">
            <a:avLst/>
          </a:prstGeom>
          <a:noFill/>
        </p:spPr>
        <p:txBody>
          <a:bodyPr wrap="square">
            <a:spAutoFit/>
          </a:bodyPr>
          <a:lstStyle/>
          <a:p>
            <a:pPr algn="ctr"/>
            <a:r>
              <a:rPr lang="fr-FR" sz="1000" dirty="0">
                <a:latin typeface="Pangolin" panose="00000500000000000000" pitchFamily="2" charset="0"/>
              </a:rPr>
              <a:t>Vous voyez ce gars là-bas ? Celui-là ne vous dérangera pas trop et il le nettoiera pour vous.</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503953" y="3908229"/>
            <a:ext cx="1892584" cy="553998"/>
          </a:xfrm>
          <a:prstGeom prst="rect">
            <a:avLst/>
          </a:prstGeom>
          <a:noFill/>
        </p:spPr>
        <p:txBody>
          <a:bodyPr wrap="square">
            <a:spAutoFit/>
          </a:bodyPr>
          <a:lstStyle/>
          <a:p>
            <a:pPr algn="ctr"/>
            <a:r>
              <a:rPr lang="fr-FR" sz="1000" dirty="0">
                <a:latin typeface="Pangolin" panose="00000500000000000000" pitchFamily="2" charset="0"/>
              </a:rPr>
              <a:t>Mais ne le faites JAMAIS sous l’œil vigilant de celui-là là-bas. </a:t>
            </a:r>
            <a:br>
              <a:rPr lang="fr-FR" sz="1000" dirty="0">
                <a:latin typeface="Pangolin" panose="00000500000000000000" pitchFamily="2" charset="0"/>
              </a:rPr>
            </a:br>
            <a:r>
              <a:rPr lang="fr-FR" sz="1000" dirty="0">
                <a:latin typeface="Pangolin" panose="00000500000000000000" pitchFamily="2" charset="0"/>
              </a:rPr>
              <a:t>Il ne le nettoiera pas tout seul !</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831285"/>
            <a:ext cx="2001066" cy="707886"/>
          </a:xfrm>
          <a:prstGeom prst="rect">
            <a:avLst/>
          </a:prstGeom>
          <a:noFill/>
        </p:spPr>
        <p:txBody>
          <a:bodyPr wrap="square">
            <a:spAutoFit/>
          </a:bodyPr>
          <a:lstStyle/>
          <a:p>
            <a:pPr algn="ctr"/>
            <a:r>
              <a:rPr lang="fr-FR" sz="1000" dirty="0">
                <a:latin typeface="Pangolin" panose="00000500000000000000" pitchFamily="2" charset="0"/>
              </a:rPr>
              <a:t>Donc, en fonction de ce sur quoi vous travaillez, essayez d’éviter les versements qui créent des désordres.</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240647" y="6829615"/>
            <a:ext cx="2002109" cy="600164"/>
          </a:xfrm>
          <a:prstGeom prst="rect">
            <a:avLst/>
          </a:prstGeom>
          <a:noFill/>
        </p:spPr>
        <p:txBody>
          <a:bodyPr wrap="square">
            <a:spAutoFit/>
          </a:bodyPr>
          <a:lstStyle/>
          <a:p>
            <a:pPr algn="ctr"/>
            <a:r>
              <a:rPr lang="fr-FR" sz="1100">
                <a:latin typeface="Pangolin" panose="00000500000000000000" pitchFamily="2" charset="0"/>
              </a:rPr>
              <a:t>Vous vous demandez peut-être pourquoi nous ne mettons pas tout en DOUBLE.</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459124" y="6887231"/>
            <a:ext cx="1635356" cy="600164"/>
          </a:xfrm>
          <a:prstGeom prst="rect">
            <a:avLst/>
          </a:prstGeom>
          <a:noFill/>
        </p:spPr>
        <p:txBody>
          <a:bodyPr wrap="square">
            <a:spAutoFit/>
          </a:bodyPr>
          <a:lstStyle/>
          <a:p>
            <a:r>
              <a:rPr lang="fr-FR" sz="1100" dirty="0">
                <a:latin typeface="Pangolin" panose="00000500000000000000" pitchFamily="2" charset="0"/>
              </a:rPr>
              <a:t>… Cette solution utiliserait trop d'espace inutilement …</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409416" y="9037248"/>
            <a:ext cx="1489108" cy="430887"/>
          </a:xfrm>
          <a:prstGeom prst="rect">
            <a:avLst/>
          </a:prstGeom>
          <a:noFill/>
        </p:spPr>
        <p:txBody>
          <a:bodyPr wrap="square">
            <a:spAutoFit/>
          </a:bodyPr>
          <a:lstStyle/>
          <a:p>
            <a:pPr algn="ctr"/>
            <a:r>
              <a:rPr lang="fr-FR" sz="1100">
                <a:latin typeface="Pangolin" panose="00000500000000000000" pitchFamily="2" charset="0"/>
              </a:rPr>
              <a:t>Veuillez donc choisir les tailles appropriées.</a:t>
            </a:r>
            <a:endParaRPr lang="de-AT" sz="1100" dirty="0">
              <a:solidFill>
                <a:schemeClr val="tx1"/>
              </a:solidFill>
              <a:latin typeface="Pangolin" panose="00000500000000000000" pitchFamily="2" charset="0"/>
            </a:endParaRPr>
          </a:p>
        </p:txBody>
      </p:sp>
      <p:grpSp>
        <p:nvGrpSpPr>
          <p:cNvPr id="22" name="Group 21">
            <a:extLst>
              <a:ext uri="{FF2B5EF4-FFF2-40B4-BE49-F238E27FC236}">
                <a16:creationId xmlns:a16="http://schemas.microsoft.com/office/drawing/2014/main" id="{F10B2BAF-DD5A-84CD-8A49-23EB1942877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3" name="Picture 22">
              <a:extLst>
                <a:ext uri="{FF2B5EF4-FFF2-40B4-BE49-F238E27FC236}">
                  <a16:creationId xmlns:a16="http://schemas.microsoft.com/office/drawing/2014/main" id="{103DC324-A2C9-657B-E899-4C7D704471E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4" name="Group 23">
              <a:extLst>
                <a:ext uri="{FF2B5EF4-FFF2-40B4-BE49-F238E27FC236}">
                  <a16:creationId xmlns:a16="http://schemas.microsoft.com/office/drawing/2014/main" id="{6A1B8700-6B94-1289-D420-C4FB0CB6B66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5" name="Picture 24">
                <a:extLst>
                  <a:ext uri="{FF2B5EF4-FFF2-40B4-BE49-F238E27FC236}">
                    <a16:creationId xmlns:a16="http://schemas.microsoft.com/office/drawing/2014/main" id="{41083035-AE98-7BDC-5B28-94424ABFEFEA}"/>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26" name="Picture 25">
                <a:extLst>
                  <a:ext uri="{FF2B5EF4-FFF2-40B4-BE49-F238E27FC236}">
                    <a16:creationId xmlns:a16="http://schemas.microsoft.com/office/drawing/2014/main" id="{247FBFA5-A0DF-F118-2290-044C7C1787F6}"/>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27" name="Picture 26">
                <a:extLst>
                  <a:ext uri="{FF2B5EF4-FFF2-40B4-BE49-F238E27FC236}">
                    <a16:creationId xmlns:a16="http://schemas.microsoft.com/office/drawing/2014/main" id="{A0B37252-B490-7095-860B-3FDBAA79306B}"/>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Types</a:t>
            </a:r>
            <a:r>
              <a:rPr lang="de-AT" sz="1000" dirty="0">
                <a:latin typeface="Pangolin" panose="00000500000000000000"/>
              </a:rPr>
              <a:t> </a:t>
            </a:r>
            <a:r>
              <a:rPr lang="de-AT" sz="1000" dirty="0" err="1">
                <a:latin typeface="Pangolin" panose="00000500000000000000"/>
              </a:rPr>
              <a:t>Primitifs</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391647" y="635178"/>
            <a:ext cx="1725361"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1000">
                <a:latin typeface="Pangolin" panose="00000500000000000000" pitchFamily="2" charset="0"/>
                <a:ea typeface="+mn-ea"/>
                <a:cs typeface="+mn-cs"/>
              </a:rPr>
              <a:t>C’est tout ce que vous devez savoir pour commencer, alors profitez de votre premier jour de travail.</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a:latin typeface="Pangolin" panose="00000500000000000000" pitchFamily="2" charset="0"/>
              </a:rPr>
              <a:t>Bonjour!</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68455" y="749480"/>
            <a:ext cx="1768694" cy="707886"/>
          </a:xfrm>
          <a:prstGeom prst="rect">
            <a:avLst/>
          </a:prstGeom>
          <a:noFill/>
        </p:spPr>
        <p:txBody>
          <a:bodyPr wrap="square">
            <a:spAutoFit/>
          </a:bodyPr>
          <a:lstStyle/>
          <a:p>
            <a:pPr algn="ctr"/>
            <a:r>
              <a:rPr lang="fr-FR" sz="1000" dirty="0">
                <a:latin typeface="Pangolin" panose="00000500000000000000" pitchFamily="2" charset="0"/>
              </a:rPr>
              <a:t>Je suis la nouvelle recrue et mon premier jour de travail commence aujourd’hui. On m'a dit de te chercher.</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662612" y="625832"/>
            <a:ext cx="1879588" cy="852156"/>
          </a:xfrm>
          <a:prstGeom prst="rect">
            <a:avLst/>
          </a:prstGeom>
          <a:noFill/>
        </p:spPr>
        <p:txBody>
          <a:bodyPr wrap="square">
            <a:spAutoFit/>
          </a:bodyPr>
          <a:lstStyle/>
          <a:p>
            <a:pPr algn="ctr">
              <a:lnSpc>
                <a:spcPts val="1500"/>
              </a:lnSpc>
            </a:pPr>
            <a:r>
              <a:rPr lang="fr-FR" sz="1000" dirty="0">
                <a:latin typeface="Pangolin" panose="00000500000000000000" pitchFamily="2" charset="0"/>
              </a:rPr>
              <a:t>Tu sais quoi? Je suis assez occupé en ce moment. Et si vous lui expliquiez comment les choses fonctionnent ici !</a:t>
            </a:r>
            <a:endParaRPr lang="de-AT" sz="1000" dirty="0">
              <a:solidFill>
                <a:schemeClr val="tx1"/>
              </a:solidFill>
              <a:latin typeface="Pangolin" panose="00000500000000000000" pitchFamily="2" charset="0"/>
            </a:endParaRPr>
          </a:p>
        </p:txBody>
      </p:sp>
      <p:sp>
        <p:nvSpPr>
          <p:cNvPr id="3" name="Rechteck 2">
            <a:extLst>
              <a:ext uri="{FF2B5EF4-FFF2-40B4-BE49-F238E27FC236}">
                <a16:creationId xmlns:a16="http://schemas.microsoft.com/office/drawing/2014/main" id="{0401E7B8-9D30-8BAB-6BEE-4A08168956A7}"/>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r-FR" sz="1000" dirty="0">
                <a:solidFill>
                  <a:schemeClr val="tx1"/>
                </a:solidFill>
                <a:latin typeface="Pangolin" panose="00000500000000000000" pitchFamily="2" charset="0"/>
              </a:rPr>
              <a:t>Comment expliqueriez-vous le concept de types de données primitifs au nouvel employé ? Utilisez cet espace pour prendre des notes et dessiner des images.</a:t>
            </a:r>
            <a:endParaRPr lang="de-AT" sz="1000" dirty="0">
              <a:solidFill>
                <a:schemeClr val="tx1"/>
              </a:solidFill>
              <a:latin typeface="Pangolin" panose="00000500000000000000" pitchFamily="2" charset="0"/>
            </a:endParaRPr>
          </a:p>
        </p:txBody>
      </p:sp>
      <p:pic>
        <p:nvPicPr>
          <p:cNvPr id="4" name="Grafik 4">
            <a:extLst>
              <a:ext uri="{FF2B5EF4-FFF2-40B4-BE49-F238E27FC236}">
                <a16:creationId xmlns:a16="http://schemas.microsoft.com/office/drawing/2014/main" id="{4021AF3A-92BD-6CEC-22B1-85694E6751A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0" name="Rechteck 1">
            <a:extLst>
              <a:ext uri="{FF2B5EF4-FFF2-40B4-BE49-F238E27FC236}">
                <a16:creationId xmlns:a16="http://schemas.microsoft.com/office/drawing/2014/main" id="{63AC5048-DB0F-A4E2-8701-B75660BF482A}"/>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1" name="Group 10">
            <a:extLst>
              <a:ext uri="{FF2B5EF4-FFF2-40B4-BE49-F238E27FC236}">
                <a16:creationId xmlns:a16="http://schemas.microsoft.com/office/drawing/2014/main" id="{AA71052A-8A3D-5BC4-60A2-2EEDE7F440B0}"/>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2" name="Picture 11">
              <a:extLst>
                <a:ext uri="{FF2B5EF4-FFF2-40B4-BE49-F238E27FC236}">
                  <a16:creationId xmlns:a16="http://schemas.microsoft.com/office/drawing/2014/main" id="{E3ED5693-FCB0-3813-8FA1-7A4740AD5BA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3" name="Group 12">
              <a:extLst>
                <a:ext uri="{FF2B5EF4-FFF2-40B4-BE49-F238E27FC236}">
                  <a16:creationId xmlns:a16="http://schemas.microsoft.com/office/drawing/2014/main" id="{53D69C30-707A-464E-ADBF-5D2A34AA14CC}"/>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4" name="Picture 13">
                <a:extLst>
                  <a:ext uri="{FF2B5EF4-FFF2-40B4-BE49-F238E27FC236}">
                    <a16:creationId xmlns:a16="http://schemas.microsoft.com/office/drawing/2014/main" id="{6FA738B9-B819-ADD4-54B0-25929C5D3AE8}"/>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438BBD56-E02D-1873-1DB2-40A9C3CB8B7D}"/>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32D9C4D7-F63F-7112-70FC-D3E2FC981572}"/>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55581DF-DFBA-893D-C8CB-FFD50D30EF3F}"/>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fr-FR" sz="1100" b="1" dirty="0">
                <a:solidFill>
                  <a:srgbClr val="333333"/>
                </a:solidFill>
                <a:latin typeface="Segoe UI" panose="020B0502040204020203" pitchFamily="34" charset="0"/>
                <a:ea typeface="+mn-ea"/>
                <a:cs typeface="Segoe UI" panose="020B0502040204020203" pitchFamily="34" charset="0"/>
              </a:rPr>
              <a:t>Comment citer ce document :</a:t>
            </a:r>
            <a:br>
              <a:rPr lang="fr-FR" sz="1100" b="1" dirty="0">
                <a:solidFill>
                  <a:srgbClr val="333333"/>
                </a:solidFill>
                <a:latin typeface="Segoe UI" panose="020B0502040204020203" pitchFamily="34" charset="0"/>
                <a:ea typeface="+mn-ea"/>
                <a:cs typeface="Segoe UI" panose="020B0502040204020203" pitchFamily="34" charset="0"/>
              </a:rPr>
            </a:br>
            <a:br>
              <a:rPr lang="fr-FR" sz="1100" dirty="0">
                <a:solidFill>
                  <a:srgbClr val="333333"/>
                </a:solidFill>
                <a:latin typeface="Segoe UI" panose="020B0502040204020203" pitchFamily="34" charset="0"/>
                <a:ea typeface="+mn-ea"/>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Types Primitifs . University of Applied Sciences St. Pölten (USTP). https://www.comixplain.cc</a:t>
            </a:r>
            <a:br>
              <a:rPr lang="fr-FR" sz="1100" dirty="0">
                <a:solidFill>
                  <a:srgbClr val="333333"/>
                </a:solidFill>
                <a:latin typeface="Segoe UI" panose="020B0502040204020203" pitchFamily="34" charset="0"/>
                <a:ea typeface="+mn-ea"/>
                <a:cs typeface="Segoe UI" panose="020B0502040204020203" pitchFamily="34" charset="0"/>
              </a:rPr>
            </a:br>
            <a:br>
              <a:rPr lang="fr-FR" sz="1100" b="1" dirty="0">
                <a:solidFill>
                  <a:srgbClr val="333333"/>
                </a:solidFill>
                <a:latin typeface="Segoe UI" panose="020B0502040204020203" pitchFamily="34" charset="0"/>
                <a:ea typeface="+mn-ea"/>
                <a:cs typeface="Segoe UI" panose="020B0502040204020203" pitchFamily="34" charset="0"/>
              </a:rPr>
            </a:br>
            <a:r>
              <a:rPr lang="fr-FR" sz="1100" b="1" dirty="0">
                <a:solidFill>
                  <a:srgbClr val="333333"/>
                </a:solidFill>
                <a:latin typeface="Segoe UI" panose="020B0502040204020203" pitchFamily="34" charset="0"/>
                <a:ea typeface="+mn-ea"/>
                <a:cs typeface="Segoe UI" panose="020B0502040204020203" pitchFamily="34" charset="0"/>
              </a:rPr>
              <a:t>Cette bande dessinée a été adaptée de : </a:t>
            </a:r>
            <a:br>
              <a:rPr lang="fr-FR" sz="1100" dirty="0">
                <a:solidFill>
                  <a:srgbClr val="333333"/>
                </a:solidFill>
                <a:latin typeface="Segoe UI" panose="020B0502040204020203" pitchFamily="34" charset="0"/>
                <a:ea typeface="+mn-ea"/>
                <a:cs typeface="Segoe UI" panose="020B0502040204020203" pitchFamily="34" charset="0"/>
              </a:rPr>
            </a:br>
            <a:br>
              <a:rPr lang="fr-FR" sz="1100" dirty="0">
                <a:solidFill>
                  <a:srgbClr val="333333"/>
                </a:solidFill>
                <a:latin typeface="Segoe UI" panose="020B0502040204020203" pitchFamily="34" charset="0"/>
                <a:ea typeface="+mn-ea"/>
                <a:cs typeface="Segoe UI" panose="020B0502040204020203" pitchFamily="34" charset="0"/>
              </a:rPr>
            </a:br>
            <a:r>
              <a:rPr lang="de-AT" sz="1100" dirty="0">
                <a:solidFill>
                  <a:srgbClr val="333333"/>
                </a:solidFill>
                <a:latin typeface="Segoe UI" panose="020B0502040204020203" pitchFamily="34" charset="0"/>
                <a:ea typeface="+mn-ea"/>
                <a:cs typeface="Segoe UI" panose="020B0502040204020203" pitchFamily="34" charset="0"/>
              </a:rPr>
              <a:t>Types Primitifs </a:t>
            </a:r>
            <a:r>
              <a:rPr lang="de-DE" sz="1100" dirty="0">
                <a:solidFill>
                  <a:srgbClr val="333333"/>
                </a:solidFill>
                <a:latin typeface="Segoe UI" panose="020B0502040204020203" pitchFamily="34" charset="0"/>
                <a:ea typeface="+mn-ea"/>
                <a:cs typeface="Segoe UI" panose="020B0502040204020203" pitchFamily="34" charset="0"/>
              </a:rPr>
              <a:t>© 2024 </a:t>
            </a:r>
            <a:r>
              <a:rPr lang="de-DE" sz="1100" dirty="0" err="1">
                <a:solidFill>
                  <a:srgbClr val="333333"/>
                </a:solidFill>
                <a:latin typeface="Segoe UI" panose="020B0502040204020203" pitchFamily="34" charset="0"/>
                <a:ea typeface="+mn-ea"/>
                <a:cs typeface="Segoe UI" panose="020B0502040204020203" pitchFamily="34" charset="0"/>
              </a:rPr>
              <a:t>by</a:t>
            </a:r>
            <a:r>
              <a:rPr lang="de-DE" sz="1100" dirty="0">
                <a:solidFill>
                  <a:srgbClr val="333333"/>
                </a:solidFill>
                <a:latin typeface="Segoe UI" panose="020B0502040204020203" pitchFamily="34" charset="0"/>
                <a:ea typeface="+mn-ea"/>
                <a:cs typeface="Segoe UI" panose="020B0502040204020203" pitchFamily="34" charset="0"/>
              </a:rPr>
              <a:t> Comixplain </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Team: Victor-Adriel De-Jesus-Oliveira, Hsiang-Yun Wu, Christina Stoiber, Magdalena Boucher, and Alena Ertl, with illustrations by Magdalena Boucher and Alena Ertl, all employed by Sankt Pölten University of Applied Sciences is licensed under</a:t>
            </a:r>
            <a:r>
              <a:rPr lang="de-DE" sz="1100" dirty="0">
                <a:solidFill>
                  <a:srgbClr val="333333"/>
                </a:solidFill>
                <a:latin typeface="Segoe UI" panose="020B0502040204020203" pitchFamily="34" charset="0"/>
                <a:ea typeface="+mn-ea"/>
                <a:cs typeface="Segoe UI" panose="020B0502040204020203" pitchFamily="34" charset="0"/>
              </a:rPr>
              <a:t>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0CC610EE-81A3-5D5F-9727-2A84359DA48F}"/>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BF7B09DBF6D7B4DA35692C22AFAF86F" ma:contentTypeVersion="17" ma:contentTypeDescription="Create a new document." ma:contentTypeScope="" ma:versionID="ad44a7505c7aca20613ebc6bcfeba5ad">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e159740320cafda465bba0cd79ce7dbe"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35C186C0-933C-4F8E-A995-33D94FD3E22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3.xml><?xml version="1.0" encoding="utf-8"?>
<ds:datastoreItem xmlns:ds="http://schemas.openxmlformats.org/officeDocument/2006/customXml" ds:itemID="{84372B3F-CE2E-42EC-9979-028DA50166FC}">
  <ds:schemaRefs>
    <ds:schemaRef ds:uri="http://schemas.microsoft.com/office/2006/documentManagement/types"/>
    <ds:schemaRef ds:uri="http://purl.org/dc/dcmitype/"/>
    <ds:schemaRef ds:uri="http://purl.org/dc/terms/"/>
    <ds:schemaRef ds:uri="94bcf745-830c-42f4-885c-a1d7342e6e36"/>
    <ds:schemaRef ds:uri="http://schemas.microsoft.com/office/2006/metadata/properties"/>
    <ds:schemaRef ds:uri="http://schemas.openxmlformats.org/package/2006/metadata/core-properties"/>
    <ds:schemaRef ds:uri="http://purl.org/dc/elements/1.1/"/>
    <ds:schemaRef ds:uri="da1b7603-f8b8-47c9-9682-dc6aa8e9acd7"/>
    <ds:schemaRef ds:uri="http://schemas.microsoft.com/office/infopath/2007/PartnerControl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21</TotalTime>
  <Words>750</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 Light</vt:lpstr>
      <vt:lpstr>Pangolin</vt:lpstr>
      <vt:lpstr>Calibri</vt:lpstr>
      <vt:lpstr>Segoe UI</vt:lpstr>
      <vt:lpstr>Arial</vt:lpstr>
      <vt:lpstr>Office</vt:lpstr>
      <vt:lpstr>Types Primitifs</vt:lpstr>
      <vt:lpstr>PowerPoint Presentation</vt:lpstr>
      <vt:lpstr>Oh, vous êtes sûrement la nouvelle reçue dont notre manager nous a parlé !</vt:lpstr>
      <vt:lpstr>Voici les différents récipients que nous utilisons. Ne vous inquiétez pas des valeurs exactes des intervalles.</vt:lpstr>
      <vt:lpstr>Seule une partie le remplira.</vt:lpstr>
      <vt:lpstr>C’est tout ce que vous devez savoir pour commencer, alors profitez de votre premier jour de travail.</vt:lpstr>
      <vt:lpstr>Comment citer ce document :  Boucher, M., Boucher, A., Wu, H.-Y., &amp; Stoiber, C., &amp; De-Jesus-Oliveira, V.-A. (2025). Types Primitifs . University of Applied Sciences St. Pölten (USTP). https://www.comixplain.cc  Cette bande dessinée a été adaptée de :   Types Primitifs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Types Primitifs</dc:title>
  <dc:creator>Boucher Magdalena</dc:creator>
  <cp:lastModifiedBy>de-Jesus-Oliveira Victor-Adriel</cp:lastModifiedBy>
  <cp:revision>28</cp:revision>
  <dcterms:created xsi:type="dcterms:W3CDTF">2022-09-19T11:21:57Z</dcterms:created>
  <dcterms:modified xsi:type="dcterms:W3CDTF">2025-11-08T14:24:04Z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
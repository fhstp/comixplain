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Pangolin" panose="00000500000000000000" pitchFamily="2" charset="0"/>
      <p:regular r:id="rId12"/>
    </p:embeddedFont>
    <p:embeddedFont>
      <p:font typeface="Segoe UI" panose="020B0502040204020203" pitchFamily="34"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8BC281-689D-4F5A-8F7C-E6F01EA94D49}" v="18" dt="2025-11-08T14:22:13.9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6374" autoAdjust="0"/>
  </p:normalViewPr>
  <p:slideViewPr>
    <p:cSldViewPr snapToGrid="0">
      <p:cViewPr varScale="1">
        <p:scale>
          <a:sx n="63" d="100"/>
          <a:sy n="63" d="100"/>
        </p:scale>
        <p:origin x="2458" y="125"/>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4.fntdata"/><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8T14:22:13.984" v="50"/>
      <pc:docMkLst>
        <pc:docMk/>
      </pc:docMkLst>
      <pc:sldChg chg="addSp delSp modSp mod">
        <pc:chgData name="de-Jesus-Oliveira Victor-Adriel" userId="a708fc36-3c1b-42ab-b5e9-2e1fa3c6605e" providerId="ADAL" clId="{39AA12F0-CB51-4D67-A3A6-7C3EC2C345CA}" dt="2025-11-08T14:21:58.664" v="47"/>
        <pc:sldMkLst>
          <pc:docMk/>
          <pc:sldMk cId="1310685907" sldId="259"/>
        </pc:sldMkLst>
        <pc:spChg chg="add del mod">
          <ac:chgData name="de-Jesus-Oliveira Victor-Adriel" userId="a708fc36-3c1b-42ab-b5e9-2e1fa3c6605e" providerId="ADAL" clId="{39AA12F0-CB51-4D67-A3A6-7C3EC2C345CA}" dt="2025-11-08T14:21:26.166" v="46" actId="478"/>
          <ac:spMkLst>
            <pc:docMk/>
            <pc:sldMk cId="1310685907" sldId="259"/>
            <ac:spMk id="3" creationId="{AAFBAEF4-CEA9-4F85-4283-E640295C84E9}"/>
          </ac:spMkLst>
        </pc:spChg>
        <pc:grpChg chg="add mod">
          <ac:chgData name="de-Jesus-Oliveira Victor-Adriel" userId="a708fc36-3c1b-42ab-b5e9-2e1fa3c6605e" providerId="ADAL" clId="{39AA12F0-CB51-4D67-A3A6-7C3EC2C345CA}" dt="2025-11-08T14:21:58.664" v="47"/>
          <ac:grpSpMkLst>
            <pc:docMk/>
            <pc:sldMk cId="1310685907" sldId="259"/>
            <ac:grpSpMk id="5" creationId="{D5B7A66B-F6E7-3744-0986-A1D5B7866474}"/>
          </ac:grpSpMkLst>
        </pc:grpChg>
        <pc:grpChg chg="mod">
          <ac:chgData name="de-Jesus-Oliveira Victor-Adriel" userId="a708fc36-3c1b-42ab-b5e9-2e1fa3c6605e" providerId="ADAL" clId="{39AA12F0-CB51-4D67-A3A6-7C3EC2C345CA}" dt="2025-11-08T14:21:58.664" v="47"/>
          <ac:grpSpMkLst>
            <pc:docMk/>
            <pc:sldMk cId="1310685907" sldId="259"/>
            <ac:grpSpMk id="7" creationId="{6D4474CE-021E-0373-3078-8AC8B60DFC7E}"/>
          </ac:grpSpMkLst>
        </pc:grpChg>
        <pc:picChg chg="mod">
          <ac:chgData name="de-Jesus-Oliveira Victor-Adriel" userId="a708fc36-3c1b-42ab-b5e9-2e1fa3c6605e" providerId="ADAL" clId="{39AA12F0-CB51-4D67-A3A6-7C3EC2C345CA}" dt="2025-11-08T14:21:58.664" v="47"/>
          <ac:picMkLst>
            <pc:docMk/>
            <pc:sldMk cId="1310685907" sldId="259"/>
            <ac:picMk id="6" creationId="{9871F45C-D625-D47E-7E7A-AA0FDBEF36C9}"/>
          </ac:picMkLst>
        </pc:picChg>
        <pc:picChg chg="mod">
          <ac:chgData name="de-Jesus-Oliveira Victor-Adriel" userId="a708fc36-3c1b-42ab-b5e9-2e1fa3c6605e" providerId="ADAL" clId="{39AA12F0-CB51-4D67-A3A6-7C3EC2C345CA}" dt="2025-11-08T14:21:58.664" v="47"/>
          <ac:picMkLst>
            <pc:docMk/>
            <pc:sldMk cId="1310685907" sldId="259"/>
            <ac:picMk id="8" creationId="{C542B6FB-00B1-480F-336D-2ED722C9F643}"/>
          </ac:picMkLst>
        </pc:picChg>
        <pc:picChg chg="mod">
          <ac:chgData name="de-Jesus-Oliveira Victor-Adriel" userId="a708fc36-3c1b-42ab-b5e9-2e1fa3c6605e" providerId="ADAL" clId="{39AA12F0-CB51-4D67-A3A6-7C3EC2C345CA}" dt="2025-11-08T14:21:58.664" v="47"/>
          <ac:picMkLst>
            <pc:docMk/>
            <pc:sldMk cId="1310685907" sldId="259"/>
            <ac:picMk id="10" creationId="{3BA25035-40BC-0756-257D-EC61E1A74E64}"/>
          </ac:picMkLst>
        </pc:picChg>
        <pc:picChg chg="mod">
          <ac:chgData name="de-Jesus-Oliveira Victor-Adriel" userId="a708fc36-3c1b-42ab-b5e9-2e1fa3c6605e" providerId="ADAL" clId="{39AA12F0-CB51-4D67-A3A6-7C3EC2C345CA}" dt="2025-11-08T14:21:58.664" v="47"/>
          <ac:picMkLst>
            <pc:docMk/>
            <pc:sldMk cId="1310685907" sldId="259"/>
            <ac:picMk id="11" creationId="{3782EFAF-2097-7CD3-8838-04FF49BE4669}"/>
          </ac:picMkLst>
        </pc:picChg>
      </pc:sldChg>
      <pc:sldChg chg="addSp modSp">
        <pc:chgData name="de-Jesus-Oliveira Victor-Adriel" userId="a708fc36-3c1b-42ab-b5e9-2e1fa3c6605e" providerId="ADAL" clId="{39AA12F0-CB51-4D67-A3A6-7C3EC2C345CA}" dt="2025-11-08T14:22:10.922" v="48"/>
        <pc:sldMkLst>
          <pc:docMk/>
          <pc:sldMk cId="4091270383" sldId="260"/>
        </pc:sldMkLst>
        <pc:grpChg chg="add mod">
          <ac:chgData name="de-Jesus-Oliveira Victor-Adriel" userId="a708fc36-3c1b-42ab-b5e9-2e1fa3c6605e" providerId="ADAL" clId="{39AA12F0-CB51-4D67-A3A6-7C3EC2C345CA}" dt="2025-11-08T14:22:10.922" v="48"/>
          <ac:grpSpMkLst>
            <pc:docMk/>
            <pc:sldMk cId="4091270383" sldId="260"/>
            <ac:grpSpMk id="19" creationId="{A448BCCF-90D6-5C6C-39E3-E4A080E391FA}"/>
          </ac:grpSpMkLst>
        </pc:grpChg>
        <pc:grpChg chg="mod">
          <ac:chgData name="de-Jesus-Oliveira Victor-Adriel" userId="a708fc36-3c1b-42ab-b5e9-2e1fa3c6605e" providerId="ADAL" clId="{39AA12F0-CB51-4D67-A3A6-7C3EC2C345CA}" dt="2025-11-08T14:22:10.922" v="48"/>
          <ac:grpSpMkLst>
            <pc:docMk/>
            <pc:sldMk cId="4091270383" sldId="260"/>
            <ac:grpSpMk id="21" creationId="{9A7AD717-0B7D-C16E-26A3-7FA195A772D1}"/>
          </ac:grpSpMkLst>
        </pc:grpChg>
        <pc:picChg chg="mod">
          <ac:chgData name="de-Jesus-Oliveira Victor-Adriel" userId="a708fc36-3c1b-42ab-b5e9-2e1fa3c6605e" providerId="ADAL" clId="{39AA12F0-CB51-4D67-A3A6-7C3EC2C345CA}" dt="2025-11-08T14:22:10.922" v="48"/>
          <ac:picMkLst>
            <pc:docMk/>
            <pc:sldMk cId="4091270383" sldId="260"/>
            <ac:picMk id="20" creationId="{F15CB9C4-E065-AEC7-2D6C-0F0227E8C66B}"/>
          </ac:picMkLst>
        </pc:picChg>
        <pc:picChg chg="mod">
          <ac:chgData name="de-Jesus-Oliveira Victor-Adriel" userId="a708fc36-3c1b-42ab-b5e9-2e1fa3c6605e" providerId="ADAL" clId="{39AA12F0-CB51-4D67-A3A6-7C3EC2C345CA}" dt="2025-11-08T14:22:10.922" v="48"/>
          <ac:picMkLst>
            <pc:docMk/>
            <pc:sldMk cId="4091270383" sldId="260"/>
            <ac:picMk id="23" creationId="{98936DBA-5C65-A8E6-3B76-86775AE5E98D}"/>
          </ac:picMkLst>
        </pc:picChg>
        <pc:picChg chg="mod">
          <ac:chgData name="de-Jesus-Oliveira Victor-Adriel" userId="a708fc36-3c1b-42ab-b5e9-2e1fa3c6605e" providerId="ADAL" clId="{39AA12F0-CB51-4D67-A3A6-7C3EC2C345CA}" dt="2025-11-08T14:22:10.922" v="48"/>
          <ac:picMkLst>
            <pc:docMk/>
            <pc:sldMk cId="4091270383" sldId="260"/>
            <ac:picMk id="24" creationId="{7708F400-43EE-989F-BBDD-DEDD2A182380}"/>
          </ac:picMkLst>
        </pc:picChg>
        <pc:picChg chg="mod">
          <ac:chgData name="de-Jesus-Oliveira Victor-Adriel" userId="a708fc36-3c1b-42ab-b5e9-2e1fa3c6605e" providerId="ADAL" clId="{39AA12F0-CB51-4D67-A3A6-7C3EC2C345CA}" dt="2025-11-08T14:22:10.922" v="48"/>
          <ac:picMkLst>
            <pc:docMk/>
            <pc:sldMk cId="4091270383" sldId="260"/>
            <ac:picMk id="26" creationId="{C7533485-6C4D-8C50-D64B-412733A01E38}"/>
          </ac:picMkLst>
        </pc:picChg>
      </pc:sldChg>
      <pc:sldChg chg="addSp modSp">
        <pc:chgData name="de-Jesus-Oliveira Victor-Adriel" userId="a708fc36-3c1b-42ab-b5e9-2e1fa3c6605e" providerId="ADAL" clId="{39AA12F0-CB51-4D67-A3A6-7C3EC2C345CA}" dt="2025-11-08T14:22:12.786" v="49"/>
        <pc:sldMkLst>
          <pc:docMk/>
          <pc:sldMk cId="3278654172" sldId="261"/>
        </pc:sldMkLst>
        <pc:grpChg chg="add mod">
          <ac:chgData name="de-Jesus-Oliveira Victor-Adriel" userId="a708fc36-3c1b-42ab-b5e9-2e1fa3c6605e" providerId="ADAL" clId="{39AA12F0-CB51-4D67-A3A6-7C3EC2C345CA}" dt="2025-11-08T14:22:12.786" v="49"/>
          <ac:grpSpMkLst>
            <pc:docMk/>
            <pc:sldMk cId="3278654172" sldId="261"/>
            <ac:grpSpMk id="22" creationId="{5ECB42B9-34FE-9240-A7AB-461A7F048A9B}"/>
          </ac:grpSpMkLst>
        </pc:grpChg>
        <pc:grpChg chg="mod">
          <ac:chgData name="de-Jesus-Oliveira Victor-Adriel" userId="a708fc36-3c1b-42ab-b5e9-2e1fa3c6605e" providerId="ADAL" clId="{39AA12F0-CB51-4D67-A3A6-7C3EC2C345CA}" dt="2025-11-08T14:22:12.786" v="49"/>
          <ac:grpSpMkLst>
            <pc:docMk/>
            <pc:sldMk cId="3278654172" sldId="261"/>
            <ac:grpSpMk id="24" creationId="{55372F2A-9CBF-62F4-0455-73AD2665EF36}"/>
          </ac:grpSpMkLst>
        </pc:grpChg>
        <pc:picChg chg="mod">
          <ac:chgData name="de-Jesus-Oliveira Victor-Adriel" userId="a708fc36-3c1b-42ab-b5e9-2e1fa3c6605e" providerId="ADAL" clId="{39AA12F0-CB51-4D67-A3A6-7C3EC2C345CA}" dt="2025-11-08T14:22:12.786" v="49"/>
          <ac:picMkLst>
            <pc:docMk/>
            <pc:sldMk cId="3278654172" sldId="261"/>
            <ac:picMk id="23" creationId="{0EFB015A-C4CB-AC3E-E0FA-6DE2FF34AC47}"/>
          </ac:picMkLst>
        </pc:picChg>
        <pc:picChg chg="mod">
          <ac:chgData name="de-Jesus-Oliveira Victor-Adriel" userId="a708fc36-3c1b-42ab-b5e9-2e1fa3c6605e" providerId="ADAL" clId="{39AA12F0-CB51-4D67-A3A6-7C3EC2C345CA}" dt="2025-11-08T14:22:12.786" v="49"/>
          <ac:picMkLst>
            <pc:docMk/>
            <pc:sldMk cId="3278654172" sldId="261"/>
            <ac:picMk id="25" creationId="{5949C731-14C3-5C8C-4015-0E4360448908}"/>
          </ac:picMkLst>
        </pc:picChg>
        <pc:picChg chg="mod">
          <ac:chgData name="de-Jesus-Oliveira Victor-Adriel" userId="a708fc36-3c1b-42ab-b5e9-2e1fa3c6605e" providerId="ADAL" clId="{39AA12F0-CB51-4D67-A3A6-7C3EC2C345CA}" dt="2025-11-08T14:22:12.786" v="49"/>
          <ac:picMkLst>
            <pc:docMk/>
            <pc:sldMk cId="3278654172" sldId="261"/>
            <ac:picMk id="26" creationId="{19F9E8FC-8A49-3E7C-79C0-D1E81E22FBA1}"/>
          </ac:picMkLst>
        </pc:picChg>
        <pc:picChg chg="mod">
          <ac:chgData name="de-Jesus-Oliveira Victor-Adriel" userId="a708fc36-3c1b-42ab-b5e9-2e1fa3c6605e" providerId="ADAL" clId="{39AA12F0-CB51-4D67-A3A6-7C3EC2C345CA}" dt="2025-11-08T14:22:12.786" v="49"/>
          <ac:picMkLst>
            <pc:docMk/>
            <pc:sldMk cId="3278654172" sldId="261"/>
            <ac:picMk id="27" creationId="{BBCF9351-6452-1F0D-B421-80E0A4652D16}"/>
          </ac:picMkLst>
        </pc:picChg>
      </pc:sldChg>
      <pc:sldChg chg="addSp modSp">
        <pc:chgData name="de-Jesus-Oliveira Victor-Adriel" userId="a708fc36-3c1b-42ab-b5e9-2e1fa3c6605e" providerId="ADAL" clId="{39AA12F0-CB51-4D67-A3A6-7C3EC2C345CA}" dt="2025-11-08T14:22:13.984" v="50"/>
        <pc:sldMkLst>
          <pc:docMk/>
          <pc:sldMk cId="631229544" sldId="262"/>
        </pc:sldMkLst>
        <pc:grpChg chg="add mod">
          <ac:chgData name="de-Jesus-Oliveira Victor-Adriel" userId="a708fc36-3c1b-42ab-b5e9-2e1fa3c6605e" providerId="ADAL" clId="{39AA12F0-CB51-4D67-A3A6-7C3EC2C345CA}" dt="2025-11-08T14:22:13.984" v="50"/>
          <ac:grpSpMkLst>
            <pc:docMk/>
            <pc:sldMk cId="631229544" sldId="262"/>
            <ac:grpSpMk id="11" creationId="{5B6C5838-9E58-CC3B-FEA0-3B705AE14519}"/>
          </ac:grpSpMkLst>
        </pc:grpChg>
        <pc:grpChg chg="mod">
          <ac:chgData name="de-Jesus-Oliveira Victor-Adriel" userId="a708fc36-3c1b-42ab-b5e9-2e1fa3c6605e" providerId="ADAL" clId="{39AA12F0-CB51-4D67-A3A6-7C3EC2C345CA}" dt="2025-11-08T14:22:13.984" v="50"/>
          <ac:grpSpMkLst>
            <pc:docMk/>
            <pc:sldMk cId="631229544" sldId="262"/>
            <ac:grpSpMk id="13" creationId="{95990D63-A7EC-191C-D254-704E819ED928}"/>
          </ac:grpSpMkLst>
        </pc:grpChg>
        <pc:picChg chg="mod">
          <ac:chgData name="de-Jesus-Oliveira Victor-Adriel" userId="a708fc36-3c1b-42ab-b5e9-2e1fa3c6605e" providerId="ADAL" clId="{39AA12F0-CB51-4D67-A3A6-7C3EC2C345CA}" dt="2025-11-08T14:22:13.984" v="50"/>
          <ac:picMkLst>
            <pc:docMk/>
            <pc:sldMk cId="631229544" sldId="262"/>
            <ac:picMk id="12" creationId="{C40D9EBE-EC68-A1A4-0E1A-2E6BF182BC18}"/>
          </ac:picMkLst>
        </pc:picChg>
        <pc:picChg chg="mod">
          <ac:chgData name="de-Jesus-Oliveira Victor-Adriel" userId="a708fc36-3c1b-42ab-b5e9-2e1fa3c6605e" providerId="ADAL" clId="{39AA12F0-CB51-4D67-A3A6-7C3EC2C345CA}" dt="2025-11-08T14:22:13.984" v="50"/>
          <ac:picMkLst>
            <pc:docMk/>
            <pc:sldMk cId="631229544" sldId="262"/>
            <ac:picMk id="14" creationId="{C69895D7-1E55-D8E4-BBCB-186F3BE8F179}"/>
          </ac:picMkLst>
        </pc:picChg>
        <pc:picChg chg="mod">
          <ac:chgData name="de-Jesus-Oliveira Victor-Adriel" userId="a708fc36-3c1b-42ab-b5e9-2e1fa3c6605e" providerId="ADAL" clId="{39AA12F0-CB51-4D67-A3A6-7C3EC2C345CA}" dt="2025-11-08T14:22:13.984" v="50"/>
          <ac:picMkLst>
            <pc:docMk/>
            <pc:sldMk cId="631229544" sldId="262"/>
            <ac:picMk id="16" creationId="{5777F103-B57B-EAFF-1E28-EC2A045784F9}"/>
          </ac:picMkLst>
        </pc:picChg>
        <pc:picChg chg="mod">
          <ac:chgData name="de-Jesus-Oliveira Victor-Adriel" userId="a708fc36-3c1b-42ab-b5e9-2e1fa3c6605e" providerId="ADAL" clId="{39AA12F0-CB51-4D67-A3A6-7C3EC2C345CA}" dt="2025-11-08T14:22:13.984" v="50"/>
          <ac:picMkLst>
            <pc:docMk/>
            <pc:sldMk cId="631229544" sldId="262"/>
            <ac:picMk id="17" creationId="{01ED1D3D-0B62-BA1D-4964-226E0594BD28}"/>
          </ac:picMkLst>
        </pc:picChg>
      </pc:sldChg>
      <pc:sldChg chg="addSp delSp modSp mod">
        <pc:chgData name="de-Jesus-Oliveira Victor-Adriel" userId="a708fc36-3c1b-42ab-b5e9-2e1fa3c6605e" providerId="ADAL" clId="{39AA12F0-CB51-4D67-A3A6-7C3EC2C345CA}" dt="2025-11-07T17:54:31.380" v="21" actId="20577"/>
        <pc:sldMkLst>
          <pc:docMk/>
          <pc:sldMk cId="4264380333" sldId="267"/>
        </pc:sldMkLst>
        <pc:spChg chg="mod">
          <ac:chgData name="de-Jesus-Oliveira Victor-Adriel" userId="a708fc36-3c1b-42ab-b5e9-2e1fa3c6605e" providerId="ADAL" clId="{39AA12F0-CB51-4D67-A3A6-7C3EC2C345CA}" dt="2025-11-07T17:53:52.432" v="13"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49:31.051" v="2" actId="478"/>
          <ac:spMkLst>
            <pc:docMk/>
            <pc:sldMk cId="4264380333" sldId="267"/>
            <ac:spMk id="3" creationId="{2A431C7E-B845-9C87-809A-20AEA7BB26F2}"/>
          </ac:spMkLst>
        </pc:spChg>
        <pc:spChg chg="add mod">
          <ac:chgData name="de-Jesus-Oliveira Victor-Adriel" userId="a708fc36-3c1b-42ab-b5e9-2e1fa3c6605e" providerId="ADAL" clId="{39AA12F0-CB51-4D67-A3A6-7C3EC2C345CA}" dt="2025-11-07T17:54:16.184" v="14"/>
          <ac:spMkLst>
            <pc:docMk/>
            <pc:sldMk cId="4264380333" sldId="267"/>
            <ac:spMk id="7" creationId="{2DAC6C02-F335-0C89-3B70-15B82E7B5740}"/>
          </ac:spMkLst>
        </pc:spChg>
        <pc:spChg chg="add mod">
          <ac:chgData name="de-Jesus-Oliveira Victor-Adriel" userId="a708fc36-3c1b-42ab-b5e9-2e1fa3c6605e" providerId="ADAL" clId="{39AA12F0-CB51-4D67-A3A6-7C3EC2C345CA}" dt="2025-11-07T17:54:31.380" v="21" actId="20577"/>
          <ac:spMkLst>
            <pc:docMk/>
            <pc:sldMk cId="4264380333" sldId="267"/>
            <ac:spMk id="11" creationId="{54141DDD-4D15-E880-3129-9797D65F3B3C}"/>
          </ac:spMkLst>
        </pc:spChg>
        <pc:grpChg chg="add mod">
          <ac:chgData name="de-Jesus-Oliveira Victor-Adriel" userId="a708fc36-3c1b-42ab-b5e9-2e1fa3c6605e" providerId="ADAL" clId="{39AA12F0-CB51-4D67-A3A6-7C3EC2C345CA}" dt="2025-11-07T17:54:16.184" v="14"/>
          <ac:grpSpMkLst>
            <pc:docMk/>
            <pc:sldMk cId="4264380333" sldId="267"/>
            <ac:grpSpMk id="8" creationId="{4A19593C-00EB-D647-8979-143EF8FC850A}"/>
          </ac:grpSpMkLst>
        </pc:grpChg>
        <pc:grpChg chg="add mod">
          <ac:chgData name="de-Jesus-Oliveira Victor-Adriel" userId="a708fc36-3c1b-42ab-b5e9-2e1fa3c6605e" providerId="ADAL" clId="{39AA12F0-CB51-4D67-A3A6-7C3EC2C345CA}" dt="2025-11-07T17:54:16.184" v="14"/>
          <ac:grpSpMkLst>
            <pc:docMk/>
            <pc:sldMk cId="4264380333" sldId="267"/>
            <ac:grpSpMk id="12" creationId="{47CFF6B9-B793-3E55-D616-8C0270070C6A}"/>
          </ac:grpSpMkLst>
        </pc:grpChg>
        <pc:picChg chg="del">
          <ac:chgData name="de-Jesus-Oliveira Victor-Adriel" userId="a708fc36-3c1b-42ab-b5e9-2e1fa3c6605e" providerId="ADAL" clId="{39AA12F0-CB51-4D67-A3A6-7C3EC2C345CA}" dt="2025-11-07T17:49:28.955"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49:29.724" v="1" actId="478"/>
          <ac:picMkLst>
            <pc:docMk/>
            <pc:sldMk cId="4264380333" sldId="267"/>
            <ac:picMk id="5" creationId="{C54F9DBD-7FC3-2716-3683-87900784D036}"/>
          </ac:picMkLst>
        </pc:picChg>
        <pc:picChg chg="add mod">
          <ac:chgData name="de-Jesus-Oliveira Victor-Adriel" userId="a708fc36-3c1b-42ab-b5e9-2e1fa3c6605e" providerId="ADAL" clId="{39AA12F0-CB51-4D67-A3A6-7C3EC2C345CA}" dt="2025-11-07T17:54:16.184" v="14"/>
          <ac:picMkLst>
            <pc:docMk/>
            <pc:sldMk cId="4264380333" sldId="267"/>
            <ac:picMk id="6" creationId="{53608BEA-CBBF-4DDA-BDF8-1416BDAF93E6}"/>
          </ac:picMkLst>
        </pc:picChg>
        <pc:picChg chg="mod">
          <ac:chgData name="de-Jesus-Oliveira Victor-Adriel" userId="a708fc36-3c1b-42ab-b5e9-2e1fa3c6605e" providerId="ADAL" clId="{39AA12F0-CB51-4D67-A3A6-7C3EC2C345CA}" dt="2025-11-07T17:54:16.184" v="14"/>
          <ac:picMkLst>
            <pc:docMk/>
            <pc:sldMk cId="4264380333" sldId="267"/>
            <ac:picMk id="9" creationId="{2DD0C642-8B13-5752-5A22-05DDF0C07AA6}"/>
          </ac:picMkLst>
        </pc:picChg>
        <pc:picChg chg="mod">
          <ac:chgData name="de-Jesus-Oliveira Victor-Adriel" userId="a708fc36-3c1b-42ab-b5e9-2e1fa3c6605e" providerId="ADAL" clId="{39AA12F0-CB51-4D67-A3A6-7C3EC2C345CA}" dt="2025-11-07T17:54:16.184" v="14"/>
          <ac:picMkLst>
            <pc:docMk/>
            <pc:sldMk cId="4264380333" sldId="267"/>
            <ac:picMk id="10" creationId="{936B86A5-B63F-DF64-6402-A8D25F79DD48}"/>
          </ac:picMkLst>
        </pc:picChg>
        <pc:picChg chg="mod">
          <ac:chgData name="de-Jesus-Oliveira Victor-Adriel" userId="a708fc36-3c1b-42ab-b5e9-2e1fa3c6605e" providerId="ADAL" clId="{39AA12F0-CB51-4D67-A3A6-7C3EC2C345CA}" dt="2025-11-07T17:54:16.184" v="14"/>
          <ac:picMkLst>
            <pc:docMk/>
            <pc:sldMk cId="4264380333" sldId="267"/>
            <ac:picMk id="13" creationId="{4BD93CF9-AD2D-4D55-28BB-10BD2B31E73B}"/>
          </ac:picMkLst>
        </pc:picChg>
        <pc:picChg chg="mod">
          <ac:chgData name="de-Jesus-Oliveira Victor-Adriel" userId="a708fc36-3c1b-42ab-b5e9-2e1fa3c6605e" providerId="ADAL" clId="{39AA12F0-CB51-4D67-A3A6-7C3EC2C345CA}" dt="2025-11-07T17:54:16.184" v="14"/>
          <ac:picMkLst>
            <pc:docMk/>
            <pc:sldMk cId="4264380333" sldId="267"/>
            <ac:picMk id="14" creationId="{26963F62-2484-FFA3-8900-AB027BBE76FC}"/>
          </ac:picMkLst>
        </pc:picChg>
        <pc:picChg chg="mod">
          <ac:chgData name="de-Jesus-Oliveira Victor-Adriel" userId="a708fc36-3c1b-42ab-b5e9-2e1fa3c6605e" providerId="ADAL" clId="{39AA12F0-CB51-4D67-A3A6-7C3EC2C345CA}" dt="2025-11-07T17:54:16.184" v="14"/>
          <ac:picMkLst>
            <pc:docMk/>
            <pc:sldMk cId="4264380333" sldId="267"/>
            <ac:picMk id="15" creationId="{ADC4A22E-0409-09B8-F0E1-E794841EDD1E}"/>
          </ac:picMkLst>
        </pc:picChg>
      </pc:sldChg>
      <pc:sldChg chg="addSp modSp mod">
        <pc:chgData name="de-Jesus-Oliveira Victor-Adriel" userId="a708fc36-3c1b-42ab-b5e9-2e1fa3c6605e" providerId="ADAL" clId="{39AA12F0-CB51-4D67-A3A6-7C3EC2C345CA}" dt="2025-11-07T18:09:17.391" v="40" actId="20577"/>
        <pc:sldMkLst>
          <pc:docMk/>
          <pc:sldMk cId="171183961" sldId="268"/>
        </pc:sldMkLst>
        <pc:spChg chg="mod">
          <ac:chgData name="de-Jesus-Oliveira Victor-Adriel" userId="a708fc36-3c1b-42ab-b5e9-2e1fa3c6605e" providerId="ADAL" clId="{39AA12F0-CB51-4D67-A3A6-7C3EC2C345CA}" dt="2025-11-07T18:09:17.391" v="40" actId="20577"/>
          <ac:spMkLst>
            <pc:docMk/>
            <pc:sldMk cId="171183961" sldId="268"/>
            <ac:spMk id="3" creationId="{DB24B65F-CF74-C313-5982-F88AA611C5E7}"/>
          </ac:spMkLst>
        </pc:spChg>
        <pc:picChg chg="add mod ord">
          <ac:chgData name="de-Jesus-Oliveira Victor-Adriel" userId="a708fc36-3c1b-42ab-b5e9-2e1fa3c6605e" providerId="ADAL" clId="{39AA12F0-CB51-4D67-A3A6-7C3EC2C345CA}" dt="2025-11-07T18:02:06.244" v="23" actId="167"/>
          <ac:picMkLst>
            <pc:docMk/>
            <pc:sldMk cId="171183961" sldId="268"/>
            <ac:picMk id="4" creationId="{1E8036EF-80F0-5F9B-CEA5-D4FD4B734928}"/>
          </ac:picMkLst>
        </pc:picChg>
      </pc:sldChg>
      <pc:sldChg chg="modSp mod">
        <pc:chgData name="de-Jesus-Oliveira Victor-Adriel" userId="a708fc36-3c1b-42ab-b5e9-2e1fa3c6605e" providerId="ADAL" clId="{39AA12F0-CB51-4D67-A3A6-7C3EC2C345CA}" dt="2025-11-07T18:09:43.006" v="44" actId="14100"/>
        <pc:sldMkLst>
          <pc:docMk/>
          <pc:sldMk cId="313680254" sldId="285"/>
        </pc:sldMkLst>
        <pc:spChg chg="mod">
          <ac:chgData name="de-Jesus-Oliveira Victor-Adriel" userId="a708fc36-3c1b-42ab-b5e9-2e1fa3c6605e" providerId="ADAL" clId="{39AA12F0-CB51-4D67-A3A6-7C3EC2C345CA}" dt="2025-11-07T18:09:43.006" v="44" actId="14100"/>
          <ac:spMkLst>
            <pc:docMk/>
            <pc:sldMk cId="313680254" sldId="285"/>
            <ac:spMk id="4" creationId="{82B15DD6-0713-4687-9E23-12B35F8AE7CE}"/>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1:23.841"/>
    </inkml:context>
    <inkml:brush xml:id="br0">
      <inkml:brushProperty name="width" value="0.35" units="cm"/>
      <inkml:brushProperty name="height" value="0.35" units="cm"/>
      <inkml:brushProperty name="color" value="#FFFFFF"/>
    </inkml:brush>
  </inkml:definitions>
  <inkml:trace contextRef="#ctx0" brushRef="#br0">165 20 24575,'-141'0'0,"140"0"0,1 0 0,-1 0 0,0 0 0,0 0 0,0 0 0,0 0 0,0 0 0,0 0 0,0 1 0,1-1 0,-1 0 0,0 0 0,0 1 0,0-1 0,0 1 0,1-1 0,-1 1 0,0-1 0,0 1 0,1-1 0,-1 1 0,1 0 0,-1-1 0,0 1 0,1 0 0,-1 0 0,1-1 0,-1 1 0,1 0 0,0 0 0,-1 0 0,1-1 0,0 1 0,0 0 0,-1 0 0,1 0 0,0 0 0,0 1 0,0 0 0,1-1 0,-1 1 0,1-1 0,0 0 0,-1 1 0,1-1 0,0 0 0,0 0 0,0 1 0,0-1 0,0 0 0,0 0 0,0 0 0,0 0 0,0 0 0,0 0 0,1-1 0,-1 1 0,0 0 0,1-1 0,-1 1 0,1 0 0,1-1 0,6 3 0,0-1 0,1 0 0,-1-1 0,1 0 0,0-1 0,-1 0 0,1 0 0,0-1 0,12-3 0,7-3 0,47-18 0,-56 17 0,-1 1 0,1 1 0,0 1 0,1 1 0,36-4 0,150 10-1365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2.821"/>
    </inkml:context>
    <inkml:brush xml:id="br0">
      <inkml:brushProperty name="width" value="0.2" units="cm"/>
      <inkml:brushProperty name="height" value="0.2" units="cm"/>
      <inkml:brushProperty name="color" value="#FFFFFF"/>
    </inkml:brush>
  </inkml:definitions>
  <inkml:trace contextRef="#ctx0" brushRef="#br0">108 107 24575,'-47'-23'0,"9"1"0,36 21 0,1 1 0,0-1 0,-1 0 0,1 0 0,0 0 0,0 0 0,-1 0 0,1 0 0,0 0 0,0 0 0,0 0 0,0 0 0,0-1 0,1 1 0,-1 0 0,0-1 0,1 1 0,-1 0 0,1-1 0,-1 1 0,1-1 0,-1 1 0,1-1 0,0-2 0,3 2 0,0 0 0,0 0 0,0 0 0,1 0 0,-1 1 0,0 0 0,1-1 0,-1 1 0,1 1 0,0-1 0,-1 0 0,8 0 0,3-1 0,7-2-235,-1 1 1,1 1-1,40 2 0,-53 0-191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26.122"/>
    </inkml:context>
    <inkml:brush xml:id="br0">
      <inkml:brushProperty name="width" value="0.05" units="cm"/>
      <inkml:brushProperty name="height" value="0.05" units="cm"/>
      <inkml:brushProperty name="color" value="#FFFFFF"/>
    </inkml:brush>
  </inkml:definitions>
  <inkml:trace contextRef="#ctx0" brushRef="#br0">173 152 24575,'-3'0'0,"1"-1"0,-1 1 0,1 0 0,-1-1 0,0 0 0,1 1 0,-1-1 0,1 0 0,0 0 0,-1-1 0,1 1 0,0 0 0,0-1 0,0 0 0,0 1 0,0-1 0,-2-2 0,-27-39 0,9 9 0,21 34 0,1 0 0,0 0 0,0 0 0,0 0 0,0 0 0,0 0 0,0 0 0,0 0 0,-1 0 0,1 0 0,0 0 0,0 0 0,0 0 0,0 0 0,0 0 0,0 0 0,-1 0 0,1 0 0,0 0 0,0 0 0,0 0 0,0 0 0,0 0 0,0 0 0,0 0 0,-1 0 0,1 0 0,0 0 0,0 0 0,0 0 0,0 0 0,0 1 0,0-1 0,0 0 0,0 0 0,0 0 0,0 0 0,-1 0 0,1 0 0,0 0 0,0 1 0,0-1 0,0 0 0,0 0 0,0 0 0,0 0 0,0 0 0,0 0 0,0 0 0,0 1 0,0-1 0,0 0 0,0 0 0,0 0 0,0 0 0,0 0 0,0 0 0,0 1 0,1-1 0,-1 0 0,0 0 0,0 0 0,0 0 0,0 0 0,0 0 0,0 19 0,-2 8 0,-3-25 0,-3-17 0,2 0 0,0 5 0,-1 28 0,-13-52 0,20 33 0,-1 0 0,1 0 0,-1 1 0,1-1 0,0 0 0,-1 0 0,1 0 0,0 1 0,0-1 0,-1 0 0,1 0 0,0 0 0,0 0 0,0 0 0,0 0 0,0 1 0,0-1 0,0 0 0,1 0 0,-1 0 0,0 0 0,0 0 0,1 1 0,-1-1 0,0 0 0,1 0 0,-1 1 0,1-1 0,-1 0 0,1 0 0,-1 1 0,1-1 0,0 1 0,-1-1 0,1 0 0,0 1 0,-1-1 0,1 1 0,0-1 0,0 1 0,0 0 0,-1-1 0,1 1 0,0 0 0,0 0 0,0 0 0,0-1 0,0 1 0,-1 0 0,1 0 0,0 0 0,0 0 0,0 0 0,0 1 0,0-1 0,0 0 0,-1 0 0,1 0 0,1 1 0,15 3 0,-13-3 0,-1 0 0,1 1 0,0-2 0,-1 1 0,1 0 0,0-1 0,0 1 0,0-1 0,0 0 0,0-1 0,0 1 0,-1-1 0,1 1 0,5-3 0,-57-14 0,44 16-85,0-1 0,0 1-1,0 0 1,0 0 0,0 0-1,-1 1 1,1-1 0,0 1-1,0 0 1,0 0 0,-1 1-1,1-1 1,0 1 0,0 0-1,-7 2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07.651"/>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0.161"/>
    </inkml:context>
    <inkml:brush xml:id="br0">
      <inkml:brushProperty name="width" value="0.2" units="cm"/>
      <inkml:brushProperty name="height" value="0.2" units="cm"/>
      <inkml:brushProperty name="color" value="#FFFFFF"/>
    </inkml:brush>
  </inkml:definitions>
  <inkml:trace contextRef="#ctx0" brushRef="#br0">0 0 24575,'3'0'0,"3"0"0,1 0 0,2 0 0,0 0 0,0 0 0,1 0 0,-1 0 0,0 0 0,2 0 0,0 0 0,-1 0 0,1 0 0,-1 0 0,-1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1.393"/>
    </inkml:context>
    <inkml:brush xml:id="br0">
      <inkml:brushProperty name="width" value="0.05" units="cm"/>
      <inkml:brushProperty name="height" value="0.05" units="cm"/>
      <inkml:brushProperty name="color" value="#FFFFFF"/>
    </inkml:brush>
  </inkml:definitions>
  <inkml:trace contextRef="#ctx0" brushRef="#br0">0 39 24575,'35'5'0,"-34"-5"0,1 0 0,-1 1 0,0-1 0,0 1 0,0 0 0,-1-1 0,1 1 0,0 0 0,0-1 0,0 1 0,0 0 0,-1 0 0,1 0 0,0 0 0,-1 0 0,1-1 0,0 1 0,-1 0 0,1 1 0,-1-1 0,0 0 0,1 0 0,-1 0 0,0 0 0,0 0 0,0 0 0,0 0 0,0 0 0,0 2 0,-2-15 0,1 11 0,1 1 0,0-1 0,0 1 0,-1-1 0,1 1 0,0-1 0,0 1 0,0-1 0,0 1 0,0-1 0,0 0 0,0 1 0,0-1 0,0 1 0,0-1 0,0 1 0,0-1 0,0 0 0,0 1 0,1-1 0,-1 1 0,0-1 0,0 1 0,1-1 0,-1 1 0,0-1 0,1 1 0,-1-1 0,0 1 0,1 0 0,-1-1 0,1 1 0,-1-1 0,0 1 0,1 0 0,-1 0 0,1-1 0,-1 1 0,1 0 0,-1 0 0,1-1 0,0 1 0,-1 0 0,1 0 0,-1 0 0,1 0 0,10-6 0,29-12 0,-27 20 0,-13-1 0,0 0 0,1 0 0,-1 0 0,0-1 0,0 1 0,0 0 0,0 0 0,0 0 0,0 0 0,0 0 0,0 0 0,0 0 0,0 0 0,0 0 0,-1 0 0,1 0 0,0-1 0,-1 1 0,0 1 0,-1 3 0,0-1 0,0 1 0,-1-1 0,0 0 0,0 0 0,0 0 0,0 0 0,-1 0 0,1-1 0,-1 1 0,0-1 0,0 0 0,0-1 0,-1 1 0,1-1 0,0 1 0,-7 1 0,8-4 0,11-3 0,16-3 0,-21 6 0,-1 0 0,1-1 0,-1 1 0,1 0 0,-1-1 0,1 1 0,-1-1 0,1 0 0,-1 0 0,1 0 0,-1 0 0,0 0 0,0-1 0,1 1 0,-1-1 0,0 1 0,0-1 0,-1 0 0,1 0 0,0 0 0,0 0 0,-1 0 0,1 0 0,-1 0 0,0 0 0,0-1 0,0 1 0,0-1 0,0 1 0,0 0 0,-1-1 0,1 1 0,-1-1 0,1 0 0,-1 1 0,0-1 0,0 1 0,-1-1 0,1 1 0,0-1 0,-1 0 0,0-2 0,-8-9-1365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6.611"/>
    </inkml:context>
    <inkml:brush xml:id="br0">
      <inkml:brushProperty name="width" value="0.05" units="cm"/>
      <inkml:brushProperty name="height" value="0.05" units="cm"/>
      <inkml:brushProperty name="color" value="#FFFFFF"/>
    </inkml:brush>
  </inkml:definitions>
  <inkml:trace contextRef="#ctx0" brushRef="#br0">68 156 24575,'-2'-7'0,"0"0"0,0 0 0,1 0 0,0 0 0,0 0 0,0 0 0,1-1 0,0 1 0,2-12 0,-1 12 0,-21 28 0,19-20 0,1 0 0,-1 0 0,0-1 0,0 1 0,1 0 0,-1 0 0,0-1 0,0 1 0,0-1 0,0 1 0,0-1 0,0 1 0,0-1 0,0 0 0,0 1 0,0-1 0,0 0 0,0 0 0,0 0 0,0 0 0,0 0 0,0 0 0,0 0 0,0 0 0,0 0 0,0 0 0,-2-1 0,1-2 0,0 0 0,1 0 0,0 0 0,-1 0 0,1 0 0,0-1 0,1 1 0,-1 0 0,0-1 0,1 1 0,0 0 0,0-1 0,0 1 0,0 0 0,0-1 0,1 1 0,-1 0 0,3-5 0,-3 7 0,0-1 0,0 1 0,0 0 0,1-1 0,-1 1 0,1 0 0,-1-1 0,1 1 0,0 0 0,-1 0 0,1-1 0,0 1 0,0 0 0,0 0 0,0 0 0,0 0 0,0 0 0,0 0 0,0 1 0,0-1 0,0 0 0,0 0 0,1 1 0,-1-1 0,0 1 0,1-1 0,-1 1 0,0 0 0,1-1 0,-1 1 0,0 0 0,1 0 0,-1 0 0,0 0 0,1 0 0,-1 0 0,1 0 0,-1 0 0,0 1 0,1-1 0,-1 1 0,0-1 0,1 1 0,-1-1 0,2 2 0,7 3-119,-6-3 30,1 0 0,-1 0 0,0 1 0,0-1 0,0 1 0,0 0 0,0 0 0,0 1 0,-1-1 0,1 1 0,-1-1 0,0 1 0,4 6 0,-5-2-6737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8.801"/>
    </inkml:context>
    <inkml:brush xml:id="br0">
      <inkml:brushProperty name="width" value="0.05" units="cm"/>
      <inkml:brushProperty name="height" value="0.05" units="cm"/>
      <inkml:brushProperty name="color" value="#FFFFFF"/>
    </inkml:brush>
  </inkml:definitions>
  <inkml:trace contextRef="#ctx0" brushRef="#br0">18 106 24575,'-9'-23'0,"8"23"0,0-1 0,1 0 0,-1 1 0,1-1 0,-1 0 0,0 1 0,1-1 0,-1 0 0,1 0 0,0 0 0,-1 1 0,1-1 0,-1 0 0,1 0 0,0 0 0,0 0 0,0 0 0,-1 0 0,1 0 0,0 1 0,0-1 0,0 0 0,1 0 0,-1 0 0,0 0 0,0 0 0,0 0 0,1 0 0,-1 0 0,0 1 0,1-1 0,-1 0 0,0 0 0,1 0 0,0 1 0,-1-1 0,1 0 0,-1 0 0,1 1 0,0-1 0,-1 1 0,1-1 0,0 0 0,0 1 0,-1 0 0,1-1 0,0 1 0,0-1 0,1 1 0,2-2 0,0 0 0,0 0 0,0 0 0,0-1 0,-1 1 0,1-1 0,-1 0 0,0 0 0,0 0 0,4-6 0,3-2 0,-8 62 0,-2-50-4,0 2-132,0 1 0,0-1 0,0 1 0,0-1 0,-1 1-1,0-1 1,0 1 0,0-1 0,-2 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34.632"/>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0.022"/>
    </inkml:context>
    <inkml:brush xml:id="br0">
      <inkml:brushProperty name="width" value="0.05" units="cm"/>
      <inkml:brushProperty name="height" value="0.05" units="cm"/>
      <inkml:brushProperty name="color" value="#FFFFFF"/>
    </inkml:brush>
  </inkml:definitions>
  <inkml:trace contextRef="#ctx0" brushRef="#br0">125 58 24575,'-6'15'0,"-8"22"0,14-37 0,0 0 0,0 0 0,1 1 0,-2-1 0,1 0 0,0 0 0,0 0 0,0 0 0,0 0 0,0 0 0,0 1 0,0-1 0,0 0 0,0 0 0,0 0 0,0 0 0,0 0 0,0 0 0,0 0 0,0 1 0,0-1 0,0 0 0,0 0 0,-1 0 0,1 0 0,0 0 0,0 0 0,0 0 0,0 0 0,0 0 0,0 0 0,0 0 0,-1 0 0,1 0 0,0 0 0,0 0 0,0 0 0,0 0 0,0 0 0,0 0 0,-1 0 0,1 0 0,0 0 0,0 0 0,0 0 0,0 0 0,0 0 0,0 0 0,-1 0 0,1 0 0,0 0 0,0 0 0,0 0 0,0 0 0,0 0 0,0 0 0,0 0 0,0 0 0,0-1 0,-1 1 0,1 0 0,0 0 0,0 0 0,0 0 0,0 0 0,-2-25 0,0 7 0,-4 15 0,-12 25 0,6-8 0,7-27 0,1-7 0,4 20 0,-1 0 0,1-1 0,0 1 0,0 0 0,-1 0 0,1 0 0,0 0 0,-1-1 0,1 1 0,0 0 0,-1 0 0,1 0 0,0 0 0,-1 0 0,1 0 0,0 0 0,-1 0 0,1 0 0,0 0 0,-1 0 0,1 0 0,0 0 0,-1 0 0,1 0 0,0 0 0,0 0 0,-1 0 0,1 1 0,0-1 0,-1 0 0,1 0 0,0 0 0,0 0 0,-1 1 0,1-1 0,0 0 0,0 0 0,-1 1 0,1-1 0,0 0 0,0 0 0,0 1 0,-1-1 0,1 0 0,0 1 0,0-1 0,0 0 0,0 1 0,0-1 0,0 0 0,0 1 0,0-1 0,0 1 0,-8 10 0,-10 11 0,12-26 0,2-18 0,3 18 0,1 1 0,0-1 0,0 0 0,0 0 0,1 0 0,-1 0 0,1 0 0,0 1 0,0-1 0,0 0 0,1 1 0,-1-1 0,1 1 0,0-1 0,0 1 0,0 0 0,4-4 0,-5 5 0,1 1 0,0 0 0,-1 0 0,1 0 0,0 0 0,0 0 0,0 0 0,0 0 0,0 1 0,0-1 0,0 1 0,0-1 0,0 1 0,0 0 0,0 0 0,0 0 0,1 0 0,-1 0 0,0 0 0,0 1 0,0-1 0,0 1 0,0-1 0,0 1 0,0 0 0,0 0 0,0 0 0,-1 0 0,1 0 0,0 0 0,0 0 0,-1 1 0,3 1 0,-4-2 0,1 1 0,0-1 0,-1 0 0,1 0 0,-1 0 0,1 0 0,-1 1 0,0-1 0,0 0 0,1 1 0,-1-1 0,0 0 0,0 0 0,0 1 0,0-1 0,0 0 0,-1 1 0,1-1 0,0 0 0,-1 0 0,1 1 0,-1-1 0,1 0 0,-1 0 0,1 0 0,-1 0 0,0 0 0,0 0 0,1 0 0,-3 2 0,2-1 0,-1 0 0,1 1 0,0-1 0,0 1 0,0-1 0,0 1 0,0 0 0,1-1 0,-1 1 0,1 0 0,-1 3 0,3-1 0,0-1 0,-1 0 0,1 0 0,1 0 0,-1 0 0,1-1 0,-1 1 0,1-1 0,0 1 0,0-1 0,1 0 0,-1 0 0,1 0 0,-1-1 0,1 1 0,0-1 0,0 0 0,0 0 0,0 0 0,0 0 0,1-1 0,-1 0 0,0 0 0,7 1 0,-6-1 0,1 1 0,-1-1 0,0-1 0,0 1 0,1-1 0,-1 0 0,0 0 0,1 0 0,-1-1 0,0 0 0,0 0 0,0 0 0,1-1 0,-1 1 0,-1-1 0,1-1 0,0 1 0,0-1 0,-1 1 0,8-7 0,-12 9 0,1-1 0,0 0 0,0 1 0,-1-1 0,1 0 0,0 1 0,-1-1 0,1 0 0,-1 0 0,1 0 0,-1 1 0,1-1 0,-1 0 0,0 0 0,1 0 0,-1 0 0,0 0 0,0 0 0,0 0 0,0 0 0,0 0 0,0 0 0,0 0 0,0 0 0,0 0 0,0 0 0,0 1 0,-1-1 0,1 0 0,0 0 0,-1-2 0,-1 2 0,0-1 0,1 1 0,-1 0 0,0 0 0,0 0 0,0 0 0,0 0 0,0 0 0,0 0 0,0 1 0,0-1 0,0 1 0,-3-1 0,-9-1 0,0 1 0,1 1 0,-19 1 0,32-1 0,-1 0 0,0 0 0,0 0 0,0 0 0,0 0 0,0 0 0,0 0 0,0 1 0,0-1 0,1 0 0,-1 1 0,0-1 0,0 0 0,0 1 0,1-1 0,-1 1 0,0-1 0,0 1 0,1-1 0,-1 1 0,0 0 0,1-1 0,-2 2 0,2-1 0,0 0 0,0 0 0,1-1 0,-1 1 0,0 0 0,0 0 0,0-1 0,0 1 0,1 0 0,-1 0 0,0-1 0,1 1 0,-1 0 0,1-1 0,-1 1 0,0 0 0,1-1 0,0 1 0,-1-1 0,2 2 0,1 1 0,1 0 0,0 0 0,0 0 0,0 0 0,1-1 0,-1 1 0,6 1 0,0-2 0,0 0 0,0 0 0,0-1 0,14 0 0,-21-1 0,-1 0 0,0 0 0,0-1 0,0 1 0,0 0 0,0-1 0,0 0 0,0 1 0,0-1 0,0 0 0,0 0 0,3-2 0,-5 2 0,1 1 0,0-1 0,-1 0 0,1 0 0,-1 0 0,1 0 0,-1 1 0,1-1 0,-1 0 0,0 0 0,1 0 0,-1 0 0,0 0 0,0 0 0,0 0 0,0 0 0,0 0 0,0 0 0,0 0 0,0 0 0,0 0 0,0 0 0,-1 0 0,1 0 0,0 0 0,-1 0 0,1 0 0,-1-1 0,-1 0 0,0 0 0,1-1 0,-1 1 0,-1 0 0,1 0 0,0 1 0,0-1 0,-1 0 0,1 1 0,-1-1 0,1 1 0,-1 0 0,0 0 0,0 0 0,1 0 0,-1 0 0,-4 0 0,5 1 0,0-1 0,-1 0 0,1 1 0,0-1 0,-1 1 0,1 0 0,0 0 0,0 0 0,-1 0 0,1 0 0,0 1 0,-1-1 0,1 1 0,0-1 0,0 1 0,0 0 0,-1 0 0,1 0 0,0 0 0,0 0 0,-3 3 0,5-3 0,0 0 0,0 0 0,0 0 0,0 0 0,0 0 0,0 0 0,1 0 0,-1 0 0,0 0 0,1 0 0,-1 0 0,0-1 0,1 1 0,-1 0 0,1 0 0,-1 0 0,1 0 0,0-1 0,-1 1 0,1 0 0,0-1 0,0 1 0,-1 0 0,1-1 0,0 1 0,0-1 0,0 1 0,0-1 0,0 0 0,1 1 0,30 16 0,-23-14 0,-1 0 0,1 0 0,1 0 0,-1-1 0,0-1 0,0 1 0,1-2 0,-1 1 0,15-2 0,-21 1 0,1-1 0,-1 1 0,1-1 0,-1 0 0,1 0 0,-1 0 0,0-1 0,1 1 0,-1-1 0,0 0 0,0 0 0,0 0 0,0 0 0,-1 0 0,1-1 0,0 1 0,-1-1 0,0 0 0,0 0 0,1 1 0,-2-1 0,1-1 0,0 1 0,-1 0 0,1 0 0,-1-1 0,0 1 0,1-5 0,-2 8 0,1-1 0,-1 0 0,0 0 0,0 1 0,1-1 0,-1 0 0,0 0 0,0 1 0,0-1 0,0 0 0,0 0 0,0 1 0,0-1 0,0 0 0,0 0 0,0 1 0,0-1 0,0 0 0,0 0 0,-1 1 0,1-1 0,0 0 0,-1 1 0,1-1 0,-1 0 0,1 1 0,0-1 0,-1 0 0,1 1 0,-1-1 0,0 1 0,1-1 0,-1 1 0,1-1 0,-1 1 0,0 0 0,1-1 0,-1 1 0,0 0 0,0-1 0,1 1 0,-1 0 0,0 0 0,0 0 0,1-1 0,-1 1 0,0 0 0,0 0 0,1 0 0,-1 0 0,-1 1 0,0-1 0,-1 1 0,0-1 0,1 1 0,-1 0 0,0 0 0,1 0 0,0 0 0,-1 0 0,1 1 0,0-1 0,-1 1 0,1-1 0,-3 4 0,2-2 0,1 1 0,0-1 0,-1 0 0,1 1 0,1 0 0,-1-1 0,0 1 0,1 0 0,0 0 0,0 0 0,0 0 0,0 0 0,1 0 0,-1 0 0,1 5 0,0-7 0,1 0 0,-1 0 0,1-1 0,-1 1 0,1 0 0,-1-1 0,1 1 0,0 0 0,0-1 0,0 1 0,0-1 0,0 1 0,0-1 0,0 0 0,0 0 0,1 1 0,-1-1 0,1 0 0,-1 0 0,1 0 0,-1 0 0,1 0 0,-1-1 0,1 1 0,0 0 0,-1-1 0,1 1 0,0-1 0,0 0 0,-1 1 0,1-1 0,0 0 0,0 0 0,-1 0 0,1 0 0,0-1 0,3 0 0,-3 1 0,0 0 0,0 0 0,0 0 0,0 0 0,0-1 0,0 1 0,0-1 0,0 1 0,0-1 0,0 0 0,0 0 0,0 0 0,0 0 0,0 0 0,0 0 0,-1-1 0,1 1 0,-1-1 0,1 1 0,-1-1 0,1 1 0,-1-1 0,0 0 0,0 0 0,0 1 0,0-1 0,0 0 0,0 0 0,0 0 0,-1 0 0,1 0 0,-1 0 0,1-1 0,-1-1 0,0 1 0,0 0 0,-1 1 0,1-1 0,-1 0 0,1 1 0,-1-1 0,0 0 0,0 1 0,0-1 0,0 1 0,-1 0 0,1-1 0,-1 1 0,1 0 0,-1 0 0,0 0 0,0 0 0,0 0 0,0 0 0,0 1 0,0-1 0,0 0 0,-1 1 0,1 0 0,0 0 0,-5-2 0,2 2 0,0-1 0,0 1 0,0 0 0,0 1 0,0-1 0,-1 1 0,-7 1 0,12-1 0,0 0 0,0 0 0,0 0 0,0 0 0,0 0 0,1 0 0,-1 0 0,0 1 0,0-1 0,0 0 0,0 1 0,0-1 0,0 0 0,0 1 0,1-1 0,-1 1 0,0-1 0,0 1 0,1 0 0,-1-1 0,0 1 0,1 0 0,-1 0 0,1-1 0,-1 1 0,1 0 0,-1 0 0,1 0 0,-1 0 0,1-1 0,0 1 0,0 0 0,-1 0 0,1 0 0,0 0 0,0 0 0,0 0 0,0 0 0,0 0 0,0 0 0,0 0 0,0 0 0,1 0 0,-1 0 0,0-1 0,0 1 0,1 0 0,0 1 0,-1-1 0,1 0 0,-1 0 0,1 0 0,0 0 0,-1 0 0,1 0 0,0 0 0,0 0 0,0 0 0,-1 0 0,1-1 0,0 1 0,0 0 0,0-1 0,0 1 0,0-1 0,1 1 0,-1-1 0,0 1 0,0-1 0,0 0 0,0 0 0,0 1 0,1-1 0,-1 0 0,0 0 0,0 0 0,0 0 0,0 0 0,1-1 0,-1 1 0,0 0 0,0 0 0,0-1 0,0 1 0,0-1 0,0 1 0,0-1 0,0 1 0,2-2 0,0 0 0,0 1 0,0-1 0,-1 0 0,1 0 0,-1 0 0,1 0 0,-1 0 0,0 0 0,1-1 0,-1 1 0,0-1 0,-1 0 0,1 1 0,1-4 0,-2 4 0,-1 1 0,0 0 0,0-1 0,0 1 0,0 0 0,0-1 0,0 1 0,0 0 0,-1-1 0,1 1 0,0 0 0,-1 0 0,1-1 0,-1 1 0,1 0 0,-1 0 0,0 0 0,1 0 0,-1 0 0,0 0 0,0 0 0,0 0 0,0 0 0,0 0 0,0 0 0,0 0 0,0 0 0,0 1 0,0-1 0,0 1 0,-1-1 0,1 1 0,0-1 0,0 1 0,-1-1 0,1 1 0,0 0 0,-1 0 0,1 0 0,0 0 0,-1 0 0,1 0 0,0 0 0,-1 0 0,0 1 0,-1-1 0,1 0 0,-1 0 0,1 1 0,0-1 0,0 1 0,-1-1 0,1 1 0,0 0 0,0 0 0,0 0 0,-4 2 0,6-3 0,-1 1 0,0-1 0,1 1 0,-1 0 0,0-1 0,1 1 0,-1 0 0,1-1 0,-1 1 0,1 0 0,-1 0 0,1-1 0,0 1 0,-1 0 0,1 0 0,0 0 0,0-1 0,0 1 0,-1 0 0,1 0 0,0 0 0,0 0 0,0 0 0,0-1 0,0 1 0,1 0 0,-1 0 0,0 0 0,1 1 0,0 0 0,1 1 0,0-1 0,-1 0 0,1 0 0,0 0 0,0 0 0,1-1 0,-1 1 0,0 0 0,0-1 0,1 0 0,-1 1 0,1-1 0,-1 0 0,1 0 0,0-1 0,-1 1 0,1 0 0,0-1 0,3 0 0,-2 1 0,0 0 0,1 0 0,-1-1 0,1 0 0,0 0 0,-1 0 0,1-1 0,-1 0 0,0 1 0,1-1 0,6-3 0,8-12 0,-18 15 0,0 0 0,0 0 0,0 0 0,0 0 0,0 1 0,0-1 0,0 0 0,0 0 0,1 0 0,-1 1 0,0-1 0,0 1 0,1-1 0,-1 1 0,0-1 0,1 1 0,-1 0 0,0 0 0,1 0 0,-1 0 0,1 0 0,-1 0 0,0 0 0,1 0 0,-1 0 0,1 1 0,-1-1 0,2 1 0,0 0 0,0 0 0,0 0 0,-1 0 0,1-1 0,0 1 0,0-1 0,0 0 0,0 0 0,0 0 0,0 0 0,0 0 0,-1 0 0,1-1 0,0 0 0,0 1 0,0-1 0,-1 0 0,1-1 0,0 1 0,-1 0 0,1-1 0,-1 1 0,1-1 0,-1 0 0,0 0 0,0 0 0,0 0 0,0 0 0,0 0 0,0-1 0,-1 1 0,3-4 0,-9 13 0,1 0 0,-1 0 0,-1-1 0,1 0 0,-1 0 0,0 0 0,0-1 0,-1 0 0,-7 4 0,11-8 0,0 0 0,-1-1 0,1 1 0,0-1 0,-1 0 0,1 0 0,-1 0 0,-5-1 0,6-6 0,16-7 0,3 2-1365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2.781"/>
    </inkml:context>
    <inkml:brush xml:id="br0">
      <inkml:brushProperty name="width" value="0.05" units="cm"/>
      <inkml:brushProperty name="height" value="0.05" units="cm"/>
      <inkml:brushProperty name="color" value="#FFFFFF"/>
    </inkml:brush>
  </inkml:definitions>
  <inkml:trace contextRef="#ctx0" brushRef="#br0">0 44 24575,'1'-3'0,"0"1"0,0 0 0,0 0 0,0-1 0,0 1 0,0 0 0,1 0 0,-1 0 0,1 0 0,-1 0 0,1 1 0,0-1 0,0 0 0,-1 1 0,1 0 0,0-1 0,1 1 0,-1 0 0,0 0 0,0 0 0,4-1 0,-5 1 0,0 0 0,0 1 0,0-1 0,0 1 0,1 0 0,-1-1 0,0 1 0,0 0 0,0-1 0,0 1 0,1 0 0,-1 0 0,0 0 0,0 0 0,0 0 0,0 1 0,1-1 0,-1 0 0,0 0 0,0 1 0,0-1 0,0 1 0,0-1 0,0 1 0,0-1 0,0 1 0,0 0 0,0-1 0,0 1 0,0 0 0,0 0 0,0 0 0,-1-1 0,1 1 0,0 0 0,-1 0 0,1 0 0,-1 0 0,1 1 0,-1-1 0,1 0 0,-1 0 0,0 0 0,1 0 0,-1 0 0,0 0 0,0 3 0,0 0-85,0 0 0,0 0-1,-1 0 1,1 0 0,-1 0-1,0 0 1,0 0 0,-1 0-1,1 0 1,-1 0 0,0-1-1,0 1 1,0 0 0,0-1-1,-5 5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7.017"/>
    </inkml:context>
    <inkml:brush xml:id="br0">
      <inkml:brushProperty name="width" value="0.05" units="cm"/>
      <inkml:brushProperty name="height" value="0.05" units="cm"/>
      <inkml:brushProperty name="color" value="#FFFFFF"/>
    </inkml:brush>
  </inkml:definitions>
  <inkml:trace contextRef="#ctx0" brushRef="#br0">24 19 24575,'0'0'0,"0"1"0,0-1 0,1 1 0,-1-1 0,0 0 0,0 1 0,0-1 0,0 1 0,0-1 0,0 0 0,0 1 0,0-1 0,0 1 0,0-1 0,-1 0 0,1 1 0,0-1 0,0 1 0,0-1 0,0 0 0,-1 1 0,1-1 0,0 0 0,0 1 0,0-1 0,-1 0 0,1 1 0,0-1 0,-1 0 0,1 0 0,0 1 0,-1-1 0,1 0 0,0 0 0,-1 0 0,0 1 0,-9-11 0,3-5 0,7 15 0,0 0 0,0 0 0,0-1 0,0 1 0,0 0 0,0 0 0,0 0 0,0-1 0,0 1 0,0 0 0,0 0 0,0 0 0,0-1 0,0 1 0,0 0 0,0 0 0,0 0 0,0 0 0,0-1 0,1 1 0,-1 0 0,0 0 0,0 0 0,0 0 0,0-1 0,0 1 0,0 0 0,1 0 0,-1 0 0,0 0 0,0 0 0,0 0 0,0-1 0,1 1 0,-1 0 0,0 0 0,0 0 0,0 0 0,0 0 0,1 0 0,-1 0 0,0 0 0,0 0 0,0 0 0,1 0 0,-1 0 0,0 0 0,0 0 0,0 0 0,1 0 0,-1 0 0,0 0 0,0 0 0,0 0 0,1 1 0,0-1 0,0 1 0,1 0 0,-1 0 0,0 1 0,0-1 0,0 0 0,0 0 0,0 0 0,0 1 0,0-1 0,-1 0 0,1 1 0,0-1 0,-1 1 0,1-1 0,-1 1 0,0-1 0,1 1 0,-1 0 0,0-1 0,0 1 0,0 2 0,1 42 0,-1-38 0,-2 2 0,-1-32 0,-4-14 0,2 15-1365,4 12-5461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8.871"/>
    </inkml:context>
    <inkml:brush xml:id="br0">
      <inkml:brushProperty name="width" value="0.05" units="cm"/>
      <inkml:brushProperty name="height" value="0.05" units="cm"/>
      <inkml:brushProperty name="color" value="#FFFFFF"/>
    </inkml:brush>
  </inkml:definitions>
  <inkml:trace contextRef="#ctx0" brushRef="#br0">0 10 24575,'2'-3'0,"1"-1"0,1 2 0,1 1 0,0 2 0,0 3 0,0 2 0,-2 1 0,-1 1 0,0 1 0,-2 1 0,1 0 0,-3 3 0,0 0 0,-2 1 0,1-2-8191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52.737"/>
    </inkml:context>
    <inkml:brush xml:id="br0">
      <inkml:brushProperty name="width" value="0.05" units="cm"/>
      <inkml:brushProperty name="height" value="0.05" units="cm"/>
      <inkml:brushProperty name="color" value="#FFFFFF"/>
    </inkml:brush>
  </inkml:definitions>
  <inkml:trace contextRef="#ctx0" brushRef="#br0">463 1 24575,'-1'4'0,"1"0"0,-1 0 0,-1 0 0,1 0 0,-1 0 0,1 0 0,-1 0 0,0 0 0,0-1 0,-1 1 0,1-1 0,-1 1 0,-6 5 0,3-2 0,-1-1 0,0 1 0,-1-1 0,1-1 0,-12 7 0,9-8 0,0 0 0,-1 0 0,0-1 0,0 0 0,0-1 0,0 0 0,-15 1 0,-86-4 0,47-2 0,60 2 0,0 0 0,0 0 0,0-1 0,0 0 0,0 0 0,0 0 0,1 0 0,-1-1 0,1 0 0,-1 0 0,1 0 0,0-1 0,0 1 0,1-1 0,-1 0 0,1 0 0,0 0 0,0 0 0,0-1 0,0 1 0,1-1 0,-1 0 0,-2-9 0,50 30 0,-35-10 0,-1-1 0,1-1 0,0 0 0,0 0 0,1-1 0,-1-1 0,1 1 0,-1-2 0,1 1 0,0-1 0,18-1 0,-7 0 0,-15 1 0,-1-1 0,0 0 0,0 0 0,0-1 0,1 0 0,-1 0 0,0 0 0,6-2 0,-62 0 0,-119 29 0,166-26 0,1 1 0,-1-1 0,0 1 0,1-1 0,-1 0 0,0 0 0,1 0 0,-1 0 0,0 0 0,1-1 0,-1 1 0,0-1 0,1 1 0,-1-1 0,1 0 0,-1 0 0,1 0 0,-1 0 0,-2-3 0,63 15 0,-27-8 0,1 0 0,-1-2 0,1-2 0,0-1 0,-1-1 0,0-2 0,0-1 0,0-1 0,-1-2 0,38-15 0,-66 23 0,0 0 0,0 1 0,0-1 0,0 0 0,0 0 0,0-1 0,0 1 0,0 0 0,0-1 0,-1 1 0,1-1 0,-1 1 0,3-4 0,-7-4 0,-18 6 0,8 2 0,-2 0 0,0 1 0,1 1 0,-1 0 0,-23 4 0,35-4 0,0-1 0,1 1 0,-1 0 0,0 0 0,0 0 0,1 0 0,-1 1 0,1-1 0,-1 1 0,1-1 0,0 1 0,-1 0 0,1 0 0,0 0 0,0 0 0,0 0 0,1 1 0,-1-1 0,0 0 0,1 1 0,0 0 0,-1-1 0,1 1 0,0 0 0,0-1 0,1 1 0,-1 0 0,1 0 0,-1 0 0,1 3 0,0-5 0,0 0 0,0 0 0,0-1 0,0 1 0,0 0 0,0 0 0,0 0 0,1-1 0,-1 1 0,0 0 0,1 0 0,-1-1 0,0 1 0,1 0 0,-1-1 0,1 1 0,-1-1 0,1 1 0,-1 0 0,1-1 0,-1 1 0,1-1 0,0 1 0,-1-1 0,1 1 0,0-1 0,-1 0 0,1 1 0,1-1 0,29 1 0,-26-1 0,0-1 0,1-1 0,-1 1 0,0-1 0,0 0 0,-1 0 0,1 0 0,0 0 0,6-6 0,-5-3-17,-6 10-18,0 1 1,0-1-1,0 1 1,0-1-1,0 0 1,0 1-1,1-1 0,-1 1 1,0-1-1,0 0 1,1 1-1,-1-1 1,0 1-1,1-1 0,-1 1 1,0-1-1,1 1 1,-1-1-1,1 1 1,-1-1-1,1 1 1,-1 0-1,1-1 0,-1 1 1,1 0-1,-1-1 1,1 1-1,0 0 1,-1 0-1,1 0 0,-1 0 1,1-1-1,0 1 1,-1 0-1,1 0 1,0 0-1,-1 0 1,2 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3" Type="http://schemas.openxmlformats.org/officeDocument/2006/relationships/customXml" Target="../ink/ink4.xml"/><Relationship Id="rId18" Type="http://schemas.openxmlformats.org/officeDocument/2006/relationships/image" Target="../media/image170.png"/><Relationship Id="rId26" Type="http://schemas.openxmlformats.org/officeDocument/2006/relationships/image" Target="../media/image21.png"/><Relationship Id="rId21" Type="http://schemas.openxmlformats.org/officeDocument/2006/relationships/customXml" Target="../ink/ink8.xml"/><Relationship Id="rId34" Type="http://schemas.openxmlformats.org/officeDocument/2006/relationships/image" Target="../media/image25.png"/><Relationship Id="rId7" Type="http://schemas.openxmlformats.org/officeDocument/2006/relationships/customXml" Target="../ink/ink1.xml"/><Relationship Id="rId12" Type="http://schemas.openxmlformats.org/officeDocument/2006/relationships/image" Target="../media/image140.png"/><Relationship Id="rId17" Type="http://schemas.openxmlformats.org/officeDocument/2006/relationships/customXml" Target="../ink/ink6.xml"/><Relationship Id="rId25" Type="http://schemas.openxmlformats.org/officeDocument/2006/relationships/customXml" Target="../ink/ink10.xml"/><Relationship Id="rId33" Type="http://schemas.openxmlformats.org/officeDocument/2006/relationships/customXml" Target="../ink/ink14.xml"/><Relationship Id="rId38" Type="http://schemas.openxmlformats.org/officeDocument/2006/relationships/image" Target="../media/image9.png"/><Relationship Id="rId2" Type="http://schemas.openxmlformats.org/officeDocument/2006/relationships/image" Target="../media/image13.png"/><Relationship Id="rId16" Type="http://schemas.openxmlformats.org/officeDocument/2006/relationships/image" Target="../media/image160.png"/><Relationship Id="rId20" Type="http://schemas.openxmlformats.org/officeDocument/2006/relationships/image" Target="../media/image18.png"/><Relationship Id="rId29"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customXml" Target="../ink/ink3.xml"/><Relationship Id="rId24" Type="http://schemas.openxmlformats.org/officeDocument/2006/relationships/image" Target="../media/image20.png"/><Relationship Id="rId32" Type="http://schemas.openxmlformats.org/officeDocument/2006/relationships/image" Target="../media/image24.png"/><Relationship Id="rId37" Type="http://schemas.openxmlformats.org/officeDocument/2006/relationships/image" Target="../media/image8.png"/><Relationship Id="rId5" Type="http://schemas.openxmlformats.org/officeDocument/2006/relationships/image" Target="../media/image16.png"/><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22.png"/><Relationship Id="rId36" Type="http://schemas.openxmlformats.org/officeDocument/2006/relationships/image" Target="../media/image7.png"/><Relationship Id="rId10" Type="http://schemas.openxmlformats.org/officeDocument/2006/relationships/image" Target="../media/image130.png"/><Relationship Id="rId19" Type="http://schemas.openxmlformats.org/officeDocument/2006/relationships/customXml" Target="../ink/ink7.xml"/><Relationship Id="rId31" Type="http://schemas.openxmlformats.org/officeDocument/2006/relationships/customXml" Target="../ink/ink13.xml"/><Relationship Id="rId4" Type="http://schemas.openxmlformats.org/officeDocument/2006/relationships/image" Target="../media/image15.png"/><Relationship Id="rId9" Type="http://schemas.openxmlformats.org/officeDocument/2006/relationships/customXml" Target="../ink/ink2.xml"/><Relationship Id="rId14" Type="http://schemas.openxmlformats.org/officeDocument/2006/relationships/image" Target="../media/image150.png"/><Relationship Id="rId22" Type="http://schemas.openxmlformats.org/officeDocument/2006/relationships/image" Target="../media/image19.png"/><Relationship Id="rId27" Type="http://schemas.openxmlformats.org/officeDocument/2006/relationships/customXml" Target="../ink/ink11.xml"/><Relationship Id="rId30" Type="http://schemas.openxmlformats.org/officeDocument/2006/relationships/image" Target="../media/image23.png"/><Relationship Id="rId35" Type="http://schemas.openxmlformats.org/officeDocument/2006/relationships/image" Target="../media/image3.png"/><Relationship Id="rId8" Type="http://schemas.openxmlformats.org/officeDocument/2006/relationships/image" Target="../media/image120.png"/><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7.png"/><Relationship Id="rId7" Type="http://schemas.openxmlformats.org/officeDocument/2006/relationships/image" Target="../media/image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8.png"/><Relationship Id="rId4" Type="http://schemas.openxmlformats.org/officeDocument/2006/relationships/image" Target="../media/image15.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0.png"/><Relationship Id="rId7" Type="http://schemas.openxmlformats.org/officeDocument/2006/relationships/image" Target="../media/image7.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5">
            <a:extLst>
              <a:ext uri="{FF2B5EF4-FFF2-40B4-BE49-F238E27FC236}">
                <a16:creationId xmlns:a16="http://schemas.microsoft.com/office/drawing/2014/main" id="{6CBCACD7-F2D7-3636-CB25-661436B87C1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104218"/>
            <a:ext cx="5181600" cy="4859613"/>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371600" y="1030450"/>
            <a:ext cx="4114800"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a:latin typeface="Pangolin" panose="00000500000000000000"/>
              </a:rPr>
              <a:t>Primitive Datentypen</a:t>
            </a: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pPr fontAlgn="base"/>
            <a:r>
              <a:rPr lang="de-DE" sz="1100" dirty="0">
                <a:solidFill>
                  <a:srgbClr val="000000"/>
                </a:solidFill>
                <a:latin typeface="Segoe UI" panose="020B0502040204020203" pitchFamily="34" charset="0"/>
              </a:rPr>
              <a:t>Dieser Comic wurde im Rahmen des Forschungsprojekts Comixplain erstellt, das von der Hochschule für Angewandte Wissenschaften St. Pölten (USTP) im Rahmen des Innovation Call 2022 gefördert wurde. </a:t>
            </a:r>
          </a:p>
          <a:p>
            <a:pPr fontAlgn="base"/>
            <a:r>
              <a:rPr lang="de-AT" sz="1100" b="0" i="0" dirty="0">
                <a:solidFill>
                  <a:srgbClr val="000000"/>
                </a:solidFill>
                <a:effectLst/>
                <a:latin typeface="Segoe UI" panose="020B0502040204020203" pitchFamily="34" charset="0"/>
              </a:rPr>
              <a:t>​</a:t>
            </a:r>
          </a:p>
          <a:p>
            <a:pPr algn="l" rtl="0" fontAlgn="base"/>
            <a:r>
              <a:rPr lang="de-AT" sz="1100" b="1" i="0" u="none" strike="noStrike" dirty="0">
                <a:solidFill>
                  <a:srgbClr val="000000"/>
                </a:solidFill>
                <a:effectLst/>
                <a:latin typeface="Segoe UI" panose="020B0502040204020203" pitchFamily="34" charset="0"/>
              </a:rPr>
              <a:t>Projektteam:</a:t>
            </a:r>
            <a:r>
              <a:rPr lang="en-US" sz="1100" b="0" i="0" dirty="0">
                <a:solidFill>
                  <a:srgbClr val="000000"/>
                </a:solidFill>
                <a:effectLst/>
                <a:latin typeface="Segoe UI" panose="020B0502040204020203" pitchFamily="34" charset="0"/>
              </a:rPr>
              <a:t>​</a:t>
            </a:r>
          </a:p>
          <a:p>
            <a:pPr algn="l" rtl="0" fontAlgn="base"/>
            <a:r>
              <a:rPr lang="de-AT" sz="1100" b="0" i="0" u="none" strike="noStrike" dirty="0">
                <a:solidFill>
                  <a:srgbClr val="000000"/>
                </a:solidFill>
                <a:effectLst/>
                <a:latin typeface="Segoe UI" panose="020B0502040204020203" pitchFamily="34" charset="0"/>
              </a:rPr>
              <a:t>Victor-</a:t>
            </a:r>
            <a:r>
              <a:rPr lang="de-AT" sz="1100" b="0" i="0" u="none" strike="noStrike" dirty="0" err="1">
                <a:solidFill>
                  <a:srgbClr val="000000"/>
                </a:solidFill>
                <a:effectLst/>
                <a:latin typeface="Segoe UI" panose="020B0502040204020203" pitchFamily="34" charset="0"/>
              </a:rPr>
              <a:t>Adriel</a:t>
            </a:r>
            <a:r>
              <a:rPr lang="de-AT" sz="1100" b="0" i="0" u="none" strike="noStrike" dirty="0">
                <a:solidFill>
                  <a:srgbClr val="000000"/>
                </a:solidFill>
                <a:effectLst/>
                <a:latin typeface="Segoe UI" panose="020B0502040204020203" pitchFamily="34" charset="0"/>
              </a:rPr>
              <a:t> De-Jesus-Oliveira</a:t>
            </a:r>
            <a:r>
              <a:rPr lang="en-US" sz="1100" b="0" i="0" dirty="0">
                <a:solidFill>
                  <a:srgbClr val="000000"/>
                </a:solidFill>
                <a:effectLst/>
                <a:latin typeface="Segoe UI" panose="020B0502040204020203" pitchFamily="34" charset="0"/>
              </a:rPr>
              <a:t>​</a:t>
            </a:r>
          </a:p>
          <a:p>
            <a:pPr algn="l" rtl="0" fontAlgn="base"/>
            <a:r>
              <a:rPr lang="de-AT" sz="1100" b="0" i="0" u="none" strike="noStrike" dirty="0" err="1">
                <a:solidFill>
                  <a:srgbClr val="000000"/>
                </a:solidFill>
                <a:effectLst/>
                <a:latin typeface="Segoe UI" panose="020B0502040204020203" pitchFamily="34" charset="0"/>
              </a:rPr>
              <a:t>Hsiang</a:t>
            </a:r>
            <a:r>
              <a:rPr lang="de-AT" sz="1100" b="0" i="0" u="none" strike="noStrike" dirty="0">
                <a:solidFill>
                  <a:srgbClr val="000000"/>
                </a:solidFill>
                <a:effectLst/>
                <a:latin typeface="Segoe UI" panose="020B0502040204020203" pitchFamily="34" charset="0"/>
              </a:rPr>
              <a:t>-Yun Wu</a:t>
            </a:r>
            <a:r>
              <a:rPr lang="en-US" sz="1100" b="0" i="0" dirty="0">
                <a:solidFill>
                  <a:srgbClr val="000000"/>
                </a:solidFill>
                <a:effectLst/>
                <a:latin typeface="Segoe UI" panose="020B0502040204020203" pitchFamily="34" charset="0"/>
              </a:rPr>
              <a:t>​</a:t>
            </a:r>
          </a:p>
          <a:p>
            <a:pPr algn="l" rtl="0" fontAlgn="base"/>
            <a:r>
              <a:rPr lang="de-AT" sz="1100" b="0" i="0" u="none" strike="noStrike" dirty="0">
                <a:solidFill>
                  <a:srgbClr val="000000"/>
                </a:solidFill>
                <a:effectLst/>
                <a:latin typeface="Segoe UI" panose="020B0502040204020203" pitchFamily="34" charset="0"/>
              </a:rPr>
              <a:t>Christina Stoiber</a:t>
            </a:r>
            <a:r>
              <a:rPr lang="en-US" sz="1100" b="0" i="0" dirty="0">
                <a:solidFill>
                  <a:srgbClr val="000000"/>
                </a:solidFill>
                <a:effectLst/>
                <a:latin typeface="Segoe UI" panose="020B0502040204020203" pitchFamily="34" charset="0"/>
              </a:rPr>
              <a:t>​</a:t>
            </a:r>
          </a:p>
          <a:p>
            <a:pPr algn="l" rtl="0" fontAlgn="base"/>
            <a:r>
              <a:rPr lang="de-AT" sz="1100" b="0" i="0" u="none" strike="noStrike" dirty="0">
                <a:solidFill>
                  <a:srgbClr val="000000"/>
                </a:solidFill>
                <a:effectLst/>
                <a:latin typeface="Segoe UI" panose="020B0502040204020203" pitchFamily="34" charset="0"/>
              </a:rPr>
              <a:t>Magdalena Boucher</a:t>
            </a:r>
            <a:r>
              <a:rPr lang="en-US" sz="1100" b="0" i="0" dirty="0">
                <a:solidFill>
                  <a:srgbClr val="000000"/>
                </a:solidFill>
                <a:effectLst/>
                <a:latin typeface="Segoe UI" panose="020B0502040204020203" pitchFamily="34" charset="0"/>
              </a:rPr>
              <a:t>​</a:t>
            </a:r>
          </a:p>
          <a:p>
            <a:pPr fontAlgn="base"/>
            <a:r>
              <a:rPr lang="de-AT" sz="1100" b="0" i="0" u="none" strike="noStrike" dirty="0">
                <a:solidFill>
                  <a:srgbClr val="000000"/>
                </a:solidFill>
                <a:effectLst/>
                <a:latin typeface="Segoe UI" panose="020B0502040204020203" pitchFamily="34" charset="0"/>
              </a:rPr>
              <a:t>Alena </a:t>
            </a:r>
            <a:r>
              <a:rPr lang="de-AT" sz="1100" dirty="0">
                <a:solidFill>
                  <a:srgbClr val="000000"/>
                </a:solidFill>
                <a:latin typeface="Segoe UI" panose="020B0502040204020203" pitchFamily="34" charset="0"/>
              </a:rPr>
              <a:t>Boucher </a:t>
            </a:r>
            <a:r>
              <a:rPr lang="en-US" sz="1100" b="0" i="0" dirty="0">
                <a:solidFill>
                  <a:srgbClr val="000000"/>
                </a:solidFill>
                <a:effectLst/>
                <a:latin typeface="Segoe UI" panose="020B0502040204020203" pitchFamily="34" charset="0"/>
              </a:rPr>
              <a:t>​</a:t>
            </a:r>
          </a:p>
          <a:p>
            <a:pPr algn="l" rtl="0" fontAlgn="base"/>
            <a:r>
              <a:rPr lang="de-AT" sz="1100" b="0" i="0" dirty="0">
                <a:solidFill>
                  <a:srgbClr val="000000"/>
                </a:solidFill>
                <a:effectLst/>
                <a:latin typeface="Segoe UI" panose="020B0502040204020203" pitchFamily="34" charset="0"/>
              </a:rPr>
              <a:t>​</a:t>
            </a:r>
          </a:p>
          <a:p>
            <a:pPr algn="l" rtl="0" fontAlgn="base"/>
            <a:r>
              <a:rPr lang="de-AT" sz="1100" b="1" i="0" u="none" strike="noStrike" dirty="0">
                <a:solidFill>
                  <a:srgbClr val="000000"/>
                </a:solidFill>
                <a:effectLst/>
                <a:latin typeface="Segoe UI" panose="020B0502040204020203" pitchFamily="34" charset="0"/>
              </a:rPr>
              <a:t>Kontakt:</a:t>
            </a:r>
            <a:r>
              <a:rPr lang="en-US" sz="1100" b="0" i="0" dirty="0">
                <a:solidFill>
                  <a:srgbClr val="000000"/>
                </a:solidFill>
                <a:effectLst/>
                <a:latin typeface="Segoe UI" panose="020B0502040204020203" pitchFamily="34" charset="0"/>
              </a:rPr>
              <a:t>​</a:t>
            </a:r>
          </a:p>
          <a:p>
            <a:pPr algn="l" rtl="0" fontAlgn="base"/>
            <a:r>
              <a:rPr lang="de-AT" sz="1100" b="0" i="0" u="none" strike="noStrike" dirty="0">
                <a:solidFill>
                  <a:srgbClr val="000000"/>
                </a:solidFill>
                <a:effectLst/>
                <a:latin typeface="Segoe UI" panose="020B0502040204020203" pitchFamily="34" charset="0"/>
              </a:rPr>
              <a:t>victor.oliveira@</a:t>
            </a:r>
            <a:r>
              <a:rPr lang="de-AT" sz="1100" dirty="0">
                <a:solidFill>
                  <a:srgbClr val="000000"/>
                </a:solidFill>
                <a:latin typeface="Segoe UI" panose="020B0502040204020203" pitchFamily="34" charset="0"/>
              </a:rPr>
              <a:t>u</a:t>
            </a:r>
            <a:r>
              <a:rPr lang="de-AT" sz="1100" b="0" i="0" u="none" strike="noStrike" dirty="0">
                <a:solidFill>
                  <a:srgbClr val="000000"/>
                </a:solidFill>
                <a:effectLst/>
                <a:latin typeface="Segoe UI" panose="020B0502040204020203" pitchFamily="34" charset="0"/>
              </a:rPr>
              <a:t>stp.at</a:t>
            </a:r>
            <a:r>
              <a:rPr lang="en-US" sz="1100" b="0" i="0" dirty="0">
                <a:solidFill>
                  <a:srgbClr val="000000"/>
                </a:solidFill>
                <a:effectLst/>
                <a:latin typeface="Segoe UI" panose="020B0502040204020203" pitchFamily="34" charset="0"/>
              </a:rPr>
              <a:t>​</a:t>
            </a:r>
          </a:p>
          <a:p>
            <a:pPr algn="l" rtl="0" fontAlgn="base"/>
            <a:r>
              <a:rPr lang="de-AT" sz="1100" b="0" i="0" dirty="0">
                <a:solidFill>
                  <a:srgbClr val="000000"/>
                </a:solidFill>
                <a:effectLst/>
                <a:latin typeface="Segoe UI" panose="020B0502040204020203" pitchFamily="34" charset="0"/>
              </a:rPr>
              <a:t>​</a:t>
            </a:r>
          </a:p>
          <a:p>
            <a:pPr fontAlgn="base"/>
            <a:r>
              <a:rPr lang="de-AT" sz="1100" b="1" i="0" u="none" strike="noStrike" dirty="0">
                <a:solidFill>
                  <a:srgbClr val="000000"/>
                </a:solidFill>
                <a:effectLst/>
                <a:latin typeface="Segoe UI" panose="020B0502040204020203" pitchFamily="34" charset="0"/>
              </a:rPr>
              <a:t>Illustrationen</a:t>
            </a:r>
            <a:r>
              <a:rPr lang="de-AT" sz="1100" b="0" i="0" u="none" strike="noStrike" dirty="0">
                <a:solidFill>
                  <a:srgbClr val="000000"/>
                </a:solidFill>
                <a:effectLst/>
                <a:latin typeface="Segoe UI" panose="020B0502040204020203" pitchFamily="34" charset="0"/>
              </a:rPr>
              <a:t>:</a:t>
            </a:r>
            <a:r>
              <a:rPr lang="en-US" sz="1100" b="0" i="0" dirty="0">
                <a:solidFill>
                  <a:srgbClr val="000000"/>
                </a:solidFill>
                <a:effectLst/>
                <a:latin typeface="Segoe UI" panose="020B0502040204020203" pitchFamily="34" charset="0"/>
              </a:rPr>
              <a:t>​</a:t>
            </a:r>
            <a:br>
              <a:rPr lang="en-US" sz="1100" b="0" i="0" dirty="0">
                <a:solidFill>
                  <a:srgbClr val="000000"/>
                </a:solidFill>
                <a:effectLst/>
                <a:latin typeface="Segoe UI" panose="020B0502040204020203" pitchFamily="34" charset="0"/>
              </a:rPr>
            </a:br>
            <a:r>
              <a:rPr lang="de-AT" sz="1100" b="0" i="0" u="none" strike="noStrike" dirty="0">
                <a:solidFill>
                  <a:srgbClr val="000000"/>
                </a:solidFill>
                <a:effectLst/>
                <a:latin typeface="Segoe UI" panose="020B0502040204020203" pitchFamily="34" charset="0"/>
              </a:rPr>
              <a:t>Magdalena Boucher &amp; Alena </a:t>
            </a:r>
            <a:r>
              <a:rPr lang="de-AT" sz="1100" dirty="0">
                <a:solidFill>
                  <a:srgbClr val="000000"/>
                </a:solidFill>
                <a:latin typeface="Segoe UI" panose="020B0502040204020203" pitchFamily="34" charset="0"/>
              </a:rPr>
              <a:t>Boucher</a:t>
            </a:r>
            <a:endParaRPr lang="en-US" sz="1100" b="0" i="0" dirty="0">
              <a:solidFill>
                <a:srgbClr val="000000"/>
              </a:solidFill>
              <a:effectLst/>
              <a:latin typeface="Segoe UI" panose="020B0502040204020203" pitchFamily="34" charset="0"/>
            </a:endParaRPr>
          </a:p>
        </p:txBody>
      </p:sp>
      <p:pic>
        <p:nvPicPr>
          <p:cNvPr id="6" name="Picture 5">
            <a:extLst>
              <a:ext uri="{FF2B5EF4-FFF2-40B4-BE49-F238E27FC236}">
                <a16:creationId xmlns:a16="http://schemas.microsoft.com/office/drawing/2014/main" id="{53608BEA-CBBF-4DDA-BDF8-1416BDAF93E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2DAC6C02-F335-0C89-3B70-15B82E7B5740}"/>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4A19593C-00EB-D647-8979-143EF8FC850A}"/>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2DD0C642-8B13-5752-5A22-05DDF0C07A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936B86A5-B63F-DF64-6402-A8D25F79DD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54141DDD-4D15-E880-3129-9797D65F3B3C}"/>
              </a:ext>
            </a:extLst>
          </p:cNvPr>
          <p:cNvSpPr txBox="1"/>
          <p:nvPr/>
        </p:nvSpPr>
        <p:spPr>
          <a:xfrm>
            <a:off x="2215167" y="7607440"/>
            <a:ext cx="3928532"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Primitive Datentypen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47CFF6B9-B793-3E55-D616-8C0270070C6A}"/>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4BD93CF9-AD2D-4D55-28BB-10BD2B31E73B}"/>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26963F62-2484-FFA3-8900-AB027BBE76FC}"/>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ADC4A22E-0409-09B8-F0E1-E794841EDD1E}"/>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2B1D934-8D82-128A-AAD2-F56ED7DF85B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9" name="Grafik 8">
            <a:extLst>
              <a:ext uri="{FF2B5EF4-FFF2-40B4-BE49-F238E27FC236}">
                <a16:creationId xmlns:a16="http://schemas.microsoft.com/office/drawing/2014/main" id="{30B737E2-79DC-EF3F-89C0-F94E33AFE8B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37648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386250" y="671376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174625" y="521777"/>
            <a:ext cx="6454774" cy="2951163"/>
          </a:xfrm>
          <a:custGeom>
            <a:avLst/>
            <a:gdLst>
              <a:gd name="connsiteX0" fmla="*/ 0 w 6454774"/>
              <a:gd name="connsiteY0" fmla="*/ 0 h 2951163"/>
              <a:gd name="connsiteX1" fmla="*/ 451834 w 6454774"/>
              <a:gd name="connsiteY1" fmla="*/ 0 h 2951163"/>
              <a:gd name="connsiteX2" fmla="*/ 968216 w 6454774"/>
              <a:gd name="connsiteY2" fmla="*/ 0 h 2951163"/>
              <a:gd name="connsiteX3" fmla="*/ 1613694 w 6454774"/>
              <a:gd name="connsiteY3" fmla="*/ 0 h 2951163"/>
              <a:gd name="connsiteX4" fmla="*/ 2194623 w 6454774"/>
              <a:gd name="connsiteY4" fmla="*/ 0 h 2951163"/>
              <a:gd name="connsiteX5" fmla="*/ 2711005 w 6454774"/>
              <a:gd name="connsiteY5" fmla="*/ 0 h 2951163"/>
              <a:gd name="connsiteX6" fmla="*/ 3421030 w 6454774"/>
              <a:gd name="connsiteY6" fmla="*/ 0 h 2951163"/>
              <a:gd name="connsiteX7" fmla="*/ 4131055 w 6454774"/>
              <a:gd name="connsiteY7" fmla="*/ 0 h 2951163"/>
              <a:gd name="connsiteX8" fmla="*/ 4905628 w 6454774"/>
              <a:gd name="connsiteY8" fmla="*/ 0 h 2951163"/>
              <a:gd name="connsiteX9" fmla="*/ 5486558 w 6454774"/>
              <a:gd name="connsiteY9" fmla="*/ 0 h 2951163"/>
              <a:gd name="connsiteX10" fmla="*/ 6454774 w 6454774"/>
              <a:gd name="connsiteY10" fmla="*/ 0 h 2951163"/>
              <a:gd name="connsiteX11" fmla="*/ 6454774 w 6454774"/>
              <a:gd name="connsiteY11" fmla="*/ 590233 h 2951163"/>
              <a:gd name="connsiteX12" fmla="*/ 6454774 w 6454774"/>
              <a:gd name="connsiteY12" fmla="*/ 1091930 h 2951163"/>
              <a:gd name="connsiteX13" fmla="*/ 6454774 w 6454774"/>
              <a:gd name="connsiteY13" fmla="*/ 1741186 h 2951163"/>
              <a:gd name="connsiteX14" fmla="*/ 6454774 w 6454774"/>
              <a:gd name="connsiteY14" fmla="*/ 2242884 h 2951163"/>
              <a:gd name="connsiteX15" fmla="*/ 6454774 w 6454774"/>
              <a:gd name="connsiteY15" fmla="*/ 2951163 h 2951163"/>
              <a:gd name="connsiteX16" fmla="*/ 6002940 w 6454774"/>
              <a:gd name="connsiteY16" fmla="*/ 2951163 h 2951163"/>
              <a:gd name="connsiteX17" fmla="*/ 5551106 w 6454774"/>
              <a:gd name="connsiteY17" fmla="*/ 2951163 h 2951163"/>
              <a:gd name="connsiteX18" fmla="*/ 5034724 w 6454774"/>
              <a:gd name="connsiteY18" fmla="*/ 2951163 h 2951163"/>
              <a:gd name="connsiteX19" fmla="*/ 4453794 w 6454774"/>
              <a:gd name="connsiteY19" fmla="*/ 2951163 h 2951163"/>
              <a:gd name="connsiteX20" fmla="*/ 3872864 w 6454774"/>
              <a:gd name="connsiteY20" fmla="*/ 2951163 h 2951163"/>
              <a:gd name="connsiteX21" fmla="*/ 3421030 w 6454774"/>
              <a:gd name="connsiteY21" fmla="*/ 2951163 h 2951163"/>
              <a:gd name="connsiteX22" fmla="*/ 2969196 w 6454774"/>
              <a:gd name="connsiteY22" fmla="*/ 2951163 h 2951163"/>
              <a:gd name="connsiteX23" fmla="*/ 2259171 w 6454774"/>
              <a:gd name="connsiteY23" fmla="*/ 2951163 h 2951163"/>
              <a:gd name="connsiteX24" fmla="*/ 1742789 w 6454774"/>
              <a:gd name="connsiteY24" fmla="*/ 2951163 h 2951163"/>
              <a:gd name="connsiteX25" fmla="*/ 1097312 w 6454774"/>
              <a:gd name="connsiteY25" fmla="*/ 2951163 h 2951163"/>
              <a:gd name="connsiteX26" fmla="*/ 0 w 6454774"/>
              <a:gd name="connsiteY26" fmla="*/ 2951163 h 2951163"/>
              <a:gd name="connsiteX27" fmla="*/ 0 w 6454774"/>
              <a:gd name="connsiteY27" fmla="*/ 2390442 h 2951163"/>
              <a:gd name="connsiteX28" fmla="*/ 0 w 6454774"/>
              <a:gd name="connsiteY28" fmla="*/ 1800209 h 2951163"/>
              <a:gd name="connsiteX29" fmla="*/ 0 w 6454774"/>
              <a:gd name="connsiteY29" fmla="*/ 1269000 h 2951163"/>
              <a:gd name="connsiteX30" fmla="*/ 0 w 6454774"/>
              <a:gd name="connsiteY30" fmla="*/ 649256 h 2951163"/>
              <a:gd name="connsiteX31" fmla="*/ 0 w 6454774"/>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54774" h="2951163" extrusionOk="0">
                <a:moveTo>
                  <a:pt x="0" y="0"/>
                </a:moveTo>
                <a:cubicBezTo>
                  <a:pt x="118232" y="-204"/>
                  <a:pt x="307478" y="-5043"/>
                  <a:pt x="451834" y="0"/>
                </a:cubicBezTo>
                <a:cubicBezTo>
                  <a:pt x="596190" y="5043"/>
                  <a:pt x="738922" y="8033"/>
                  <a:pt x="968216" y="0"/>
                </a:cubicBezTo>
                <a:cubicBezTo>
                  <a:pt x="1197510" y="-8033"/>
                  <a:pt x="1428365" y="3555"/>
                  <a:pt x="1613694" y="0"/>
                </a:cubicBezTo>
                <a:cubicBezTo>
                  <a:pt x="1799023" y="-3555"/>
                  <a:pt x="1934304" y="2443"/>
                  <a:pt x="2194623" y="0"/>
                </a:cubicBezTo>
                <a:cubicBezTo>
                  <a:pt x="2454942" y="-2443"/>
                  <a:pt x="2509410" y="-12983"/>
                  <a:pt x="2711005" y="0"/>
                </a:cubicBezTo>
                <a:cubicBezTo>
                  <a:pt x="2912600" y="12983"/>
                  <a:pt x="3261105" y="4714"/>
                  <a:pt x="3421030" y="0"/>
                </a:cubicBezTo>
                <a:cubicBezTo>
                  <a:pt x="3580955" y="-4714"/>
                  <a:pt x="3909319" y="-19611"/>
                  <a:pt x="4131055" y="0"/>
                </a:cubicBezTo>
                <a:cubicBezTo>
                  <a:pt x="4352791" y="19611"/>
                  <a:pt x="4521071" y="28357"/>
                  <a:pt x="4905628" y="0"/>
                </a:cubicBezTo>
                <a:cubicBezTo>
                  <a:pt x="5290185" y="-28357"/>
                  <a:pt x="5320761" y="23949"/>
                  <a:pt x="5486558" y="0"/>
                </a:cubicBezTo>
                <a:cubicBezTo>
                  <a:pt x="5652355" y="-23949"/>
                  <a:pt x="6168327" y="4331"/>
                  <a:pt x="6454774" y="0"/>
                </a:cubicBezTo>
                <a:cubicBezTo>
                  <a:pt x="6470546" y="136988"/>
                  <a:pt x="6450808" y="444909"/>
                  <a:pt x="6454774" y="590233"/>
                </a:cubicBezTo>
                <a:cubicBezTo>
                  <a:pt x="6458740" y="735557"/>
                  <a:pt x="6442478" y="891046"/>
                  <a:pt x="6454774" y="1091930"/>
                </a:cubicBezTo>
                <a:cubicBezTo>
                  <a:pt x="6467070" y="1292814"/>
                  <a:pt x="6458827" y="1580484"/>
                  <a:pt x="6454774" y="1741186"/>
                </a:cubicBezTo>
                <a:cubicBezTo>
                  <a:pt x="6450721" y="1901888"/>
                  <a:pt x="6477809" y="2030121"/>
                  <a:pt x="6454774" y="2242884"/>
                </a:cubicBezTo>
                <a:cubicBezTo>
                  <a:pt x="6431739" y="2455647"/>
                  <a:pt x="6486500" y="2746667"/>
                  <a:pt x="6454774" y="2951163"/>
                </a:cubicBezTo>
                <a:cubicBezTo>
                  <a:pt x="6355429" y="2961352"/>
                  <a:pt x="6147254" y="2950045"/>
                  <a:pt x="6002940" y="2951163"/>
                </a:cubicBezTo>
                <a:cubicBezTo>
                  <a:pt x="5858626" y="2952281"/>
                  <a:pt x="5736475" y="2953653"/>
                  <a:pt x="5551106" y="2951163"/>
                </a:cubicBezTo>
                <a:cubicBezTo>
                  <a:pt x="5365737" y="2948673"/>
                  <a:pt x="5169320" y="2964034"/>
                  <a:pt x="5034724" y="2951163"/>
                </a:cubicBezTo>
                <a:cubicBezTo>
                  <a:pt x="4900128" y="2938292"/>
                  <a:pt x="4739547" y="2954857"/>
                  <a:pt x="4453794" y="2951163"/>
                </a:cubicBezTo>
                <a:cubicBezTo>
                  <a:pt x="4168041" y="2947470"/>
                  <a:pt x="4106821" y="2933949"/>
                  <a:pt x="3872864" y="2951163"/>
                </a:cubicBezTo>
                <a:cubicBezTo>
                  <a:pt x="3638907" y="2968378"/>
                  <a:pt x="3553088" y="2944352"/>
                  <a:pt x="3421030" y="2951163"/>
                </a:cubicBezTo>
                <a:cubicBezTo>
                  <a:pt x="3288972" y="2957974"/>
                  <a:pt x="3088911" y="2932171"/>
                  <a:pt x="2969196" y="2951163"/>
                </a:cubicBezTo>
                <a:cubicBezTo>
                  <a:pt x="2849481" y="2970155"/>
                  <a:pt x="2590068" y="2972416"/>
                  <a:pt x="2259171" y="2951163"/>
                </a:cubicBezTo>
                <a:cubicBezTo>
                  <a:pt x="1928274" y="2929910"/>
                  <a:pt x="1864789" y="2949228"/>
                  <a:pt x="1742789" y="2951163"/>
                </a:cubicBezTo>
                <a:cubicBezTo>
                  <a:pt x="1620789" y="2953098"/>
                  <a:pt x="1273248" y="2942842"/>
                  <a:pt x="1097312" y="2951163"/>
                </a:cubicBezTo>
                <a:cubicBezTo>
                  <a:pt x="921376" y="2959484"/>
                  <a:pt x="519544" y="2906606"/>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4559020"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78349"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1044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210446"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7" name="Textfeld 16">
            <a:extLst>
              <a:ext uri="{FF2B5EF4-FFF2-40B4-BE49-F238E27FC236}">
                <a16:creationId xmlns:a16="http://schemas.microsoft.com/office/drawing/2014/main" id="{06E55F0D-1374-442B-8C82-48FCEA4796A4}"/>
              </a:ext>
              <a:ext uri="{C183D7F6-B498-43B3-948B-1728B52AA6E4}">
                <adec:decorative xmlns:adec="http://schemas.microsoft.com/office/drawing/2017/decorative" val="1"/>
              </a:ext>
            </a:extLst>
          </p:cNvPr>
          <p:cNvSpPr txBox="1"/>
          <p:nvPr/>
        </p:nvSpPr>
        <p:spPr>
          <a:xfrm>
            <a:off x="4586008" y="-3033155"/>
            <a:ext cx="1997074" cy="553998"/>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know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what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Let‘s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talk</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about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over</a:t>
            </a:r>
            <a:r>
              <a:rPr lang="de-DE" sz="1000" dirty="0">
                <a:solidFill>
                  <a:schemeClr val="tx1"/>
                </a:solidFill>
                <a:latin typeface="Pangolin" panose="00000500000000000000" pitchFamily="2" charset="0"/>
              </a:rPr>
              <a:t> lunch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restaurant</a:t>
            </a:r>
            <a:r>
              <a:rPr lang="de-DE" sz="1000" dirty="0">
                <a:solidFill>
                  <a:schemeClr val="tx1"/>
                </a:solidFill>
                <a:latin typeface="Pangolin" panose="00000500000000000000" pitchFamily="2" charset="0"/>
              </a:rPr>
              <a:t> down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road</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 name="Textfeld 49">
            <a:extLst>
              <a:ext uri="{FF2B5EF4-FFF2-40B4-BE49-F238E27FC236}">
                <a16:creationId xmlns:a16="http://schemas.microsoft.com/office/drawing/2014/main" id="{362C1F62-0F36-DE0B-773D-43546A760D9D}"/>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Primitive </a:t>
            </a:r>
            <a:r>
              <a:rPr lang="de-AT" sz="1000" dirty="0">
                <a:latin typeface="Pangolin" panose="00000500000000000000"/>
              </a:rPr>
              <a:t>Datentypen</a:t>
            </a:r>
            <a:endParaRPr lang="de-DE" sz="1000" dirty="0">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a:spLocks noGrp="1"/>
          </p:cNvSpPr>
          <p:nvPr>
            <p:ph type="title" idx="4294967295"/>
          </p:nvPr>
        </p:nvSpPr>
        <p:spPr>
          <a:xfrm>
            <a:off x="2662236" y="3747433"/>
            <a:ext cx="1479550" cy="55399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Oh, du musst die neue Aushilfe sein, von der der Chef erzählt hat!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4631029" y="3718240"/>
            <a:ext cx="1997074"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Was heißt „bist du nicht“</a:t>
            </a:r>
            <a:r>
              <a:rPr lang="de-DE" sz="1000" dirty="0">
                <a:latin typeface="Pangolin" panose="00000500000000000000" pitchFamily="2" charset="0"/>
              </a:rPr>
              <a:t>? </a:t>
            </a:r>
          </a:p>
          <a:p>
            <a:pPr algn="ctr"/>
            <a:r>
              <a:rPr lang="de-DE" sz="1000" dirty="0">
                <a:latin typeface="Pangolin" panose="00000500000000000000" pitchFamily="2" charset="0"/>
              </a:rPr>
              <a:t>Natürlich bist du das! ! Hier ist deine Schürze. Komm mit und ich zeig dir wie hier alles so läuft.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417185" y="6879292"/>
            <a:ext cx="1640607" cy="707886"/>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Dein Job ist es Befehle von dem Program- eh ich meine aus der Küche, auszuführen…</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725062" y="6879292"/>
            <a:ext cx="1353898" cy="400110"/>
          </a:xfrm>
          <a:prstGeom prst="rect">
            <a:avLst/>
          </a:prstGeom>
          <a:noFill/>
        </p:spPr>
        <p:txBody>
          <a:bodyPr wrap="square">
            <a:spAutoFit/>
          </a:bodyPr>
          <a:lstStyle/>
          <a:p>
            <a:pPr algn="ctr"/>
            <a:r>
              <a:rPr lang="de-DE" sz="1000" dirty="0">
                <a:latin typeface="Pangolin" panose="00000500000000000000" pitchFamily="2" charset="0"/>
              </a:rPr>
              <a:t>u</a:t>
            </a:r>
            <a:r>
              <a:rPr lang="de-DE" sz="1000" dirty="0">
                <a:solidFill>
                  <a:schemeClr val="tx1"/>
                </a:solidFill>
                <a:latin typeface="Pangolin" panose="00000500000000000000" pitchFamily="2" charset="0"/>
              </a:rPr>
              <a:t>nd dann Werte</a:t>
            </a:r>
          </a:p>
          <a:p>
            <a:pPr algn="ctr"/>
            <a:r>
              <a:rPr lang="de-DE" sz="1000" dirty="0">
                <a:solidFill>
                  <a:schemeClr val="tx1"/>
                </a:solidFill>
                <a:latin typeface="Pangolin" panose="00000500000000000000" pitchFamily="2" charset="0"/>
              </a:rPr>
              <a:t>…</a:t>
            </a:r>
            <a:r>
              <a:rPr lang="de-DE" sz="1000" dirty="0">
                <a:latin typeface="Pangolin" panose="00000500000000000000" pitchFamily="2" charset="0"/>
              </a:rPr>
              <a:t>ä</a:t>
            </a:r>
            <a:r>
              <a:rPr lang="de-DE" sz="1000" dirty="0">
                <a:solidFill>
                  <a:schemeClr val="tx1"/>
                </a:solidFill>
                <a:latin typeface="Pangolin" panose="00000500000000000000" pitchFamily="2" charset="0"/>
              </a:rPr>
              <a:t>hm Kaffee…</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83465" y="6938684"/>
            <a:ext cx="1928370"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in </a:t>
            </a:r>
            <a:r>
              <a:rPr lang="de-DE" sz="1000" dirty="0">
                <a:latin typeface="Pangolin" panose="00000500000000000000" pitchFamily="2" charset="0"/>
              </a:rPr>
              <a:t>C</a:t>
            </a:r>
            <a:r>
              <a:rPr lang="de-DE" sz="1000" dirty="0">
                <a:solidFill>
                  <a:schemeClr val="tx1"/>
                </a:solidFill>
                <a:latin typeface="Pangolin" panose="00000500000000000000" pitchFamily="2" charset="0"/>
              </a:rPr>
              <a:t>ontainer füllen!</a:t>
            </a:r>
            <a:endParaRPr lang="de-AT" sz="1000" dirty="0">
              <a:solidFill>
                <a:schemeClr val="tx1"/>
              </a:solidFill>
              <a:latin typeface="Pangolin" panose="00000500000000000000" pitchFamily="2" charset="0"/>
            </a:endParaRPr>
          </a:p>
        </p:txBody>
      </p:sp>
      <p:grpSp>
        <p:nvGrpSpPr>
          <p:cNvPr id="5" name="Group 4">
            <a:extLst>
              <a:ext uri="{FF2B5EF4-FFF2-40B4-BE49-F238E27FC236}">
                <a16:creationId xmlns:a16="http://schemas.microsoft.com/office/drawing/2014/main" id="{D5B7A66B-F6E7-3744-0986-A1D5B7866474}"/>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6" name="Picture 5">
              <a:extLst>
                <a:ext uri="{FF2B5EF4-FFF2-40B4-BE49-F238E27FC236}">
                  <a16:creationId xmlns:a16="http://schemas.microsoft.com/office/drawing/2014/main" id="{9871F45C-D625-D47E-7E7A-AA0FDBEF36C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7" name="Group 6">
              <a:extLst>
                <a:ext uri="{FF2B5EF4-FFF2-40B4-BE49-F238E27FC236}">
                  <a16:creationId xmlns:a16="http://schemas.microsoft.com/office/drawing/2014/main" id="{6D4474CE-021E-0373-3078-8AC8B60DFC7E}"/>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8" name="Picture 7">
                <a:extLst>
                  <a:ext uri="{FF2B5EF4-FFF2-40B4-BE49-F238E27FC236}">
                    <a16:creationId xmlns:a16="http://schemas.microsoft.com/office/drawing/2014/main" id="{C542B6FB-00B1-480F-336D-2ED722C9F643}"/>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0" name="Picture 9">
                <a:extLst>
                  <a:ext uri="{FF2B5EF4-FFF2-40B4-BE49-F238E27FC236}">
                    <a16:creationId xmlns:a16="http://schemas.microsoft.com/office/drawing/2014/main" id="{3BA25035-40BC-0756-257D-EC61E1A74E64}"/>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1" name="Picture 10">
                <a:extLst>
                  <a:ext uri="{FF2B5EF4-FFF2-40B4-BE49-F238E27FC236}">
                    <a16:creationId xmlns:a16="http://schemas.microsoft.com/office/drawing/2014/main" id="{3782EFAF-2097-7CD3-8838-04FF49BE4669}"/>
                  </a:ext>
                </a:extLst>
              </p:cNvPr>
              <p:cNvPicPr>
                <a:picLocks noChangeAspect="1"/>
              </p:cNvPicPr>
              <p:nvPr/>
            </p:nvPicPr>
            <p:blipFill>
              <a:blip r:embed="rId8"/>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48E67A4E-6E26-4DF5-FB5F-6B4EA5DEB8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3" name="Picture 2">
            <a:extLst>
              <a:ext uri="{FF2B5EF4-FFF2-40B4-BE49-F238E27FC236}">
                <a16:creationId xmlns:a16="http://schemas.microsoft.com/office/drawing/2014/main" id="{3D446CC7-76AB-FDE4-DD56-CE4B6CD834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555" y="7357694"/>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A6FDD735-749C-FAC5-FF7B-554477A456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7285" y="738272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38E0CA6B-43C5-087D-F398-F38175C465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414" y="737977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a:extLst>
              <a:ext uri="{FF2B5EF4-FFF2-40B4-BE49-F238E27FC236}">
                <a16:creationId xmlns:a16="http://schemas.microsoft.com/office/drawing/2014/main" id="{C01EE904-9F01-9E06-DE54-68D67386A3F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12" t="16137"/>
          <a:stretch/>
        </p:blipFill>
        <p:spPr bwMode="auto">
          <a:xfrm>
            <a:off x="220636" y="534738"/>
            <a:ext cx="2176529" cy="11884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7CBA7A8-520F-4C6E-F0C9-3E4D2A8778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0175" y="426739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69FE7904-B896-559F-B977-1B4DC9F6E4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04" y="428970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4" name="Grafik 31">
            <a:extLst>
              <a:ext uri="{FF2B5EF4-FFF2-40B4-BE49-F238E27FC236}">
                <a16:creationId xmlns:a16="http://schemas.microsoft.com/office/drawing/2014/main" id="{38CF0B2A-5CDA-1F5E-4B85-A92A08B8F2DB}"/>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8628" t="36602" r="36123" b="50003"/>
          <a:stretch/>
        </p:blipFill>
        <p:spPr>
          <a:xfrm>
            <a:off x="2649071" y="3625856"/>
            <a:ext cx="1731608" cy="1326854"/>
          </a:xfrm>
          <a:prstGeom prst="rect">
            <a:avLst/>
          </a:prstGeom>
        </p:spPr>
      </p:pic>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0637" y="525493"/>
            <a:ext cx="6411937" cy="2951163"/>
          </a:xfrm>
          <a:custGeom>
            <a:avLst/>
            <a:gdLst>
              <a:gd name="connsiteX0" fmla="*/ 0 w 6411937"/>
              <a:gd name="connsiteY0" fmla="*/ 0 h 2951163"/>
              <a:gd name="connsiteX1" fmla="*/ 448836 w 6411937"/>
              <a:gd name="connsiteY1" fmla="*/ 0 h 2951163"/>
              <a:gd name="connsiteX2" fmla="*/ 961791 w 6411937"/>
              <a:gd name="connsiteY2" fmla="*/ 0 h 2951163"/>
              <a:gd name="connsiteX3" fmla="*/ 1602984 w 6411937"/>
              <a:gd name="connsiteY3" fmla="*/ 0 h 2951163"/>
              <a:gd name="connsiteX4" fmla="*/ 2180059 w 6411937"/>
              <a:gd name="connsiteY4" fmla="*/ 0 h 2951163"/>
              <a:gd name="connsiteX5" fmla="*/ 2693014 w 6411937"/>
              <a:gd name="connsiteY5" fmla="*/ 0 h 2951163"/>
              <a:gd name="connsiteX6" fmla="*/ 3398327 w 6411937"/>
              <a:gd name="connsiteY6" fmla="*/ 0 h 2951163"/>
              <a:gd name="connsiteX7" fmla="*/ 4103640 w 6411937"/>
              <a:gd name="connsiteY7" fmla="*/ 0 h 2951163"/>
              <a:gd name="connsiteX8" fmla="*/ 4873072 w 6411937"/>
              <a:gd name="connsiteY8" fmla="*/ 0 h 2951163"/>
              <a:gd name="connsiteX9" fmla="*/ 5450146 w 6411937"/>
              <a:gd name="connsiteY9" fmla="*/ 0 h 2951163"/>
              <a:gd name="connsiteX10" fmla="*/ 6411937 w 6411937"/>
              <a:gd name="connsiteY10" fmla="*/ 0 h 2951163"/>
              <a:gd name="connsiteX11" fmla="*/ 6411937 w 6411937"/>
              <a:gd name="connsiteY11" fmla="*/ 590233 h 2951163"/>
              <a:gd name="connsiteX12" fmla="*/ 6411937 w 6411937"/>
              <a:gd name="connsiteY12" fmla="*/ 1091930 h 2951163"/>
              <a:gd name="connsiteX13" fmla="*/ 6411937 w 6411937"/>
              <a:gd name="connsiteY13" fmla="*/ 1741186 h 2951163"/>
              <a:gd name="connsiteX14" fmla="*/ 6411937 w 6411937"/>
              <a:gd name="connsiteY14" fmla="*/ 2242884 h 2951163"/>
              <a:gd name="connsiteX15" fmla="*/ 6411937 w 6411937"/>
              <a:gd name="connsiteY15" fmla="*/ 2951163 h 2951163"/>
              <a:gd name="connsiteX16" fmla="*/ 5963101 w 6411937"/>
              <a:gd name="connsiteY16" fmla="*/ 2951163 h 2951163"/>
              <a:gd name="connsiteX17" fmla="*/ 5514266 w 6411937"/>
              <a:gd name="connsiteY17" fmla="*/ 2951163 h 2951163"/>
              <a:gd name="connsiteX18" fmla="*/ 5001311 w 6411937"/>
              <a:gd name="connsiteY18" fmla="*/ 2951163 h 2951163"/>
              <a:gd name="connsiteX19" fmla="*/ 4424237 w 6411937"/>
              <a:gd name="connsiteY19" fmla="*/ 2951163 h 2951163"/>
              <a:gd name="connsiteX20" fmla="*/ 3847162 w 6411937"/>
              <a:gd name="connsiteY20" fmla="*/ 2951163 h 2951163"/>
              <a:gd name="connsiteX21" fmla="*/ 3398327 w 6411937"/>
              <a:gd name="connsiteY21" fmla="*/ 2951163 h 2951163"/>
              <a:gd name="connsiteX22" fmla="*/ 2949491 w 6411937"/>
              <a:gd name="connsiteY22" fmla="*/ 2951163 h 2951163"/>
              <a:gd name="connsiteX23" fmla="*/ 2244178 w 6411937"/>
              <a:gd name="connsiteY23" fmla="*/ 2951163 h 2951163"/>
              <a:gd name="connsiteX24" fmla="*/ 1731223 w 6411937"/>
              <a:gd name="connsiteY24" fmla="*/ 2951163 h 2951163"/>
              <a:gd name="connsiteX25" fmla="*/ 1090029 w 6411937"/>
              <a:gd name="connsiteY25" fmla="*/ 2951163 h 2951163"/>
              <a:gd name="connsiteX26" fmla="*/ 0 w 6411937"/>
              <a:gd name="connsiteY26" fmla="*/ 2951163 h 2951163"/>
              <a:gd name="connsiteX27" fmla="*/ 0 w 6411937"/>
              <a:gd name="connsiteY27" fmla="*/ 2390442 h 2951163"/>
              <a:gd name="connsiteX28" fmla="*/ 0 w 6411937"/>
              <a:gd name="connsiteY28" fmla="*/ 1800209 h 2951163"/>
              <a:gd name="connsiteX29" fmla="*/ 0 w 6411937"/>
              <a:gd name="connsiteY29" fmla="*/ 1269000 h 2951163"/>
              <a:gd name="connsiteX30" fmla="*/ 0 w 6411937"/>
              <a:gd name="connsiteY30" fmla="*/ 649256 h 2951163"/>
              <a:gd name="connsiteX31" fmla="*/ 0 w 6411937"/>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11937" h="2951163" extrusionOk="0">
                <a:moveTo>
                  <a:pt x="0" y="0"/>
                </a:moveTo>
                <a:cubicBezTo>
                  <a:pt x="107837" y="10885"/>
                  <a:pt x="255857" y="-17929"/>
                  <a:pt x="448836" y="0"/>
                </a:cubicBezTo>
                <a:cubicBezTo>
                  <a:pt x="641815" y="17929"/>
                  <a:pt x="762794" y="13476"/>
                  <a:pt x="961791" y="0"/>
                </a:cubicBezTo>
                <a:cubicBezTo>
                  <a:pt x="1160788" y="-13476"/>
                  <a:pt x="1357921" y="-23125"/>
                  <a:pt x="1602984" y="0"/>
                </a:cubicBezTo>
                <a:cubicBezTo>
                  <a:pt x="1848047" y="23125"/>
                  <a:pt x="1915082" y="15375"/>
                  <a:pt x="2180059" y="0"/>
                </a:cubicBezTo>
                <a:cubicBezTo>
                  <a:pt x="2445037" y="-15375"/>
                  <a:pt x="2543754" y="19402"/>
                  <a:pt x="2693014" y="0"/>
                </a:cubicBezTo>
                <a:cubicBezTo>
                  <a:pt x="2842274" y="-19402"/>
                  <a:pt x="3064643" y="32548"/>
                  <a:pt x="3398327" y="0"/>
                </a:cubicBezTo>
                <a:cubicBezTo>
                  <a:pt x="3732011" y="-32548"/>
                  <a:pt x="3954606" y="16405"/>
                  <a:pt x="4103640" y="0"/>
                </a:cubicBezTo>
                <a:cubicBezTo>
                  <a:pt x="4252674" y="-16405"/>
                  <a:pt x="4540473" y="12032"/>
                  <a:pt x="4873072" y="0"/>
                </a:cubicBezTo>
                <a:cubicBezTo>
                  <a:pt x="5205671" y="-12032"/>
                  <a:pt x="5330947" y="25349"/>
                  <a:pt x="5450146" y="0"/>
                </a:cubicBezTo>
                <a:cubicBezTo>
                  <a:pt x="5569345" y="-25349"/>
                  <a:pt x="6099629" y="-11923"/>
                  <a:pt x="6411937" y="0"/>
                </a:cubicBezTo>
                <a:cubicBezTo>
                  <a:pt x="6427709" y="136988"/>
                  <a:pt x="6407971" y="444909"/>
                  <a:pt x="6411937" y="590233"/>
                </a:cubicBezTo>
                <a:cubicBezTo>
                  <a:pt x="6415903" y="735557"/>
                  <a:pt x="6399641" y="891046"/>
                  <a:pt x="6411937" y="1091930"/>
                </a:cubicBezTo>
                <a:cubicBezTo>
                  <a:pt x="6424233" y="1292814"/>
                  <a:pt x="6415990" y="1580484"/>
                  <a:pt x="6411937" y="1741186"/>
                </a:cubicBezTo>
                <a:cubicBezTo>
                  <a:pt x="6407884" y="1901888"/>
                  <a:pt x="6434972" y="2030121"/>
                  <a:pt x="6411937" y="2242884"/>
                </a:cubicBezTo>
                <a:cubicBezTo>
                  <a:pt x="6388902" y="2455647"/>
                  <a:pt x="6443663" y="2746667"/>
                  <a:pt x="6411937" y="2951163"/>
                </a:cubicBezTo>
                <a:cubicBezTo>
                  <a:pt x="6195912" y="2929817"/>
                  <a:pt x="6081740" y="2963159"/>
                  <a:pt x="5963101" y="2951163"/>
                </a:cubicBezTo>
                <a:cubicBezTo>
                  <a:pt x="5844462" y="2939167"/>
                  <a:pt x="5735751" y="2967447"/>
                  <a:pt x="5514266" y="2951163"/>
                </a:cubicBezTo>
                <a:cubicBezTo>
                  <a:pt x="5292782" y="2934879"/>
                  <a:pt x="5155448" y="2967970"/>
                  <a:pt x="5001311" y="2951163"/>
                </a:cubicBezTo>
                <a:cubicBezTo>
                  <a:pt x="4847174" y="2934356"/>
                  <a:pt x="4594932" y="2957045"/>
                  <a:pt x="4424237" y="2951163"/>
                </a:cubicBezTo>
                <a:cubicBezTo>
                  <a:pt x="4253542" y="2945281"/>
                  <a:pt x="3963121" y="2922805"/>
                  <a:pt x="3847162" y="2951163"/>
                </a:cubicBezTo>
                <a:cubicBezTo>
                  <a:pt x="3731203" y="2979521"/>
                  <a:pt x="3523946" y="2953675"/>
                  <a:pt x="3398327" y="2951163"/>
                </a:cubicBezTo>
                <a:cubicBezTo>
                  <a:pt x="3272709" y="2948651"/>
                  <a:pt x="3103649" y="2945518"/>
                  <a:pt x="2949491" y="2951163"/>
                </a:cubicBezTo>
                <a:cubicBezTo>
                  <a:pt x="2795333" y="2956808"/>
                  <a:pt x="2453709" y="2981973"/>
                  <a:pt x="2244178" y="2951163"/>
                </a:cubicBezTo>
                <a:cubicBezTo>
                  <a:pt x="2034647" y="2920353"/>
                  <a:pt x="1932497" y="2941130"/>
                  <a:pt x="1731223" y="2951163"/>
                </a:cubicBezTo>
                <a:cubicBezTo>
                  <a:pt x="1529949" y="2961196"/>
                  <a:pt x="1293072" y="2954720"/>
                  <a:pt x="1090029" y="2951163"/>
                </a:cubicBezTo>
                <a:cubicBezTo>
                  <a:pt x="886986" y="2947606"/>
                  <a:pt x="359432" y="3002712"/>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0637"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91724"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5173"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9144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64401"/>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6492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9" name="Textfeld 38">
            <a:extLst>
              <a:ext uri="{FF2B5EF4-FFF2-40B4-BE49-F238E27FC236}">
                <a16:creationId xmlns:a16="http://schemas.microsoft.com/office/drawing/2014/main" id="{93499DF8-D114-1803-64E3-E9D32F426270}"/>
              </a:ext>
              <a:ext uri="{C183D7F6-B498-43B3-948B-1728B52AA6E4}">
                <adec:decorative xmlns:adec="http://schemas.microsoft.com/office/drawing/2017/decorative" val="1"/>
              </a:ext>
            </a:extLst>
          </p:cNvPr>
          <p:cNvSpPr txBox="1"/>
          <p:nvPr/>
        </p:nvSpPr>
        <p:spPr>
          <a:xfrm>
            <a:off x="1563561" y="2458625"/>
            <a:ext cx="579564" cy="400110"/>
          </a:xfrm>
          <a:prstGeom prst="rect">
            <a:avLst/>
          </a:prstGeom>
          <a:noFill/>
        </p:spPr>
        <p:txBody>
          <a:bodyPr wrap="square">
            <a:spAutoFit/>
          </a:bodyPr>
          <a:lstStyle/>
          <a:p>
            <a:pPr algn="ctr"/>
            <a:r>
              <a:rPr lang="de-DE" sz="1000" dirty="0">
                <a:latin typeface="Pangolin" panose="00000500000000000000" pitchFamily="2" charset="0"/>
              </a:rPr>
              <a:t>-128</a:t>
            </a:r>
          </a:p>
          <a:p>
            <a:pPr algn="ctr"/>
            <a:r>
              <a:rPr lang="de-DE" sz="1000" dirty="0">
                <a:solidFill>
                  <a:schemeClr val="tx1"/>
                </a:solidFill>
                <a:latin typeface="Pangolin" panose="00000500000000000000" pitchFamily="2" charset="0"/>
              </a:rPr>
              <a:t>+127</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A3BCA5F5-B91B-FED2-EA22-9C4D4A27CB49}"/>
              </a:ext>
              <a:ext uri="{C183D7F6-B498-43B3-948B-1728B52AA6E4}">
                <adec:decorative xmlns:adec="http://schemas.microsoft.com/office/drawing/2017/decorative" val="1"/>
              </a:ext>
            </a:extLst>
          </p:cNvPr>
          <p:cNvSpPr txBox="1"/>
          <p:nvPr/>
        </p:nvSpPr>
        <p:spPr>
          <a:xfrm>
            <a:off x="2155028" y="2378900"/>
            <a:ext cx="691068" cy="400110"/>
          </a:xfrm>
          <a:prstGeom prst="rect">
            <a:avLst/>
          </a:prstGeom>
          <a:noFill/>
        </p:spPr>
        <p:txBody>
          <a:bodyPr wrap="square">
            <a:spAutoFit/>
          </a:bodyPr>
          <a:lstStyle/>
          <a:p>
            <a:pPr algn="ctr"/>
            <a:r>
              <a:rPr lang="de-DE" sz="1000" dirty="0">
                <a:latin typeface="Pangolin" panose="00000500000000000000" pitchFamily="2" charset="0"/>
              </a:rPr>
              <a:t>-32,768</a:t>
            </a:r>
          </a:p>
          <a:p>
            <a:pPr algn="ctr"/>
            <a:r>
              <a:rPr lang="de-DE" sz="1000" dirty="0">
                <a:latin typeface="Pangolin" panose="00000500000000000000" pitchFamily="2" charset="0"/>
              </a:rPr>
              <a:t>+ 32 767</a:t>
            </a:r>
          </a:p>
        </p:txBody>
      </p:sp>
      <p:sp>
        <p:nvSpPr>
          <p:cNvPr id="41" name="Textfeld 40">
            <a:extLst>
              <a:ext uri="{FF2B5EF4-FFF2-40B4-BE49-F238E27FC236}">
                <a16:creationId xmlns:a16="http://schemas.microsoft.com/office/drawing/2014/main" id="{E9E01578-3D05-2538-9703-264C7198BB17}"/>
              </a:ext>
              <a:ext uri="{C183D7F6-B498-43B3-948B-1728B52AA6E4}">
                <adec:decorative xmlns:adec="http://schemas.microsoft.com/office/drawing/2017/decorative" val="1"/>
              </a:ext>
            </a:extLst>
          </p:cNvPr>
          <p:cNvSpPr txBox="1"/>
          <p:nvPr/>
        </p:nvSpPr>
        <p:spPr>
          <a:xfrm>
            <a:off x="2844494" y="2295956"/>
            <a:ext cx="794580" cy="553998"/>
          </a:xfrm>
          <a:prstGeom prst="rect">
            <a:avLst/>
          </a:prstGeom>
          <a:noFill/>
        </p:spPr>
        <p:txBody>
          <a:bodyPr wrap="square">
            <a:spAutoFit/>
          </a:bodyPr>
          <a:lstStyle/>
          <a:p>
            <a:pPr algn="ctr"/>
            <a:r>
              <a:rPr lang="de-DE" sz="1000" dirty="0">
                <a:latin typeface="Pangolin" panose="00000500000000000000" pitchFamily="2" charset="0"/>
              </a:rPr>
              <a:t>- 2 x 10^9</a:t>
            </a:r>
          </a:p>
          <a:p>
            <a:pPr algn="ctr"/>
            <a:r>
              <a:rPr lang="de-DE" sz="1000" dirty="0">
                <a:latin typeface="Pangolin" panose="00000500000000000000" pitchFamily="2" charset="0"/>
              </a:rPr>
              <a:t>+ 2 x 10^9</a:t>
            </a:r>
          </a:p>
          <a:p>
            <a:pPr algn="ctr"/>
            <a:endParaRPr lang="de-DE" sz="1000" dirty="0">
              <a:latin typeface="Pangolin" panose="00000500000000000000" pitchFamily="2" charset="0"/>
            </a:endParaRPr>
          </a:p>
        </p:txBody>
      </p:sp>
      <p:sp>
        <p:nvSpPr>
          <p:cNvPr id="42" name="Textfeld 41">
            <a:extLst>
              <a:ext uri="{FF2B5EF4-FFF2-40B4-BE49-F238E27FC236}">
                <a16:creationId xmlns:a16="http://schemas.microsoft.com/office/drawing/2014/main" id="{31D36F4A-632C-3CB9-F129-0F4997B90212}"/>
              </a:ext>
              <a:ext uri="{C183D7F6-B498-43B3-948B-1728B52AA6E4}">
                <adec:decorative xmlns:adec="http://schemas.microsoft.com/office/drawing/2017/decorative" val="1"/>
              </a:ext>
            </a:extLst>
          </p:cNvPr>
          <p:cNvSpPr txBox="1"/>
          <p:nvPr/>
        </p:nvSpPr>
        <p:spPr>
          <a:xfrm>
            <a:off x="3595566" y="2235342"/>
            <a:ext cx="794580" cy="400110"/>
          </a:xfrm>
          <a:prstGeom prst="rect">
            <a:avLst/>
          </a:prstGeom>
          <a:noFill/>
        </p:spPr>
        <p:txBody>
          <a:bodyPr wrap="square">
            <a:spAutoFit/>
          </a:bodyPr>
          <a:lstStyle/>
          <a:p>
            <a:pPr algn="ctr"/>
            <a:r>
              <a:rPr lang="de-DE" sz="1000" dirty="0">
                <a:latin typeface="Pangolin" panose="00000500000000000000" pitchFamily="2" charset="0"/>
              </a:rPr>
              <a:t>- 9 x 10^18</a:t>
            </a:r>
          </a:p>
          <a:p>
            <a:pPr algn="ctr"/>
            <a:r>
              <a:rPr lang="de-DE" sz="1000" dirty="0">
                <a:latin typeface="Pangolin" panose="00000500000000000000" pitchFamily="2" charset="0"/>
              </a:rPr>
              <a:t>+ 9 x 10^18</a:t>
            </a:r>
          </a:p>
        </p:txBody>
      </p:sp>
      <p:sp>
        <p:nvSpPr>
          <p:cNvPr id="43" name="Textfeld 42">
            <a:extLst>
              <a:ext uri="{FF2B5EF4-FFF2-40B4-BE49-F238E27FC236}">
                <a16:creationId xmlns:a16="http://schemas.microsoft.com/office/drawing/2014/main" id="{24276ACB-8496-43AC-04BA-A03BB5A38605}"/>
              </a:ext>
              <a:ext uri="{C183D7F6-B498-43B3-948B-1728B52AA6E4}">
                <adec:decorative xmlns:adec="http://schemas.microsoft.com/office/drawing/2017/decorative" val="1"/>
              </a:ext>
            </a:extLst>
          </p:cNvPr>
          <p:cNvSpPr txBox="1"/>
          <p:nvPr/>
        </p:nvSpPr>
        <p:spPr>
          <a:xfrm>
            <a:off x="4298011" y="2001547"/>
            <a:ext cx="933987" cy="400110"/>
          </a:xfrm>
          <a:prstGeom prst="rect">
            <a:avLst/>
          </a:prstGeom>
          <a:noFill/>
        </p:spPr>
        <p:txBody>
          <a:bodyPr wrap="square">
            <a:spAutoFit/>
          </a:bodyPr>
          <a:lstStyle/>
          <a:p>
            <a:pPr algn="ctr"/>
            <a:r>
              <a:rPr lang="de-DE" sz="1000" dirty="0">
                <a:latin typeface="Pangolin" panose="00000500000000000000" pitchFamily="2" charset="0"/>
              </a:rPr>
              <a:t>+ - 1,4E - 45</a:t>
            </a:r>
          </a:p>
          <a:p>
            <a:pPr algn="ctr"/>
            <a:r>
              <a:rPr lang="de-DE" sz="1000" dirty="0">
                <a:latin typeface="Pangolin" panose="00000500000000000000" pitchFamily="2" charset="0"/>
              </a:rPr>
              <a:t>+ - 3,4E + 38</a:t>
            </a:r>
          </a:p>
        </p:txBody>
      </p:sp>
      <p:sp>
        <p:nvSpPr>
          <p:cNvPr id="44" name="Textfeld 43">
            <a:extLst>
              <a:ext uri="{FF2B5EF4-FFF2-40B4-BE49-F238E27FC236}">
                <a16:creationId xmlns:a16="http://schemas.microsoft.com/office/drawing/2014/main" id="{087FC547-8212-FAED-782E-477431D39B39}"/>
              </a:ext>
              <a:ext uri="{C183D7F6-B498-43B3-948B-1728B52AA6E4}">
                <adec:decorative xmlns:adec="http://schemas.microsoft.com/office/drawing/2017/decorative" val="1"/>
              </a:ext>
            </a:extLst>
          </p:cNvPr>
          <p:cNvSpPr txBox="1"/>
          <p:nvPr/>
        </p:nvSpPr>
        <p:spPr>
          <a:xfrm>
            <a:off x="5330898" y="1285982"/>
            <a:ext cx="933987" cy="400110"/>
          </a:xfrm>
          <a:prstGeom prst="rect">
            <a:avLst/>
          </a:prstGeom>
          <a:noFill/>
        </p:spPr>
        <p:txBody>
          <a:bodyPr wrap="square">
            <a:spAutoFit/>
          </a:bodyPr>
          <a:lstStyle/>
          <a:p>
            <a:pPr algn="ctr"/>
            <a:r>
              <a:rPr lang="de-DE" sz="1000" dirty="0">
                <a:latin typeface="Pangolin" panose="00000500000000000000" pitchFamily="2" charset="0"/>
              </a:rPr>
              <a:t>+ - 4,9E - 324</a:t>
            </a:r>
          </a:p>
          <a:p>
            <a:pPr algn="ctr"/>
            <a:r>
              <a:rPr lang="de-DE" sz="1000" dirty="0">
                <a:latin typeface="Pangolin" panose="00000500000000000000" pitchFamily="2" charset="0"/>
              </a:rPr>
              <a:t>+ - 1,7E + 308</a:t>
            </a:r>
          </a:p>
        </p:txBody>
      </p:sp>
      <p:sp>
        <p:nvSpPr>
          <p:cNvPr id="45" name="Textfeld 44">
            <a:extLst>
              <a:ext uri="{FF2B5EF4-FFF2-40B4-BE49-F238E27FC236}">
                <a16:creationId xmlns:a16="http://schemas.microsoft.com/office/drawing/2014/main" id="{45931500-07D4-407B-75AA-A7C56B14725B}"/>
              </a:ext>
              <a:ext uri="{C183D7F6-B498-43B3-948B-1728B52AA6E4}">
                <adec:decorative xmlns:adec="http://schemas.microsoft.com/office/drawing/2017/decorative" val="1"/>
              </a:ext>
            </a:extLst>
          </p:cNvPr>
          <p:cNvSpPr txBox="1"/>
          <p:nvPr/>
        </p:nvSpPr>
        <p:spPr>
          <a:xfrm>
            <a:off x="1563561" y="3168528"/>
            <a:ext cx="579564" cy="246221"/>
          </a:xfrm>
          <a:prstGeom prst="rect">
            <a:avLst/>
          </a:prstGeom>
          <a:noFill/>
        </p:spPr>
        <p:txBody>
          <a:bodyPr wrap="square">
            <a:spAutoFit/>
          </a:bodyPr>
          <a:lstStyle/>
          <a:p>
            <a:pPr algn="ctr"/>
            <a:r>
              <a:rPr lang="de-DE" sz="1000" dirty="0">
                <a:latin typeface="Pangolin" panose="00000500000000000000" pitchFamily="2" charset="0"/>
              </a:rPr>
              <a:t>BYTE</a:t>
            </a:r>
            <a:endParaRPr lang="de-AT" sz="1000"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A83FD09-F813-4A55-9ECE-CD1BE1FAF5C3}"/>
              </a:ext>
              <a:ext uri="{C183D7F6-B498-43B3-948B-1728B52AA6E4}">
                <adec:decorative xmlns:adec="http://schemas.microsoft.com/office/drawing/2017/decorative" val="1"/>
              </a:ext>
            </a:extLst>
          </p:cNvPr>
          <p:cNvSpPr txBox="1"/>
          <p:nvPr/>
        </p:nvSpPr>
        <p:spPr>
          <a:xfrm>
            <a:off x="2252656" y="3158136"/>
            <a:ext cx="579564" cy="246221"/>
          </a:xfrm>
          <a:prstGeom prst="rect">
            <a:avLst/>
          </a:prstGeom>
          <a:noFill/>
        </p:spPr>
        <p:txBody>
          <a:bodyPr wrap="square">
            <a:spAutoFit/>
          </a:bodyPr>
          <a:lstStyle/>
          <a:p>
            <a:pPr algn="ctr"/>
            <a:r>
              <a:rPr lang="de-DE" sz="1000" dirty="0">
                <a:latin typeface="Pangolin" panose="00000500000000000000" pitchFamily="2" charset="0"/>
              </a:rPr>
              <a:t>SHORT</a:t>
            </a:r>
            <a:endParaRPr lang="de-AT" sz="1000" dirty="0">
              <a:solidFill>
                <a:schemeClr val="tx1"/>
              </a:solidFill>
              <a:latin typeface="Pangolin" panose="00000500000000000000" pitchFamily="2" charset="0"/>
            </a:endParaRPr>
          </a:p>
        </p:txBody>
      </p:sp>
      <p:sp>
        <p:nvSpPr>
          <p:cNvPr id="47" name="Textfeld 46">
            <a:extLst>
              <a:ext uri="{FF2B5EF4-FFF2-40B4-BE49-F238E27FC236}">
                <a16:creationId xmlns:a16="http://schemas.microsoft.com/office/drawing/2014/main" id="{597F2C66-4674-6A0D-AFF5-902785FE7299}"/>
              </a:ext>
              <a:ext uri="{C183D7F6-B498-43B3-948B-1728B52AA6E4}">
                <adec:decorative xmlns:adec="http://schemas.microsoft.com/office/drawing/2017/decorative" val="1"/>
              </a:ext>
            </a:extLst>
          </p:cNvPr>
          <p:cNvSpPr txBox="1"/>
          <p:nvPr/>
        </p:nvSpPr>
        <p:spPr>
          <a:xfrm>
            <a:off x="2952002" y="3142987"/>
            <a:ext cx="579564" cy="246221"/>
          </a:xfrm>
          <a:prstGeom prst="rect">
            <a:avLst/>
          </a:prstGeom>
          <a:noFill/>
        </p:spPr>
        <p:txBody>
          <a:bodyPr wrap="square">
            <a:spAutoFit/>
          </a:bodyPr>
          <a:lstStyle/>
          <a:p>
            <a:pPr algn="ctr"/>
            <a:r>
              <a:rPr lang="de-DE" sz="1000" dirty="0">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B18276A5-5435-38CE-3120-C4921D9DFCF6}"/>
              </a:ext>
              <a:ext uri="{C183D7F6-B498-43B3-948B-1728B52AA6E4}">
                <adec:decorative xmlns:adec="http://schemas.microsoft.com/office/drawing/2017/decorative" val="1"/>
              </a:ext>
            </a:extLst>
          </p:cNvPr>
          <p:cNvSpPr txBox="1"/>
          <p:nvPr/>
        </p:nvSpPr>
        <p:spPr>
          <a:xfrm>
            <a:off x="3703074" y="3142986"/>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LONG</a:t>
            </a:r>
            <a:endParaRPr lang="de-AT" sz="1000" dirty="0">
              <a:solidFill>
                <a:schemeClr val="tx1"/>
              </a:solidFill>
              <a:latin typeface="Pangolin" panose="00000500000000000000" pitchFamily="2" charset="0"/>
            </a:endParaRPr>
          </a:p>
        </p:txBody>
      </p:sp>
      <p:sp>
        <p:nvSpPr>
          <p:cNvPr id="49" name="Textfeld 48">
            <a:extLst>
              <a:ext uri="{FF2B5EF4-FFF2-40B4-BE49-F238E27FC236}">
                <a16:creationId xmlns:a16="http://schemas.microsoft.com/office/drawing/2014/main" id="{2CC38548-61F2-1E35-4BA5-D456C9E43255}"/>
              </a:ext>
              <a:ext uri="{C183D7F6-B498-43B3-948B-1728B52AA6E4}">
                <adec:decorative xmlns:adec="http://schemas.microsoft.com/office/drawing/2017/decorative" val="1"/>
              </a:ext>
            </a:extLst>
          </p:cNvPr>
          <p:cNvSpPr txBox="1"/>
          <p:nvPr/>
        </p:nvSpPr>
        <p:spPr>
          <a:xfrm>
            <a:off x="4475222" y="3142985"/>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FLOAT</a:t>
            </a:r>
            <a:endParaRPr lang="de-AT" sz="1000" dirty="0">
              <a:solidFill>
                <a:schemeClr val="tx1"/>
              </a:solidFill>
              <a:latin typeface="Pangolin" panose="00000500000000000000" pitchFamily="2" charset="0"/>
            </a:endParaRPr>
          </a:p>
        </p:txBody>
      </p:sp>
      <p:sp>
        <p:nvSpPr>
          <p:cNvPr id="50" name="Textfeld 49">
            <a:extLst>
              <a:ext uri="{FF2B5EF4-FFF2-40B4-BE49-F238E27FC236}">
                <a16:creationId xmlns:a16="http://schemas.microsoft.com/office/drawing/2014/main" id="{289E974F-267B-D965-0D79-42F75605F5C5}"/>
              </a:ext>
              <a:ext uri="{C183D7F6-B498-43B3-948B-1728B52AA6E4}">
                <adec:decorative xmlns:adec="http://schemas.microsoft.com/office/drawing/2017/decorative" val="1"/>
              </a:ext>
            </a:extLst>
          </p:cNvPr>
          <p:cNvSpPr txBox="1"/>
          <p:nvPr/>
        </p:nvSpPr>
        <p:spPr>
          <a:xfrm>
            <a:off x="5407098" y="3135367"/>
            <a:ext cx="695761" cy="246221"/>
          </a:xfrm>
          <a:prstGeom prst="rect">
            <a:avLst/>
          </a:prstGeom>
          <a:noFill/>
        </p:spPr>
        <p:txBody>
          <a:bodyPr wrap="square">
            <a:spAutoFit/>
          </a:bodyPr>
          <a:lstStyle/>
          <a:p>
            <a:pPr algn="ctr"/>
            <a:r>
              <a:rPr lang="de-DE" sz="1000" dirty="0">
                <a:latin typeface="Pangolin" panose="00000500000000000000" pitchFamily="2" charset="0"/>
              </a:rPr>
              <a:t>DOUBLE</a:t>
            </a: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D5A7219B-7E39-05E9-A287-A4D847B09141}"/>
              </a:ext>
              <a:ext uri="{C183D7F6-B498-43B3-948B-1728B52AA6E4}">
                <adec:decorative xmlns:adec="http://schemas.microsoft.com/office/drawing/2017/decorative" val="1"/>
              </a:ext>
            </a:extLst>
          </p:cNvPr>
          <p:cNvSpPr txBox="1"/>
          <p:nvPr/>
        </p:nvSpPr>
        <p:spPr>
          <a:xfrm>
            <a:off x="3359118" y="60084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7">
            <p14:nvContentPartPr>
              <p14: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14:cNvPr>
              <p14:cNvContentPartPr/>
              <p14:nvPr/>
            </p14:nvContentPartPr>
            <p14:xfrm>
              <a:off x="3496570" y="5720660"/>
              <a:ext cx="217440" cy="27360"/>
            </p14:xfrm>
          </p:contentPart>
        </mc:Choice>
        <mc:Fallback xmlns="">
          <p:pic>
            <p:nvPicPr>
              <p: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cNvPr>
              <p:cNvPicPr/>
              <p:nvPr/>
            </p:nvPicPr>
            <p:blipFill>
              <a:blip r:embed="rId8"/>
              <a:stretch>
                <a:fillRect/>
              </a:stretch>
            </p:blipFill>
            <p:spPr>
              <a:xfrm>
                <a:off x="3433570" y="5657660"/>
                <a:ext cx="343080" cy="153000"/>
              </a:xfrm>
              <a:prstGeom prst="rect">
                <a:avLst/>
              </a:prstGeom>
            </p:spPr>
          </p:pic>
        </mc:Fallback>
      </mc:AlternateContent>
      <p:sp>
        <p:nvSpPr>
          <p:cNvPr id="51" name="Textfeld 50">
            <a:extLst>
              <a:ext uri="{FF2B5EF4-FFF2-40B4-BE49-F238E27FC236}">
                <a16:creationId xmlns:a16="http://schemas.microsoft.com/office/drawing/2014/main" id="{72D3B4C2-3220-2860-C47D-AB1EACDC0D45}"/>
              </a:ext>
              <a:ext uri="{C183D7F6-B498-43B3-948B-1728B52AA6E4}">
                <adec:decorative xmlns:adec="http://schemas.microsoft.com/office/drawing/2017/decorative" val="1"/>
              </a:ext>
            </a:extLst>
          </p:cNvPr>
          <p:cNvSpPr txBox="1"/>
          <p:nvPr/>
        </p:nvSpPr>
        <p:spPr>
          <a:xfrm>
            <a:off x="3235467" y="5613768"/>
            <a:ext cx="685871" cy="246221"/>
          </a:xfrm>
          <a:prstGeom prst="rect">
            <a:avLst/>
          </a:prstGeom>
          <a:noFill/>
        </p:spPr>
        <p:txBody>
          <a:bodyPr wrap="square">
            <a:spAutoFit/>
          </a:bodyPr>
          <a:lstStyle/>
          <a:p>
            <a:pPr algn="ctr"/>
            <a:r>
              <a:rPr lang="de-DE" sz="1000" dirty="0">
                <a:latin typeface="Pangolin" panose="00000500000000000000" pitchFamily="2" charset="0"/>
              </a:rPr>
              <a:t>20 + 20</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C11BE9CA-E9E8-4781-9ABE-4ADD14A982EF}"/>
              </a:ext>
              <a:ext uri="{C183D7F6-B498-43B3-948B-1728B52AA6E4}">
                <adec:decorative xmlns:adec="http://schemas.microsoft.com/office/drawing/2017/decorative" val="1"/>
              </a:ext>
            </a:extLst>
          </p:cNvPr>
          <p:cNvSpPr txBox="1"/>
          <p:nvPr/>
        </p:nvSpPr>
        <p:spPr>
          <a:xfrm>
            <a:off x="3403481" y="5750291"/>
            <a:ext cx="346069"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F5095267-8D9D-01D8-0915-F56ACA89B1E3}"/>
              </a:ext>
              <a:ext uri="{C183D7F6-B498-43B3-948B-1728B52AA6E4}">
                <adec:decorative xmlns:adec="http://schemas.microsoft.com/office/drawing/2017/decorative" val="1"/>
              </a:ext>
            </a:extLst>
          </p:cNvPr>
          <p:cNvSpPr txBox="1"/>
          <p:nvPr/>
        </p:nvSpPr>
        <p:spPr>
          <a:xfrm>
            <a:off x="5502752" y="59957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p:sp>
        <p:nvSpPr>
          <p:cNvPr id="63" name="Textfeld 62">
            <a:extLst>
              <a:ext uri="{FF2B5EF4-FFF2-40B4-BE49-F238E27FC236}">
                <a16:creationId xmlns:a16="http://schemas.microsoft.com/office/drawing/2014/main" id="{A04099B2-9B3F-8074-988F-991C52779581}"/>
              </a:ext>
              <a:ext uri="{C183D7F6-B498-43B3-948B-1728B52AA6E4}">
                <adec:decorative xmlns:adec="http://schemas.microsoft.com/office/drawing/2017/decorative" val="1"/>
              </a:ext>
            </a:extLst>
          </p:cNvPr>
          <p:cNvSpPr txBox="1"/>
          <p:nvPr/>
        </p:nvSpPr>
        <p:spPr>
          <a:xfrm>
            <a:off x="1732655" y="523495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4" name="Textfeld 63">
            <a:extLst>
              <a:ext uri="{FF2B5EF4-FFF2-40B4-BE49-F238E27FC236}">
                <a16:creationId xmlns:a16="http://schemas.microsoft.com/office/drawing/2014/main" id="{589D93BE-A3EF-212F-34AF-1432A5CE7719}"/>
              </a:ext>
              <a:ext uri="{C183D7F6-B498-43B3-948B-1728B52AA6E4}">
                <adec:decorative xmlns:adec="http://schemas.microsoft.com/office/drawing/2017/decorative" val="1"/>
              </a:ext>
            </a:extLst>
          </p:cNvPr>
          <p:cNvSpPr txBox="1"/>
          <p:nvPr/>
        </p:nvSpPr>
        <p:spPr>
          <a:xfrm>
            <a:off x="363759" y="531070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8" name="Textfeld 67">
            <a:extLst>
              <a:ext uri="{FF2B5EF4-FFF2-40B4-BE49-F238E27FC236}">
                <a16:creationId xmlns:a16="http://schemas.microsoft.com/office/drawing/2014/main" id="{122730FB-B697-074D-4610-E60B2D49A719}"/>
              </a:ext>
              <a:ext uri="{C183D7F6-B498-43B3-948B-1728B52AA6E4}">
                <adec:decorative xmlns:adec="http://schemas.microsoft.com/office/drawing/2017/decorative" val="1"/>
              </a:ext>
            </a:extLst>
          </p:cNvPr>
          <p:cNvSpPr txBox="1"/>
          <p:nvPr/>
        </p:nvSpPr>
        <p:spPr>
          <a:xfrm>
            <a:off x="1146111" y="9125041"/>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9">
            <p14:nvContentPartPr>
              <p14: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14:cNvPr>
              <p14:cNvContentPartPr/>
              <p14:nvPr/>
            </p14:nvContentPartPr>
            <p14:xfrm>
              <a:off x="6184130" y="6140170"/>
              <a:ext cx="70920" cy="38520"/>
            </p14:xfrm>
          </p:contentPart>
        </mc:Choice>
        <mc:Fallback xmlns="">
          <p:pic>
            <p:nvPicPr>
              <p: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cNvPr>
              <p:cNvPicPr/>
              <p:nvPr/>
            </p:nvPicPr>
            <p:blipFill>
              <a:blip r:embed="rId10"/>
              <a:stretch>
                <a:fillRect/>
              </a:stretch>
            </p:blipFill>
            <p:spPr>
              <a:xfrm>
                <a:off x="6148130" y="6104170"/>
                <a:ext cx="142560" cy="110160"/>
              </a:xfrm>
              <a:prstGeom prst="rect">
                <a:avLst/>
              </a:prstGeom>
            </p:spPr>
          </p:pic>
        </mc:Fallback>
      </mc:AlternateContent>
      <p:sp>
        <p:nvSpPr>
          <p:cNvPr id="62" name="Textfeld 61">
            <a:extLst>
              <a:ext uri="{FF2B5EF4-FFF2-40B4-BE49-F238E27FC236}">
                <a16:creationId xmlns:a16="http://schemas.microsoft.com/office/drawing/2014/main" id="{949D98DD-DDF1-AE44-29F6-FC59DF1AC4B8}"/>
              </a:ext>
              <a:ext uri="{C183D7F6-B498-43B3-948B-1728B52AA6E4}">
                <adec:decorative xmlns:adec="http://schemas.microsoft.com/office/drawing/2017/decorative" val="1"/>
              </a:ext>
            </a:extLst>
          </p:cNvPr>
          <p:cNvSpPr txBox="1"/>
          <p:nvPr/>
        </p:nvSpPr>
        <p:spPr>
          <a:xfrm>
            <a:off x="6054121" y="6057193"/>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grpSp>
        <p:nvGrpSpPr>
          <p:cNvPr id="78" name="Gruppieren 77">
            <a:extLst>
              <a:ext uri="{FF2B5EF4-FFF2-40B4-BE49-F238E27FC236}">
                <a16:creationId xmlns:a16="http://schemas.microsoft.com/office/drawing/2014/main" id="{1941AFB4-9AEF-D5D6-808A-DD138927CCCF}"/>
              </a:ext>
              <a:ext uri="{C183D7F6-B498-43B3-948B-1728B52AA6E4}">
                <adec:decorative xmlns:adec="http://schemas.microsoft.com/office/drawing/2017/decorative" val="1"/>
              </a:ext>
            </a:extLst>
          </p:cNvPr>
          <p:cNvGrpSpPr/>
          <p:nvPr/>
        </p:nvGrpSpPr>
        <p:grpSpPr>
          <a:xfrm>
            <a:off x="4833630" y="6101770"/>
            <a:ext cx="148460" cy="64320"/>
            <a:chOff x="4833630" y="6101770"/>
            <a:chExt cx="148460" cy="64320"/>
          </a:xfrm>
        </p:grpSpPr>
        <mc:AlternateContent xmlns:mc="http://schemas.openxmlformats.org/markup-compatibility/2006" xmlns:p14="http://schemas.microsoft.com/office/powerpoint/2010/main">
          <mc:Choice Requires="p14">
            <p:contentPart p14:bwMode="auto" r:id="rId11">
              <p14:nvContentPartPr>
                <p14: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14:cNvPr>
                <p14:cNvContentPartPr/>
                <p14:nvPr/>
              </p14:nvContentPartPr>
              <p14:xfrm>
                <a:off x="4833630" y="6101770"/>
                <a:ext cx="62280" cy="55080"/>
              </p14:xfrm>
            </p:contentPart>
          </mc:Choice>
          <mc:Fallback xmlns="">
            <p:pic>
              <p:nvPicPr>
                <p: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cNvPr>
                <p:cNvPicPr/>
                <p:nvPr/>
              </p:nvPicPr>
              <p:blipFill>
                <a:blip r:embed="rId12"/>
                <a:stretch>
                  <a:fillRect/>
                </a:stretch>
              </p:blipFill>
              <p:spPr>
                <a:xfrm>
                  <a:off x="4824630" y="6092770"/>
                  <a:ext cx="799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14:cNvPr>
                <p14:cNvContentPartPr/>
                <p14:nvPr/>
              </p14:nvContentPartPr>
              <p14:xfrm>
                <a:off x="4905050" y="6162490"/>
                <a:ext cx="360" cy="360"/>
              </p14:xfrm>
            </p:contentPart>
          </mc:Choice>
          <mc:Fallback xmlns="">
            <p:pic>
              <p:nvPicPr>
                <p: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cNvPr>
                <p:cNvPicPr/>
                <p:nvPr/>
              </p:nvPicPr>
              <p:blipFill>
                <a:blip r:embed="rId14"/>
                <a:stretch>
                  <a:fillRect/>
                </a:stretch>
              </p:blipFill>
              <p:spPr>
                <a:xfrm>
                  <a:off x="4869050" y="612649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14:cNvPr>
                <p14:cNvContentPartPr/>
                <p14:nvPr/>
              </p14:nvContentPartPr>
              <p14:xfrm>
                <a:off x="4930610" y="6165730"/>
                <a:ext cx="51480" cy="360"/>
              </p14:xfrm>
            </p:contentPart>
          </mc:Choice>
          <mc:Fallback xmlns="">
            <p:pic>
              <p:nvPicPr>
                <p: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cNvPr>
                <p:cNvPicPr/>
                <p:nvPr/>
              </p:nvPicPr>
              <p:blipFill>
                <a:blip r:embed="rId16"/>
                <a:stretch>
                  <a:fillRect/>
                </a:stretch>
              </p:blipFill>
              <p:spPr>
                <a:xfrm>
                  <a:off x="4894610" y="6129730"/>
                  <a:ext cx="12312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14:cNvPr>
              <p14:cNvContentPartPr/>
              <p14:nvPr/>
            </p14:nvContentPartPr>
            <p14:xfrm>
              <a:off x="5013270" y="6107530"/>
              <a:ext cx="52560" cy="36720"/>
            </p14:xfrm>
          </p:contentPart>
        </mc:Choice>
        <mc:Fallback xmlns="">
          <p:pic>
            <p:nvPicPr>
              <p: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cNvPr>
              <p:cNvPicPr/>
              <p:nvPr/>
            </p:nvPicPr>
            <p:blipFill>
              <a:blip r:embed="rId18"/>
              <a:stretch>
                <a:fillRect/>
              </a:stretch>
            </p:blipFill>
            <p:spPr>
              <a:xfrm>
                <a:off x="5004331" y="6098530"/>
                <a:ext cx="70080" cy="54360"/>
              </a:xfrm>
              <a:prstGeom prst="rect">
                <a:avLst/>
              </a:prstGeom>
            </p:spPr>
          </p:pic>
        </mc:Fallback>
      </mc:AlternateContent>
      <p:grpSp>
        <p:nvGrpSpPr>
          <p:cNvPr id="81" name="Gruppieren 80">
            <a:extLst>
              <a:ext uri="{FF2B5EF4-FFF2-40B4-BE49-F238E27FC236}">
                <a16:creationId xmlns:a16="http://schemas.microsoft.com/office/drawing/2014/main" id="{4842B853-78F3-84FB-E7CD-83AED1086137}"/>
              </a:ext>
              <a:ext uri="{C183D7F6-B498-43B3-948B-1728B52AA6E4}">
                <adec:decorative xmlns:adec="http://schemas.microsoft.com/office/drawing/2017/decorative" val="1"/>
              </a:ext>
            </a:extLst>
          </p:cNvPr>
          <p:cNvGrpSpPr/>
          <p:nvPr/>
        </p:nvGrpSpPr>
        <p:grpSpPr>
          <a:xfrm>
            <a:off x="6122320" y="6084130"/>
            <a:ext cx="202680" cy="56520"/>
            <a:chOff x="6122320" y="6084130"/>
            <a:chExt cx="202680" cy="56520"/>
          </a:xfrm>
        </p:grpSpPr>
        <mc:AlternateContent xmlns:mc="http://schemas.openxmlformats.org/markup-compatibility/2006" xmlns:p14="http://schemas.microsoft.com/office/powerpoint/2010/main">
          <mc:Choice Requires="p14">
            <p:contentPart p14:bwMode="auto" r:id="rId19">
              <p14:nvContentPartPr>
                <p14: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14:cNvPr>
                <p14:cNvContentPartPr/>
                <p14:nvPr/>
              </p14:nvContentPartPr>
              <p14:xfrm>
                <a:off x="6122320" y="6084130"/>
                <a:ext cx="44640" cy="56520"/>
              </p14:xfrm>
            </p:contentPart>
          </mc:Choice>
          <mc:Fallback xmlns="">
            <p:pic>
              <p:nvPicPr>
                <p: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cNvPr>
                <p:cNvPicPr/>
                <p:nvPr/>
              </p:nvPicPr>
              <p:blipFill>
                <a:blip r:embed="rId20"/>
                <a:stretch>
                  <a:fillRect/>
                </a:stretch>
              </p:blipFill>
              <p:spPr>
                <a:xfrm>
                  <a:off x="6113247" y="6075072"/>
                  <a:ext cx="62423" cy="74273"/>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14:cNvPr>
                <p14:cNvContentPartPr/>
                <p14:nvPr/>
              </p14:nvContentPartPr>
              <p14:xfrm>
                <a:off x="6299080" y="6089530"/>
                <a:ext cx="25920" cy="38160"/>
              </p14:xfrm>
            </p:contentPart>
          </mc:Choice>
          <mc:Fallback xmlns="">
            <p:pic>
              <p:nvPicPr>
                <p: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cNvPr>
                <p:cNvPicPr/>
                <p:nvPr/>
              </p:nvPicPr>
              <p:blipFill>
                <a:blip r:embed="rId22"/>
                <a:stretch>
                  <a:fillRect/>
                </a:stretch>
              </p:blipFill>
              <p:spPr>
                <a:xfrm>
                  <a:off x="6290080" y="6080530"/>
                  <a:ext cx="43560" cy="55800"/>
                </a:xfrm>
                <a:prstGeom prst="rect">
                  <a:avLst/>
                </a:prstGeom>
              </p:spPr>
            </p:pic>
          </mc:Fallback>
        </mc:AlternateContent>
      </p:grpSp>
      <p:sp>
        <p:nvSpPr>
          <p:cNvPr id="61" name="Textfeld 60">
            <a:extLst>
              <a:ext uri="{FF2B5EF4-FFF2-40B4-BE49-F238E27FC236}">
                <a16:creationId xmlns:a16="http://schemas.microsoft.com/office/drawing/2014/main" id="{9F504058-470C-7ACA-344F-9CB1498958CD}"/>
              </a:ext>
              <a:ext uri="{C183D7F6-B498-43B3-948B-1728B52AA6E4}">
                <adec:decorative xmlns:adec="http://schemas.microsoft.com/office/drawing/2017/decorative" val="1"/>
              </a:ext>
            </a:extLst>
          </p:cNvPr>
          <p:cNvSpPr txBox="1"/>
          <p:nvPr/>
        </p:nvSpPr>
        <p:spPr>
          <a:xfrm>
            <a:off x="4775000" y="607128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23">
            <p14:nvContentPartPr>
              <p14: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14:cNvPr>
              <p14:cNvContentPartPr/>
              <p14:nvPr/>
            </p14:nvContentPartPr>
            <p14:xfrm>
              <a:off x="523555" y="9258105"/>
              <a:ext cx="360" cy="360"/>
            </p14:xfrm>
          </p:contentPart>
        </mc:Choice>
        <mc:Fallback xmlns="">
          <p:pic>
            <p:nvPicPr>
              <p: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cNvPr>
              <p:cNvPicPr/>
              <p:nvPr/>
            </p:nvPicPr>
            <p:blipFill>
              <a:blip r:embed="rId24"/>
              <a:stretch>
                <a:fillRect/>
              </a:stretch>
            </p:blipFill>
            <p:spPr>
              <a:xfrm>
                <a:off x="514555" y="9249105"/>
                <a:ext cx="18000" cy="18000"/>
              </a:xfrm>
              <a:prstGeom prst="rect">
                <a:avLst/>
              </a:prstGeom>
            </p:spPr>
          </p:pic>
        </mc:Fallback>
      </mc:AlternateContent>
      <p:grpSp>
        <p:nvGrpSpPr>
          <p:cNvPr id="85" name="Gruppieren 84">
            <a:extLst>
              <a:ext uri="{FF2B5EF4-FFF2-40B4-BE49-F238E27FC236}">
                <a16:creationId xmlns:a16="http://schemas.microsoft.com/office/drawing/2014/main" id="{5BCA8E87-6EA2-7E25-748D-098EC599328B}"/>
              </a:ext>
              <a:ext uri="{C183D7F6-B498-43B3-948B-1728B52AA6E4}">
                <adec:decorative xmlns:adec="http://schemas.microsoft.com/office/drawing/2017/decorative" val="1"/>
              </a:ext>
            </a:extLst>
          </p:cNvPr>
          <p:cNvGrpSpPr/>
          <p:nvPr/>
        </p:nvGrpSpPr>
        <p:grpSpPr>
          <a:xfrm>
            <a:off x="475675" y="9240465"/>
            <a:ext cx="226800" cy="64440"/>
            <a:chOff x="475675" y="9240465"/>
            <a:chExt cx="226800" cy="64440"/>
          </a:xfrm>
        </p:grpSpPr>
        <mc:AlternateContent xmlns:mc="http://schemas.openxmlformats.org/markup-compatibility/2006" xmlns:p14="http://schemas.microsoft.com/office/powerpoint/2010/main">
          <mc:Choice Requires="p14">
            <p:contentPart p14:bwMode="auto" r:id="rId25">
              <p14:nvContentPartPr>
                <p14: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14:cNvPr>
                <p14:cNvContentPartPr/>
                <p14:nvPr/>
              </p14:nvContentPartPr>
              <p14:xfrm>
                <a:off x="475675" y="9240465"/>
                <a:ext cx="216720" cy="64440"/>
              </p14:xfrm>
            </p:contentPart>
          </mc:Choice>
          <mc:Fallback xmlns="">
            <p:pic>
              <p:nvPicPr>
                <p: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cNvPr>
                <p:cNvPicPr/>
                <p:nvPr/>
              </p:nvPicPr>
              <p:blipFill>
                <a:blip r:embed="rId26"/>
                <a:stretch>
                  <a:fillRect/>
                </a:stretch>
              </p:blipFill>
              <p:spPr>
                <a:xfrm>
                  <a:off x="466675" y="9231465"/>
                  <a:ext cx="2343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14:cNvPr>
                <p14:cNvContentPartPr/>
                <p14:nvPr/>
              </p14:nvContentPartPr>
              <p14:xfrm>
                <a:off x="672955" y="9242625"/>
                <a:ext cx="29520" cy="34200"/>
              </p14:xfrm>
            </p:contentPart>
          </mc:Choice>
          <mc:Fallback xmlns="">
            <p:pic>
              <p:nvPicPr>
                <p: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cNvPr>
                <p:cNvPicPr/>
                <p:nvPr/>
              </p:nvPicPr>
              <p:blipFill>
                <a:blip r:embed="rId28"/>
                <a:stretch>
                  <a:fillRect/>
                </a:stretch>
              </p:blipFill>
              <p:spPr>
                <a:xfrm>
                  <a:off x="663955" y="9233625"/>
                  <a:ext cx="47160" cy="51840"/>
                </a:xfrm>
                <a:prstGeom prst="rect">
                  <a:avLst/>
                </a:prstGeom>
              </p:spPr>
            </p:pic>
          </mc:Fallback>
        </mc:AlternateContent>
      </p:grpSp>
      <p:grpSp>
        <p:nvGrpSpPr>
          <p:cNvPr id="89" name="Gruppieren 88">
            <a:extLst>
              <a:ext uri="{FF2B5EF4-FFF2-40B4-BE49-F238E27FC236}">
                <a16:creationId xmlns:a16="http://schemas.microsoft.com/office/drawing/2014/main" id="{36243CEE-CB22-8E22-BBE3-4EF9D958D33F}"/>
              </a:ext>
              <a:ext uri="{C183D7F6-B498-43B3-948B-1728B52AA6E4}">
                <adec:decorative xmlns:adec="http://schemas.microsoft.com/office/drawing/2017/decorative" val="1"/>
              </a:ext>
            </a:extLst>
          </p:cNvPr>
          <p:cNvGrpSpPr/>
          <p:nvPr/>
        </p:nvGrpSpPr>
        <p:grpSpPr>
          <a:xfrm>
            <a:off x="1759795" y="9222825"/>
            <a:ext cx="209160" cy="59040"/>
            <a:chOff x="1759795" y="9222825"/>
            <a:chExt cx="209160" cy="59040"/>
          </a:xfrm>
        </p:grpSpPr>
        <mc:AlternateContent xmlns:mc="http://schemas.openxmlformats.org/markup-compatibility/2006" xmlns:p14="http://schemas.microsoft.com/office/powerpoint/2010/main">
          <mc:Choice Requires="p14">
            <p:contentPart p14:bwMode="auto" r:id="rId29">
              <p14:nvContentPartPr>
                <p14: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14:cNvPr>
                <p14:cNvContentPartPr/>
                <p14:nvPr/>
              </p14:nvContentPartPr>
              <p14:xfrm>
                <a:off x="1759795" y="9226065"/>
                <a:ext cx="9000" cy="35640"/>
              </p14:xfrm>
            </p:contentPart>
          </mc:Choice>
          <mc:Fallback xmlns="">
            <p:pic>
              <p:nvPicPr>
                <p: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cNvPr>
                <p:cNvPicPr/>
                <p:nvPr/>
              </p:nvPicPr>
              <p:blipFill>
                <a:blip r:embed="rId30"/>
                <a:stretch>
                  <a:fillRect/>
                </a:stretch>
              </p:blipFill>
              <p:spPr>
                <a:xfrm>
                  <a:off x="1750795" y="9217065"/>
                  <a:ext cx="26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14:cNvPr>
                <p14:cNvContentPartPr/>
                <p14:nvPr/>
              </p14:nvContentPartPr>
              <p14:xfrm>
                <a:off x="1955635" y="9222825"/>
                <a:ext cx="13320" cy="38880"/>
              </p14:xfrm>
            </p:contentPart>
          </mc:Choice>
          <mc:Fallback xmlns="">
            <p:pic>
              <p:nvPicPr>
                <p: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cNvPr>
                <p:cNvPicPr/>
                <p:nvPr/>
              </p:nvPicPr>
              <p:blipFill>
                <a:blip r:embed="rId32"/>
                <a:stretch>
                  <a:fillRect/>
                </a:stretch>
              </p:blipFill>
              <p:spPr>
                <a:xfrm>
                  <a:off x="1946872" y="9213825"/>
                  <a:ext cx="30496"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14:cNvPr>
                <p14:cNvContentPartPr/>
                <p14:nvPr/>
              </p14:nvContentPartPr>
              <p14:xfrm>
                <a:off x="1782835" y="9235785"/>
                <a:ext cx="168120" cy="46080"/>
              </p14:xfrm>
            </p:contentPart>
          </mc:Choice>
          <mc:Fallback xmlns="">
            <p:pic>
              <p:nvPicPr>
                <p: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cNvPr>
                <p:cNvPicPr/>
                <p:nvPr/>
              </p:nvPicPr>
              <p:blipFill>
                <a:blip r:embed="rId34"/>
                <a:stretch>
                  <a:fillRect/>
                </a:stretch>
              </p:blipFill>
              <p:spPr>
                <a:xfrm>
                  <a:off x="1773835" y="9226785"/>
                  <a:ext cx="185760" cy="63720"/>
                </a:xfrm>
                <a:prstGeom prst="rect">
                  <a:avLst/>
                </a:prstGeom>
              </p:spPr>
            </p:pic>
          </mc:Fallback>
        </mc:AlternateContent>
      </p:grpSp>
      <p:sp>
        <p:nvSpPr>
          <p:cNvPr id="66" name="Textfeld 65">
            <a:extLst>
              <a:ext uri="{FF2B5EF4-FFF2-40B4-BE49-F238E27FC236}">
                <a16:creationId xmlns:a16="http://schemas.microsoft.com/office/drawing/2014/main" id="{962A9978-9F77-126F-377A-451892AE335D}"/>
              </a:ext>
              <a:ext uri="{C183D7F6-B498-43B3-948B-1728B52AA6E4}">
                <adec:decorative xmlns:adec="http://schemas.microsoft.com/office/drawing/2017/decorative" val="1"/>
              </a:ext>
            </a:extLst>
          </p:cNvPr>
          <p:cNvSpPr txBox="1"/>
          <p:nvPr/>
        </p:nvSpPr>
        <p:spPr>
          <a:xfrm>
            <a:off x="415427" y="9206877"/>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7" name="Textfeld 66">
            <a:extLst>
              <a:ext uri="{FF2B5EF4-FFF2-40B4-BE49-F238E27FC236}">
                <a16:creationId xmlns:a16="http://schemas.microsoft.com/office/drawing/2014/main" id="{4D99870D-2A20-0F20-7176-26692DCBF015}"/>
              </a:ext>
              <a:ext uri="{C183D7F6-B498-43B3-948B-1728B52AA6E4}">
                <adec:decorative xmlns:adec="http://schemas.microsoft.com/office/drawing/2017/decorative" val="1"/>
              </a:ext>
            </a:extLst>
          </p:cNvPr>
          <p:cNvSpPr txBox="1"/>
          <p:nvPr/>
        </p:nvSpPr>
        <p:spPr>
          <a:xfrm>
            <a:off x="1686658" y="918830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8AB08D64-E2B2-BA0E-7240-8E11767F6F47}"/>
              </a:ext>
              <a:ext uri="{C183D7F6-B498-43B3-948B-1728B52AA6E4}">
                <adec:decorative xmlns:adec="http://schemas.microsoft.com/office/drawing/2017/decorative" val="1"/>
              </a:ext>
            </a:extLst>
          </p:cNvPr>
          <p:cNvSpPr txBox="1"/>
          <p:nvPr/>
        </p:nvSpPr>
        <p:spPr>
          <a:xfrm>
            <a:off x="1029177" y="6280191"/>
            <a:ext cx="346070" cy="246221"/>
          </a:xfrm>
          <a:prstGeom prst="rect">
            <a:avLst/>
          </a:prstGeom>
          <a:noFill/>
        </p:spPr>
        <p:txBody>
          <a:bodyPr wrap="square">
            <a:spAutoFit/>
          </a:bodyPr>
          <a:lstStyle/>
          <a:p>
            <a:pPr algn="ctr"/>
            <a:r>
              <a:rPr lang="de-DE" sz="1000" dirty="0" err="1">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2" name="Textfeld 49">
            <a:extLst>
              <a:ext uri="{FF2B5EF4-FFF2-40B4-BE49-F238E27FC236}">
                <a16:creationId xmlns:a16="http://schemas.microsoft.com/office/drawing/2014/main" id="{A2A3A606-2A9F-8D25-12F9-3930F6BA69E7}"/>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Primitive </a:t>
            </a:r>
            <a:r>
              <a:rPr lang="de-AT" sz="1000" dirty="0">
                <a:latin typeface="Pangolin" panose="00000500000000000000"/>
              </a:rPr>
              <a:t>Datentypen</a:t>
            </a:r>
            <a:endParaRPr lang="de-DE" sz="1000" dirty="0">
              <a:latin typeface="Pangolin" panose="00000500000000000000" pitchFamily="2" charset="0"/>
            </a:endParaRPr>
          </a:p>
        </p:txBody>
      </p:sp>
      <p:sp>
        <p:nvSpPr>
          <p:cNvPr id="17" name="Textfeld 16">
            <a:extLst>
              <a:ext uri="{FF2B5EF4-FFF2-40B4-BE49-F238E27FC236}">
                <a16:creationId xmlns:a16="http://schemas.microsoft.com/office/drawing/2014/main" id="{EAB2CE85-EDAA-40CE-91A0-7CF9037A8673}"/>
              </a:ext>
            </a:extLst>
          </p:cNvPr>
          <p:cNvSpPr txBox="1">
            <a:spLocks noGrp="1"/>
          </p:cNvSpPr>
          <p:nvPr>
            <p:ph type="title" idx="4294967295"/>
          </p:nvPr>
        </p:nvSpPr>
        <p:spPr>
          <a:xfrm>
            <a:off x="228029" y="603194"/>
            <a:ext cx="2163695"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Hier sind die verschiedenen Containergrößen, die wir haben. Keine Sorgen, mach dir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voerst</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nicht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zuviele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Gedanken über die exakten Zahlenbereiche.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220637" y="3837816"/>
            <a:ext cx="2012950" cy="553998"/>
          </a:xfrm>
          <a:prstGeom prst="rect">
            <a:avLst/>
          </a:prstGeom>
          <a:noFill/>
        </p:spPr>
        <p:txBody>
          <a:bodyPr wrap="square">
            <a:spAutoFit/>
          </a:bodyPr>
          <a:lstStyle/>
          <a:p>
            <a:pPr algn="ctr"/>
            <a:r>
              <a:rPr lang="de-DE" sz="1000" dirty="0">
                <a:latin typeface="Pangolin" panose="00000500000000000000" pitchFamily="2" charset="0"/>
              </a:rPr>
              <a:t>Manchmal musst du den Inhalt von einem Glass in ein anderes schütten.</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904212" y="4056099"/>
            <a:ext cx="1280465" cy="400110"/>
          </a:xfrm>
          <a:prstGeom prst="rect">
            <a:avLst/>
          </a:prstGeom>
          <a:noFill/>
        </p:spPr>
        <p:txBody>
          <a:bodyPr wrap="square">
            <a:spAutoFit/>
          </a:bodyPr>
          <a:lstStyle/>
          <a:p>
            <a:pPr algn="ctr"/>
            <a:r>
              <a:rPr lang="de-DE" sz="1000" dirty="0">
                <a:latin typeface="Pangolin" panose="00000500000000000000" pitchFamily="2" charset="0"/>
              </a:rPr>
              <a:t>Das ist jetzt nicht allzu schwer.</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97522" y="3945056"/>
            <a:ext cx="1821873" cy="400110"/>
          </a:xfrm>
          <a:prstGeom prst="rect">
            <a:avLst/>
          </a:prstGeom>
          <a:noFill/>
        </p:spPr>
        <p:txBody>
          <a:bodyPr wrap="square">
            <a:spAutoFit/>
          </a:bodyPr>
          <a:lstStyle/>
          <a:p>
            <a:pPr algn="ctr"/>
            <a:r>
              <a:rPr lang="de-DE" sz="1000" dirty="0">
                <a:latin typeface="Pangolin" panose="00000500000000000000" pitchFamily="2" charset="0"/>
              </a:rPr>
              <a:t>Aber dabei musst du eine Sache beachten!</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p:nvPr/>
        </p:nvSpPr>
        <p:spPr>
          <a:xfrm>
            <a:off x="495278" y="6868328"/>
            <a:ext cx="1562198" cy="707886"/>
          </a:xfrm>
          <a:prstGeom prst="rect">
            <a:avLst/>
          </a:prstGeom>
          <a:noFill/>
        </p:spPr>
        <p:txBody>
          <a:bodyPr wrap="square">
            <a:spAutoFit/>
          </a:bodyPr>
          <a:lstStyle/>
          <a:p>
            <a:pPr algn="ctr"/>
            <a:r>
              <a:rPr lang="de-DE" sz="1000" dirty="0">
                <a:latin typeface="Pangolin" panose="00000500000000000000" pitchFamily="2" charset="0"/>
              </a:rPr>
              <a:t>In Wirklichkeit entleerst du das erste Glass nicht, sondern der Inhalt wird nur in das zweite kopiert.</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29738" y="6929988"/>
            <a:ext cx="2001066"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Du kannst auch immer den Inhalt eines kleineren Glases in ein größeres kopieren.</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585220" y="6929988"/>
            <a:ext cx="2001066" cy="553998"/>
          </a:xfrm>
          <a:prstGeom prst="rect">
            <a:avLst/>
          </a:prstGeom>
          <a:noFill/>
        </p:spPr>
        <p:txBody>
          <a:bodyPr wrap="square">
            <a:spAutoFit/>
          </a:bodyPr>
          <a:lstStyle/>
          <a:p>
            <a:pPr algn="ctr"/>
            <a:r>
              <a:rPr lang="de-DE" sz="1000" dirty="0">
                <a:latin typeface="Pangolin" panose="00000500000000000000" pitchFamily="2" charset="0"/>
              </a:rPr>
              <a:t>Was passiert jedoch wenn man ein größeres Glas in ein kleineres kippen will?</a:t>
            </a:r>
            <a:endParaRPr lang="de-AT" sz="1000" dirty="0">
              <a:solidFill>
                <a:schemeClr val="tx1"/>
              </a:solidFill>
              <a:latin typeface="Pangolin" panose="00000500000000000000" pitchFamily="2" charset="0"/>
            </a:endParaRPr>
          </a:p>
        </p:txBody>
      </p:sp>
      <p:grpSp>
        <p:nvGrpSpPr>
          <p:cNvPr id="19" name="Group 18">
            <a:extLst>
              <a:ext uri="{FF2B5EF4-FFF2-40B4-BE49-F238E27FC236}">
                <a16:creationId xmlns:a16="http://schemas.microsoft.com/office/drawing/2014/main" id="{A448BCCF-90D6-5C6C-39E3-E4A080E391FA}"/>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20" name="Picture 19">
              <a:extLst>
                <a:ext uri="{FF2B5EF4-FFF2-40B4-BE49-F238E27FC236}">
                  <a16:creationId xmlns:a16="http://schemas.microsoft.com/office/drawing/2014/main" id="{F15CB9C4-E065-AEC7-2D6C-0F0227E8C66B}"/>
                </a:ext>
                <a:ext uri="{C183D7F6-B498-43B3-948B-1728B52AA6E4}">
                  <adec:decorative xmlns:adec="http://schemas.microsoft.com/office/drawing/2017/decorative" val="1"/>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1" name="Group 20">
              <a:extLst>
                <a:ext uri="{FF2B5EF4-FFF2-40B4-BE49-F238E27FC236}">
                  <a16:creationId xmlns:a16="http://schemas.microsoft.com/office/drawing/2014/main" id="{9A7AD717-0B7D-C16E-26A3-7FA195A772D1}"/>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23" name="Picture 22">
                <a:extLst>
                  <a:ext uri="{FF2B5EF4-FFF2-40B4-BE49-F238E27FC236}">
                    <a16:creationId xmlns:a16="http://schemas.microsoft.com/office/drawing/2014/main" id="{98936DBA-5C65-A8E6-3B76-86775AE5E98D}"/>
                  </a:ext>
                </a:extLst>
              </p:cNvPr>
              <p:cNvPicPr>
                <a:picLocks noChangeAspect="1"/>
              </p:cNvPicPr>
              <p:nvPr/>
            </p:nvPicPr>
            <p:blipFill>
              <a:blip r:embed="rId36"/>
              <a:stretch>
                <a:fillRect/>
              </a:stretch>
            </p:blipFill>
            <p:spPr>
              <a:xfrm>
                <a:off x="4063999" y="4953000"/>
                <a:ext cx="609600" cy="609600"/>
              </a:xfrm>
              <a:prstGeom prst="rect">
                <a:avLst/>
              </a:prstGeom>
            </p:spPr>
          </p:pic>
          <p:pic>
            <p:nvPicPr>
              <p:cNvPr id="24" name="Picture 23">
                <a:extLst>
                  <a:ext uri="{FF2B5EF4-FFF2-40B4-BE49-F238E27FC236}">
                    <a16:creationId xmlns:a16="http://schemas.microsoft.com/office/drawing/2014/main" id="{7708F400-43EE-989F-BBDD-DEDD2A182380}"/>
                  </a:ext>
                </a:extLst>
              </p:cNvPr>
              <p:cNvPicPr>
                <a:picLocks noChangeAspect="1"/>
              </p:cNvPicPr>
              <p:nvPr/>
            </p:nvPicPr>
            <p:blipFill>
              <a:blip r:embed="rId37"/>
              <a:stretch>
                <a:fillRect/>
              </a:stretch>
            </p:blipFill>
            <p:spPr>
              <a:xfrm>
                <a:off x="4705349" y="4953000"/>
                <a:ext cx="609600" cy="609600"/>
              </a:xfrm>
              <a:prstGeom prst="rect">
                <a:avLst/>
              </a:prstGeom>
            </p:spPr>
          </p:pic>
          <p:pic>
            <p:nvPicPr>
              <p:cNvPr id="26" name="Picture 25">
                <a:extLst>
                  <a:ext uri="{FF2B5EF4-FFF2-40B4-BE49-F238E27FC236}">
                    <a16:creationId xmlns:a16="http://schemas.microsoft.com/office/drawing/2014/main" id="{C7533485-6C4D-8C50-D64B-412733A01E38}"/>
                  </a:ext>
                </a:extLst>
              </p:cNvPr>
              <p:cNvPicPr>
                <a:picLocks noChangeAspect="1"/>
              </p:cNvPicPr>
              <p:nvPr/>
            </p:nvPicPr>
            <p:blipFill>
              <a:blip r:embed="rId38"/>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7" name="Grafik 36">
            <a:extLst>
              <a:ext uri="{FF2B5EF4-FFF2-40B4-BE49-F238E27FC236}">
                <a16:creationId xmlns:a16="http://schemas.microsoft.com/office/drawing/2014/main" id="{9AD545ED-18FB-D098-165F-D16B63FDFBA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3" name="Picture 2">
            <a:extLst>
              <a:ext uri="{FF2B5EF4-FFF2-40B4-BE49-F238E27FC236}">
                <a16:creationId xmlns:a16="http://schemas.microsoft.com/office/drawing/2014/main" id="{22CE550C-F0CA-FA8D-43E0-8462FA8A29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323" y="4429971"/>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31C0ECF6-527C-B2C4-8810-9D5CC701CC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9552" y="1285927"/>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A3B67177-9522-37DC-9613-CC1EE78921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274" y="1191670"/>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D5426C69-472F-8546-1BE5-94D314BEC0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13577" y="1145585"/>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9" name="Grafik 38">
            <a:extLst>
              <a:ext uri="{FF2B5EF4-FFF2-40B4-BE49-F238E27FC236}">
                <a16:creationId xmlns:a16="http://schemas.microsoft.com/office/drawing/2014/main" id="{5EBABF5D-946F-A110-2AA8-21D53264EB7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5727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45031"/>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6579" y="551966"/>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3592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391555" y="6757611"/>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37345" y="674321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456960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B2402043-2606-47B6-9F31-997A13EA6E23}"/>
              </a:ext>
              <a:ext uri="{C183D7F6-B498-43B3-948B-1728B52AA6E4}">
                <adec:decorative xmlns:adec="http://schemas.microsoft.com/office/drawing/2017/decorative" val="1"/>
              </a:ext>
            </a:extLst>
          </p:cNvPr>
          <p:cNvSpPr/>
          <p:nvPr/>
        </p:nvSpPr>
        <p:spPr>
          <a:xfrm>
            <a:off x="2420370" y="363603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2B12A6A7-D60A-AFC6-A172-2373E8468757}"/>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Primitive </a:t>
            </a:r>
            <a:r>
              <a:rPr lang="de-AT" sz="1000" dirty="0">
                <a:latin typeface="Pangolin" panose="00000500000000000000"/>
              </a:rPr>
              <a:t>Datentypen</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32370669-B1FA-4A62-883F-48DF8C3FF9DD}"/>
              </a:ext>
            </a:extLst>
          </p:cNvPr>
          <p:cNvSpPr txBox="1">
            <a:spLocks noGrp="1"/>
          </p:cNvSpPr>
          <p:nvPr>
            <p:ph type="title" idx="4294967295"/>
          </p:nvPr>
        </p:nvSpPr>
        <p:spPr>
          <a:xfrm>
            <a:off x="237345" y="786422"/>
            <a:ext cx="200106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Nur ein Teil davon würde hineinpassen.</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594002" y="722357"/>
            <a:ext cx="1664942" cy="553998"/>
          </a:xfrm>
          <a:prstGeom prst="rect">
            <a:avLst/>
          </a:prstGeom>
          <a:noFill/>
        </p:spPr>
        <p:txBody>
          <a:bodyPr wrap="square">
            <a:spAutoFit/>
          </a:bodyPr>
          <a:lstStyle/>
          <a:p>
            <a:pPr algn="ctr"/>
            <a:r>
              <a:rPr lang="de-DE" sz="1000" dirty="0">
                <a:latin typeface="Pangolin" panose="00000500000000000000" pitchFamily="2" charset="0"/>
              </a:rPr>
              <a:t>Und der Rest würde einen Saustall auf der Arbeitsfläche hinterlassen.</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91866" y="786752"/>
            <a:ext cx="2051050" cy="553998"/>
          </a:xfrm>
          <a:prstGeom prst="rect">
            <a:avLst/>
          </a:prstGeom>
          <a:noFill/>
        </p:spPr>
        <p:txBody>
          <a:bodyPr wrap="square">
            <a:spAutoFit/>
          </a:bodyPr>
          <a:lstStyle/>
          <a:p>
            <a:pPr algn="ctr"/>
            <a:r>
              <a:rPr lang="en-US" sz="1000" dirty="0">
                <a:latin typeface="Pangolin" panose="00000500000000000000" pitchFamily="2" charset="0"/>
              </a:rPr>
              <a:t>Und </a:t>
            </a:r>
            <a:r>
              <a:rPr lang="en-US" sz="1000" dirty="0" err="1">
                <a:latin typeface="Pangolin" panose="00000500000000000000" pitchFamily="2" charset="0"/>
              </a:rPr>
              <a:t>ob</a:t>
            </a:r>
            <a:r>
              <a:rPr lang="en-US" sz="1000" dirty="0">
                <a:latin typeface="Pangolin" panose="00000500000000000000" pitchFamily="2" charset="0"/>
              </a:rPr>
              <a:t> das was </a:t>
            </a:r>
            <a:r>
              <a:rPr lang="en-US" sz="1000" dirty="0" err="1">
                <a:latin typeface="Pangolin" panose="00000500000000000000" pitchFamily="2" charset="0"/>
              </a:rPr>
              <a:t>schlechtes</a:t>
            </a:r>
            <a:r>
              <a:rPr lang="en-US" sz="1000" dirty="0">
                <a:latin typeface="Pangolin" panose="00000500000000000000" pitchFamily="2" charset="0"/>
              </a:rPr>
              <a:t> </a:t>
            </a:r>
            <a:r>
              <a:rPr lang="en-US" sz="1000" dirty="0" err="1">
                <a:latin typeface="Pangolin" panose="00000500000000000000" pitchFamily="2" charset="0"/>
              </a:rPr>
              <a:t>ist</a:t>
            </a:r>
            <a:r>
              <a:rPr lang="en-US" sz="1000" dirty="0">
                <a:latin typeface="Pangolin" panose="00000500000000000000" pitchFamily="2" charset="0"/>
              </a:rPr>
              <a:t>, </a:t>
            </a:r>
            <a:r>
              <a:rPr lang="en-US" sz="1000" dirty="0" err="1">
                <a:latin typeface="Pangolin" panose="00000500000000000000" pitchFamily="2" charset="0"/>
              </a:rPr>
              <a:t>hängt</a:t>
            </a:r>
            <a:r>
              <a:rPr lang="en-US" sz="1000" dirty="0">
                <a:latin typeface="Pangolin" panose="00000500000000000000" pitchFamily="2" charset="0"/>
              </a:rPr>
              <a:t> </a:t>
            </a:r>
            <a:r>
              <a:rPr lang="en-US" sz="1000" dirty="0" err="1">
                <a:latin typeface="Pangolin" panose="00000500000000000000" pitchFamily="2" charset="0"/>
              </a:rPr>
              <a:t>davon</a:t>
            </a:r>
            <a:r>
              <a:rPr lang="en-US" sz="1000" dirty="0">
                <a:latin typeface="Pangolin" panose="00000500000000000000" pitchFamily="2" charset="0"/>
              </a:rPr>
              <a:t> ab </a:t>
            </a:r>
            <a:r>
              <a:rPr lang="en-US" sz="1000" dirty="0" err="1">
                <a:latin typeface="Pangolin" panose="00000500000000000000" pitchFamily="2" charset="0"/>
              </a:rPr>
              <a:t>mit</a:t>
            </a:r>
            <a:r>
              <a:rPr lang="en-US" sz="1000" dirty="0">
                <a:latin typeface="Pangolin" panose="00000500000000000000" pitchFamily="2" charset="0"/>
              </a:rPr>
              <a:t> </a:t>
            </a:r>
            <a:r>
              <a:rPr lang="en-US" sz="1000" dirty="0" err="1">
                <a:latin typeface="Pangolin" panose="00000500000000000000" pitchFamily="2" charset="0"/>
              </a:rPr>
              <a:t>welchem</a:t>
            </a:r>
            <a:r>
              <a:rPr lang="en-US" sz="1000" dirty="0">
                <a:latin typeface="Pangolin" panose="00000500000000000000" pitchFamily="2" charset="0"/>
              </a:rPr>
              <a:t> Chef du </a:t>
            </a:r>
            <a:r>
              <a:rPr lang="en-US" sz="1000" dirty="0" err="1">
                <a:latin typeface="Pangolin" panose="00000500000000000000" pitchFamily="2" charset="0"/>
              </a:rPr>
              <a:t>Schicht</a:t>
            </a:r>
            <a:r>
              <a:rPr lang="en-US" sz="1000" dirty="0">
                <a:latin typeface="Pangolin" panose="00000500000000000000" pitchFamily="2" charset="0"/>
              </a:rPr>
              <a:t> hast.</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89990" y="3889748"/>
            <a:ext cx="1893035" cy="707886"/>
          </a:xfrm>
          <a:prstGeom prst="rect">
            <a:avLst/>
          </a:prstGeom>
          <a:noFill/>
        </p:spPr>
        <p:txBody>
          <a:bodyPr wrap="square">
            <a:spAutoFit/>
          </a:bodyPr>
          <a:lstStyle/>
          <a:p>
            <a:pPr algn="ctr"/>
            <a:r>
              <a:rPr lang="en-US" sz="1000" dirty="0" err="1">
                <a:latin typeface="Pangolin" panose="00000500000000000000" pitchFamily="2" charset="0"/>
              </a:rPr>
              <a:t>Siehst</a:t>
            </a:r>
            <a:r>
              <a:rPr lang="en-US" sz="1000" dirty="0">
                <a:latin typeface="Pangolin" panose="00000500000000000000" pitchFamily="2" charset="0"/>
              </a:rPr>
              <a:t> du </a:t>
            </a:r>
            <a:r>
              <a:rPr lang="en-US" sz="1000" dirty="0" err="1">
                <a:latin typeface="Pangolin" panose="00000500000000000000" pitchFamily="2" charset="0"/>
              </a:rPr>
              <a:t>diese</a:t>
            </a:r>
            <a:r>
              <a:rPr lang="en-US" sz="1000" dirty="0">
                <a:latin typeface="Pangolin" panose="00000500000000000000" pitchFamily="2" charset="0"/>
              </a:rPr>
              <a:t> Person da? </a:t>
            </a:r>
            <a:r>
              <a:rPr lang="en-US" sz="1000" dirty="0" err="1">
                <a:latin typeface="Pangolin" panose="00000500000000000000" pitchFamily="2" charset="0"/>
              </a:rPr>
              <a:t>Ihr</a:t>
            </a:r>
            <a:r>
              <a:rPr lang="en-US" sz="1000" dirty="0">
                <a:latin typeface="Pangolin" panose="00000500000000000000" pitchFamily="2" charset="0"/>
              </a:rPr>
              <a:t> </a:t>
            </a:r>
            <a:r>
              <a:rPr lang="en-US" sz="1000" dirty="0" err="1">
                <a:latin typeface="Pangolin" panose="00000500000000000000" pitchFamily="2" charset="0"/>
              </a:rPr>
              <a:t>ist</a:t>
            </a:r>
            <a:r>
              <a:rPr lang="en-US" sz="1000" dirty="0">
                <a:latin typeface="Pangolin" panose="00000500000000000000" pitchFamily="2" charset="0"/>
              </a:rPr>
              <a:t> es egal, </a:t>
            </a:r>
            <a:r>
              <a:rPr lang="en-US" sz="1000" dirty="0" err="1">
                <a:latin typeface="Pangolin" panose="00000500000000000000" pitchFamily="2" charset="0"/>
              </a:rPr>
              <a:t>ob</a:t>
            </a:r>
            <a:r>
              <a:rPr lang="en-US" sz="1000" dirty="0">
                <a:latin typeface="Pangolin" panose="00000500000000000000" pitchFamily="2" charset="0"/>
              </a:rPr>
              <a:t> du </a:t>
            </a:r>
            <a:r>
              <a:rPr lang="en-US" sz="1000" dirty="0" err="1">
                <a:latin typeface="Pangolin" panose="00000500000000000000" pitchFamily="2" charset="0"/>
              </a:rPr>
              <a:t>etwas</a:t>
            </a:r>
            <a:r>
              <a:rPr lang="en-US" sz="1000" dirty="0">
                <a:latin typeface="Pangolin" panose="00000500000000000000" pitchFamily="2" charset="0"/>
              </a:rPr>
              <a:t> </a:t>
            </a:r>
            <a:r>
              <a:rPr lang="en-US" sz="1000" dirty="0" err="1">
                <a:latin typeface="Pangolin" panose="00000500000000000000" pitchFamily="2" charset="0"/>
              </a:rPr>
              <a:t>verschüttest</a:t>
            </a:r>
            <a:r>
              <a:rPr lang="en-US" sz="1000" dirty="0">
                <a:latin typeface="Pangolin" panose="00000500000000000000" pitchFamily="2" charset="0"/>
              </a:rPr>
              <a:t> und </a:t>
            </a:r>
            <a:r>
              <a:rPr lang="en-US" sz="1000" dirty="0" err="1">
                <a:latin typeface="Pangolin" panose="00000500000000000000" pitchFamily="2" charset="0"/>
              </a:rPr>
              <a:t>sie</a:t>
            </a:r>
            <a:r>
              <a:rPr lang="en-US" sz="1000" dirty="0">
                <a:latin typeface="Pangolin" panose="00000500000000000000" pitchFamily="2" charset="0"/>
              </a:rPr>
              <a:t> </a:t>
            </a:r>
            <a:r>
              <a:rPr lang="en-US" sz="1000" dirty="0" err="1">
                <a:latin typeface="Pangolin" panose="00000500000000000000" pitchFamily="2" charset="0"/>
              </a:rPr>
              <a:t>wischt</a:t>
            </a:r>
            <a:r>
              <a:rPr lang="en-US" sz="1000" dirty="0">
                <a:latin typeface="Pangolin" panose="00000500000000000000" pitchFamily="2" charset="0"/>
              </a:rPr>
              <a:t> </a:t>
            </a:r>
            <a:r>
              <a:rPr lang="en-US" sz="1000" dirty="0" err="1">
                <a:latin typeface="Pangolin" panose="00000500000000000000" pitchFamily="2" charset="0"/>
              </a:rPr>
              <a:t>auch</a:t>
            </a:r>
            <a:r>
              <a:rPr lang="en-US" sz="1000" dirty="0">
                <a:latin typeface="Pangolin" panose="00000500000000000000" pitchFamily="2" charset="0"/>
              </a:rPr>
              <a:t> hinter </a:t>
            </a:r>
            <a:r>
              <a:rPr lang="en-US" sz="1000" dirty="0" err="1">
                <a:latin typeface="Pangolin" panose="00000500000000000000" pitchFamily="2" charset="0"/>
              </a:rPr>
              <a:t>dir</a:t>
            </a:r>
            <a:r>
              <a:rPr lang="en-US" sz="1000" dirty="0">
                <a:latin typeface="Pangolin" panose="00000500000000000000" pitchFamily="2" charset="0"/>
              </a:rPr>
              <a:t> auf.</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433366" y="3915675"/>
            <a:ext cx="1983889" cy="553998"/>
          </a:xfrm>
          <a:prstGeom prst="rect">
            <a:avLst/>
          </a:prstGeom>
          <a:noFill/>
        </p:spPr>
        <p:txBody>
          <a:bodyPr wrap="square">
            <a:spAutoFit/>
          </a:bodyPr>
          <a:lstStyle/>
          <a:p>
            <a:pPr algn="ctr"/>
            <a:r>
              <a:rPr lang="en-US" sz="1000" dirty="0">
                <a:latin typeface="Pangolin" panose="00000500000000000000" pitchFamily="2" charset="0"/>
              </a:rPr>
              <a:t>Aber </a:t>
            </a:r>
            <a:r>
              <a:rPr lang="en-US" sz="1000" dirty="0" err="1">
                <a:latin typeface="Pangolin" panose="00000500000000000000" pitchFamily="2" charset="0"/>
              </a:rPr>
              <a:t>mach</a:t>
            </a:r>
            <a:r>
              <a:rPr lang="en-US" sz="1000" dirty="0">
                <a:latin typeface="Pangolin" panose="00000500000000000000" pitchFamily="2" charset="0"/>
              </a:rPr>
              <a:t> das NIE </a:t>
            </a:r>
            <a:r>
              <a:rPr lang="en-US" sz="1000" dirty="0" err="1">
                <a:latin typeface="Pangolin" panose="00000500000000000000" pitchFamily="2" charset="0"/>
              </a:rPr>
              <a:t>unter</a:t>
            </a:r>
            <a:r>
              <a:rPr lang="en-US" sz="1000" dirty="0">
                <a:latin typeface="Pangolin" panose="00000500000000000000" pitchFamily="2" charset="0"/>
              </a:rPr>
              <a:t> der </a:t>
            </a:r>
            <a:r>
              <a:rPr lang="en-US" sz="1000" dirty="0" err="1">
                <a:latin typeface="Pangolin" panose="00000500000000000000" pitchFamily="2" charset="0"/>
              </a:rPr>
              <a:t>Aufsicht</a:t>
            </a:r>
            <a:r>
              <a:rPr lang="en-US" sz="1000" dirty="0">
                <a:latin typeface="Pangolin" panose="00000500000000000000" pitchFamily="2" charset="0"/>
              </a:rPr>
              <a:t> von </a:t>
            </a:r>
            <a:r>
              <a:rPr lang="en-US" sz="1000" dirty="0" err="1">
                <a:latin typeface="Pangolin" panose="00000500000000000000" pitchFamily="2" charset="0"/>
              </a:rPr>
              <a:t>ihm</a:t>
            </a:r>
            <a:r>
              <a:rPr lang="en-US" sz="1000" dirty="0">
                <a:latin typeface="Pangolin" panose="00000500000000000000" pitchFamily="2" charset="0"/>
              </a:rPr>
              <a:t>! Er </a:t>
            </a:r>
            <a:r>
              <a:rPr lang="en-US" sz="1000" dirty="0" err="1">
                <a:latin typeface="Pangolin" panose="00000500000000000000" pitchFamily="2" charset="0"/>
              </a:rPr>
              <a:t>würde</a:t>
            </a:r>
            <a:r>
              <a:rPr lang="en-US" sz="1000" dirty="0">
                <a:latin typeface="Pangolin" panose="00000500000000000000" pitchFamily="2" charset="0"/>
              </a:rPr>
              <a:t> </a:t>
            </a:r>
            <a:r>
              <a:rPr lang="en-US" sz="1000" dirty="0" err="1">
                <a:latin typeface="Pangolin" panose="00000500000000000000" pitchFamily="2" charset="0"/>
              </a:rPr>
              <a:t>auszucken</a:t>
            </a:r>
            <a:r>
              <a:rPr lang="en-US" sz="1000" dirty="0">
                <a:latin typeface="Pangolin" panose="00000500000000000000" pitchFamily="2" charset="0"/>
              </a:rPr>
              <a:t>, </a:t>
            </a:r>
            <a:r>
              <a:rPr lang="en-US" sz="1000" dirty="0" err="1">
                <a:latin typeface="Pangolin" panose="00000500000000000000" pitchFamily="2" charset="0"/>
              </a:rPr>
              <a:t>wenn</a:t>
            </a:r>
            <a:r>
              <a:rPr lang="en-US" sz="1000" dirty="0">
                <a:latin typeface="Pangolin" panose="00000500000000000000" pitchFamily="2" charset="0"/>
              </a:rPr>
              <a:t> du das </a:t>
            </a:r>
            <a:r>
              <a:rPr lang="en-US" sz="1000" dirty="0" err="1">
                <a:latin typeface="Pangolin" panose="00000500000000000000" pitchFamily="2" charset="0"/>
              </a:rPr>
              <a:t>machst</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0C7EFAAF-7DFA-FE7C-D5E2-A7074C8EC5C3}"/>
              </a:ext>
            </a:extLst>
          </p:cNvPr>
          <p:cNvSpPr txBox="1"/>
          <p:nvPr/>
        </p:nvSpPr>
        <p:spPr>
          <a:xfrm>
            <a:off x="4589552" y="3889748"/>
            <a:ext cx="2001066" cy="553998"/>
          </a:xfrm>
          <a:prstGeom prst="rect">
            <a:avLst/>
          </a:prstGeom>
          <a:noFill/>
        </p:spPr>
        <p:txBody>
          <a:bodyPr wrap="square">
            <a:spAutoFit/>
          </a:bodyPr>
          <a:lstStyle/>
          <a:p>
            <a:pPr algn="ctr"/>
            <a:r>
              <a:rPr lang="de-DE" sz="1000" dirty="0">
                <a:latin typeface="Pangolin" panose="00000500000000000000" pitchFamily="2" charset="0"/>
              </a:rPr>
              <a:t>Also bedenke, je nachdem an was und wo du arbeitest, probiere dies besser zu vermeiden.</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187362" y="6814359"/>
            <a:ext cx="2051049" cy="600164"/>
          </a:xfrm>
          <a:prstGeom prst="rect">
            <a:avLst/>
          </a:prstGeom>
          <a:noFill/>
        </p:spPr>
        <p:txBody>
          <a:bodyPr wrap="square">
            <a:spAutoFit/>
          </a:bodyPr>
          <a:lstStyle/>
          <a:p>
            <a:pPr algn="ctr"/>
            <a:r>
              <a:rPr lang="en-US" sz="1100" dirty="0">
                <a:solidFill>
                  <a:schemeClr val="tx1"/>
                </a:solidFill>
                <a:latin typeface="Pangolin" panose="00000500000000000000" pitchFamily="2" charset="0"/>
              </a:rPr>
              <a:t>Du </a:t>
            </a:r>
            <a:r>
              <a:rPr lang="en-US" sz="1100" dirty="0" err="1">
                <a:solidFill>
                  <a:schemeClr val="tx1"/>
                </a:solidFill>
                <a:latin typeface="Pangolin" panose="00000500000000000000" pitchFamily="2" charset="0"/>
              </a:rPr>
              <a:t>fragst</a:t>
            </a:r>
            <a:r>
              <a:rPr lang="en-US" sz="1100" dirty="0">
                <a:solidFill>
                  <a:schemeClr val="tx1"/>
                </a:solidFill>
                <a:latin typeface="Pangolin" panose="00000500000000000000" pitchFamily="2" charset="0"/>
              </a:rPr>
              <a:t> dich </a:t>
            </a:r>
            <a:r>
              <a:rPr lang="en-US" sz="1100" dirty="0" err="1">
                <a:solidFill>
                  <a:schemeClr val="tx1"/>
                </a:solidFill>
                <a:latin typeface="Pangolin" panose="00000500000000000000" pitchFamily="2" charset="0"/>
              </a:rPr>
              <a:t>wahrscheinlich</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wieso</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wir</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nich</a:t>
            </a:r>
            <a:r>
              <a:rPr lang="en-US" sz="1100" dirty="0" err="1">
                <a:latin typeface="Pangolin" panose="00000500000000000000" pitchFamily="2" charset="0"/>
              </a:rPr>
              <a:t>t</a:t>
            </a:r>
            <a:r>
              <a:rPr lang="en-US" sz="1100" dirty="0">
                <a:latin typeface="Pangolin" panose="00000500000000000000" pitchFamily="2" charset="0"/>
              </a:rPr>
              <a:t> </a:t>
            </a:r>
            <a:r>
              <a:rPr lang="en-US" sz="1100" dirty="0" err="1">
                <a:latin typeface="Pangolin" panose="00000500000000000000" pitchFamily="2" charset="0"/>
              </a:rPr>
              <a:t>gleich</a:t>
            </a:r>
            <a:r>
              <a:rPr lang="en-US" sz="1100" dirty="0">
                <a:latin typeface="Pangolin" panose="00000500000000000000" pitchFamily="2" charset="0"/>
              </a:rPr>
              <a:t> </a:t>
            </a:r>
            <a:r>
              <a:rPr lang="en-US" sz="1100" dirty="0" err="1">
                <a:latin typeface="Pangolin" panose="00000500000000000000" pitchFamily="2" charset="0"/>
              </a:rPr>
              <a:t>alles</a:t>
            </a:r>
            <a:r>
              <a:rPr lang="en-US" sz="1100" dirty="0">
                <a:latin typeface="Pangolin" panose="00000500000000000000" pitchFamily="2" charset="0"/>
              </a:rPr>
              <a:t> in Double-</a:t>
            </a:r>
            <a:r>
              <a:rPr lang="en-US" sz="1100" dirty="0" err="1">
                <a:latin typeface="Pangolin" panose="00000500000000000000" pitchFamily="2" charset="0"/>
              </a:rPr>
              <a:t>Kontainer</a:t>
            </a:r>
            <a:r>
              <a:rPr lang="en-US" sz="1100" dirty="0">
                <a:latin typeface="Pangolin" panose="00000500000000000000" pitchFamily="2" charset="0"/>
              </a:rPr>
              <a:t> </a:t>
            </a:r>
            <a:r>
              <a:rPr lang="en-US" sz="1100" dirty="0" err="1">
                <a:latin typeface="Pangolin" panose="00000500000000000000" pitchFamily="2" charset="0"/>
              </a:rPr>
              <a:t>geben</a:t>
            </a:r>
            <a:r>
              <a:rPr lang="en-US" sz="1100" dirty="0">
                <a:latin typeface="Pangolin" panose="00000500000000000000" pitchFamily="2" charset="0"/>
              </a:rPr>
              <a:t>?</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2525740" y="6876517"/>
            <a:ext cx="1598682" cy="769441"/>
          </a:xfrm>
          <a:prstGeom prst="rect">
            <a:avLst/>
          </a:prstGeom>
          <a:noFill/>
        </p:spPr>
        <p:txBody>
          <a:bodyPr wrap="square">
            <a:spAutoFit/>
          </a:bodyPr>
          <a:lstStyle/>
          <a:p>
            <a:r>
              <a:rPr lang="en-US" sz="1100" dirty="0">
                <a:solidFill>
                  <a:schemeClr val="tx1"/>
                </a:solidFill>
                <a:latin typeface="Pangolin" panose="00000500000000000000" pitchFamily="2" charset="0"/>
              </a:rPr>
              <a:t>…da </a:t>
            </a:r>
            <a:r>
              <a:rPr lang="en-US" sz="1100" dirty="0" err="1">
                <a:solidFill>
                  <a:schemeClr val="tx1"/>
                </a:solidFill>
                <a:latin typeface="Pangolin" panose="00000500000000000000" pitchFamily="2" charset="0"/>
              </a:rPr>
              <a:t>wäre</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dann</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aber</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nicht</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mehr</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wirklich</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viel</a:t>
            </a:r>
            <a:r>
              <a:rPr lang="en-US" sz="1100" dirty="0">
                <a:solidFill>
                  <a:schemeClr val="tx1"/>
                </a:solidFill>
                <a:latin typeface="Pangolin" panose="00000500000000000000" pitchFamily="2" charset="0"/>
              </a:rPr>
              <a:t> Platz auf den </a:t>
            </a:r>
          </a:p>
          <a:p>
            <a:r>
              <a:rPr lang="en-US" sz="1100" dirty="0" err="1">
                <a:solidFill>
                  <a:schemeClr val="tx1"/>
                </a:solidFill>
                <a:latin typeface="Pangolin" panose="00000500000000000000" pitchFamily="2" charset="0"/>
              </a:rPr>
              <a:t>Tischen</a:t>
            </a:r>
            <a:r>
              <a:rPr lang="en-US" sz="1100" dirty="0">
                <a:solidFill>
                  <a:schemeClr val="tx1"/>
                </a:solidFill>
                <a:latin typeface="Pangolin" panose="00000500000000000000" pitchFamily="2" charset="0"/>
              </a:rPr>
              <a:t> </a:t>
            </a:r>
            <a:r>
              <a:rPr lang="en-US" sz="1100" dirty="0" err="1">
                <a:solidFill>
                  <a:schemeClr val="tx1"/>
                </a:solidFill>
                <a:latin typeface="Pangolin" panose="00000500000000000000" pitchFamily="2" charset="0"/>
              </a:rPr>
              <a:t>frei</a:t>
            </a:r>
            <a:r>
              <a:rPr lang="en-US" sz="1100" dirty="0">
                <a:solidFill>
                  <a:schemeClr val="tx1"/>
                </a:solidFill>
                <a:latin typeface="Pangolin" panose="00000500000000000000" pitchFamily="2" charset="0"/>
              </a:rPr>
              <a:t>…</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4471420" y="8944949"/>
            <a:ext cx="1379837" cy="600164"/>
          </a:xfrm>
          <a:prstGeom prst="rect">
            <a:avLst/>
          </a:prstGeom>
          <a:noFill/>
        </p:spPr>
        <p:txBody>
          <a:bodyPr wrap="square">
            <a:spAutoFit/>
          </a:bodyPr>
          <a:lstStyle/>
          <a:p>
            <a:pPr algn="ctr"/>
            <a:r>
              <a:rPr lang="en-US" sz="1100" dirty="0">
                <a:latin typeface="Pangolin" panose="00000500000000000000" pitchFamily="2" charset="0"/>
              </a:rPr>
              <a:t>Also, bitte </a:t>
            </a:r>
            <a:r>
              <a:rPr lang="en-US" sz="1100" dirty="0" err="1">
                <a:latin typeface="Pangolin" panose="00000500000000000000" pitchFamily="2" charset="0"/>
              </a:rPr>
              <a:t>wähle</a:t>
            </a:r>
            <a:r>
              <a:rPr lang="en-US" sz="1100" dirty="0">
                <a:latin typeface="Pangolin" panose="00000500000000000000" pitchFamily="2" charset="0"/>
              </a:rPr>
              <a:t> </a:t>
            </a:r>
            <a:r>
              <a:rPr lang="en-US" sz="1100" dirty="0" err="1">
                <a:latin typeface="Pangolin" panose="00000500000000000000" pitchFamily="2" charset="0"/>
              </a:rPr>
              <a:t>immer</a:t>
            </a:r>
            <a:r>
              <a:rPr lang="en-US" sz="1100" dirty="0">
                <a:latin typeface="Pangolin" panose="00000500000000000000" pitchFamily="2" charset="0"/>
              </a:rPr>
              <a:t> die </a:t>
            </a:r>
            <a:r>
              <a:rPr lang="en-US" sz="1100" dirty="0" err="1">
                <a:latin typeface="Pangolin" panose="00000500000000000000" pitchFamily="2" charset="0"/>
              </a:rPr>
              <a:t>passende</a:t>
            </a:r>
            <a:r>
              <a:rPr lang="en-US" sz="1100" dirty="0">
                <a:latin typeface="Pangolin" panose="00000500000000000000" pitchFamily="2" charset="0"/>
              </a:rPr>
              <a:t> </a:t>
            </a:r>
            <a:r>
              <a:rPr lang="en-US" sz="1100" dirty="0" err="1">
                <a:latin typeface="Pangolin" panose="00000500000000000000" pitchFamily="2" charset="0"/>
              </a:rPr>
              <a:t>Größe</a:t>
            </a:r>
            <a:r>
              <a:rPr lang="en-US" sz="1100" dirty="0">
                <a:latin typeface="Pangolin" panose="00000500000000000000" pitchFamily="2" charset="0"/>
              </a:rPr>
              <a:t>.</a:t>
            </a:r>
            <a:endParaRPr lang="de-AT" sz="1100" dirty="0">
              <a:solidFill>
                <a:schemeClr val="tx1"/>
              </a:solidFill>
              <a:latin typeface="Pangolin" panose="00000500000000000000" pitchFamily="2" charset="0"/>
            </a:endParaRPr>
          </a:p>
        </p:txBody>
      </p:sp>
      <p:grpSp>
        <p:nvGrpSpPr>
          <p:cNvPr id="22" name="Group 21">
            <a:extLst>
              <a:ext uri="{FF2B5EF4-FFF2-40B4-BE49-F238E27FC236}">
                <a16:creationId xmlns:a16="http://schemas.microsoft.com/office/drawing/2014/main" id="{5ECB42B9-34FE-9240-A7AB-461A7F048A9B}"/>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23" name="Picture 22">
              <a:extLst>
                <a:ext uri="{FF2B5EF4-FFF2-40B4-BE49-F238E27FC236}">
                  <a16:creationId xmlns:a16="http://schemas.microsoft.com/office/drawing/2014/main" id="{0EFB015A-C4CB-AC3E-E0FA-6DE2FF34AC4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4" name="Group 23">
              <a:extLst>
                <a:ext uri="{FF2B5EF4-FFF2-40B4-BE49-F238E27FC236}">
                  <a16:creationId xmlns:a16="http://schemas.microsoft.com/office/drawing/2014/main" id="{55372F2A-9CBF-62F4-0455-73AD2665EF36}"/>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25" name="Picture 24">
                <a:extLst>
                  <a:ext uri="{FF2B5EF4-FFF2-40B4-BE49-F238E27FC236}">
                    <a16:creationId xmlns:a16="http://schemas.microsoft.com/office/drawing/2014/main" id="{5949C731-14C3-5C8C-4015-0E4360448908}"/>
                  </a:ext>
                </a:extLst>
              </p:cNvPr>
              <p:cNvPicPr>
                <a:picLocks noChangeAspect="1"/>
              </p:cNvPicPr>
              <p:nvPr/>
            </p:nvPicPr>
            <p:blipFill>
              <a:blip r:embed="rId7"/>
              <a:stretch>
                <a:fillRect/>
              </a:stretch>
            </p:blipFill>
            <p:spPr>
              <a:xfrm>
                <a:off x="4063999" y="4953000"/>
                <a:ext cx="609600" cy="609600"/>
              </a:xfrm>
              <a:prstGeom prst="rect">
                <a:avLst/>
              </a:prstGeom>
            </p:spPr>
          </p:pic>
          <p:pic>
            <p:nvPicPr>
              <p:cNvPr id="26" name="Picture 25">
                <a:extLst>
                  <a:ext uri="{FF2B5EF4-FFF2-40B4-BE49-F238E27FC236}">
                    <a16:creationId xmlns:a16="http://schemas.microsoft.com/office/drawing/2014/main" id="{19F9E8FC-8A49-3E7C-79C0-D1E81E22FBA1}"/>
                  </a:ext>
                </a:extLst>
              </p:cNvPr>
              <p:cNvPicPr>
                <a:picLocks noChangeAspect="1"/>
              </p:cNvPicPr>
              <p:nvPr/>
            </p:nvPicPr>
            <p:blipFill>
              <a:blip r:embed="rId8"/>
              <a:stretch>
                <a:fillRect/>
              </a:stretch>
            </p:blipFill>
            <p:spPr>
              <a:xfrm>
                <a:off x="4705349" y="4953000"/>
                <a:ext cx="609600" cy="609600"/>
              </a:xfrm>
              <a:prstGeom prst="rect">
                <a:avLst/>
              </a:prstGeom>
            </p:spPr>
          </p:pic>
          <p:pic>
            <p:nvPicPr>
              <p:cNvPr id="27" name="Picture 26">
                <a:extLst>
                  <a:ext uri="{FF2B5EF4-FFF2-40B4-BE49-F238E27FC236}">
                    <a16:creationId xmlns:a16="http://schemas.microsoft.com/office/drawing/2014/main" id="{BBCF9351-6452-1F0D-B421-80E0A4652D16}"/>
                  </a:ext>
                </a:extLst>
              </p:cNvPr>
              <p:cNvPicPr>
                <a:picLocks noChangeAspect="1"/>
              </p:cNvPicPr>
              <p:nvPr/>
            </p:nvPicPr>
            <p:blipFill>
              <a:blip r:embed="rId9"/>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8" name="Grafik 27">
            <a:extLst>
              <a:ext uri="{FF2B5EF4-FFF2-40B4-BE49-F238E27FC236}">
                <a16:creationId xmlns:a16="http://schemas.microsoft.com/office/drawing/2014/main" id="{CF681732-E369-9F18-E93D-1D23013E427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15" name="Grafik 14">
            <a:extLst>
              <a:ext uri="{FF2B5EF4-FFF2-40B4-BE49-F238E27FC236}">
                <a16:creationId xmlns:a16="http://schemas.microsoft.com/office/drawing/2014/main" id="{0A767FE3-155B-8ADF-54C8-6254F7B2B2E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D1EAD60D-189D-C0A2-EAEE-073BD4B5A834}"/>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Primitive </a:t>
            </a:r>
            <a:r>
              <a:rPr lang="de-AT" sz="1000" dirty="0">
                <a:latin typeface="Pangolin" panose="00000500000000000000"/>
              </a:rPr>
              <a:t>Datentypen</a:t>
            </a:r>
            <a:endParaRPr lang="de-DE" sz="1000" dirty="0">
              <a:latin typeface="Pangolin" panose="00000500000000000000" pitchFamily="2" charset="0"/>
            </a:endParaRPr>
          </a:p>
        </p:txBody>
      </p:sp>
      <p:sp>
        <p:nvSpPr>
          <p:cNvPr id="18" name="Textfeld 17">
            <a:extLst>
              <a:ext uri="{FF2B5EF4-FFF2-40B4-BE49-F238E27FC236}">
                <a16:creationId xmlns:a16="http://schemas.microsoft.com/office/drawing/2014/main" id="{1A1AEC66-48A3-4E75-8540-E5458E8C506E}"/>
              </a:ext>
            </a:extLst>
          </p:cNvPr>
          <p:cNvSpPr txBox="1">
            <a:spLocks noGrp="1"/>
          </p:cNvSpPr>
          <p:nvPr>
            <p:ph type="title" idx="4294967295"/>
          </p:nvPr>
        </p:nvSpPr>
        <p:spPr>
          <a:xfrm>
            <a:off x="296969" y="556478"/>
            <a:ext cx="1822317"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So, das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ist</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mal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alles</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das du Wissen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musst</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um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hier</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zurecht</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zu</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kommen</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Dann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wünsch</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ich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dir</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mal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gutes</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Gelingen</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an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deinem</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ersten</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Ta-</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1" name="Textfeld 30">
            <a:extLst>
              <a:ext uri="{FF2B5EF4-FFF2-40B4-BE49-F238E27FC236}">
                <a16:creationId xmlns:a16="http://schemas.microsoft.com/office/drawing/2014/main" id="{8D9F7D9D-801E-BB60-4569-06C9EE350A3C}"/>
              </a:ext>
            </a:extLst>
          </p:cNvPr>
          <p:cNvSpPr txBox="1"/>
          <p:nvPr/>
        </p:nvSpPr>
        <p:spPr>
          <a:xfrm>
            <a:off x="1581825" y="2795504"/>
            <a:ext cx="671982" cy="246221"/>
          </a:xfrm>
          <a:prstGeom prst="rect">
            <a:avLst/>
          </a:prstGeom>
          <a:noFill/>
        </p:spPr>
        <p:txBody>
          <a:bodyPr wrap="square">
            <a:spAutoFit/>
          </a:bodyPr>
          <a:lstStyle/>
          <a:p>
            <a:pPr algn="ctr"/>
            <a:r>
              <a:rPr lang="en-US" sz="1000" dirty="0">
                <a:solidFill>
                  <a:schemeClr val="tx1"/>
                </a:solidFill>
                <a:latin typeface="Pangolin" panose="00000500000000000000" pitchFamily="2" charset="0"/>
              </a:rPr>
              <a:t>Hallo!</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578117" y="623463"/>
            <a:ext cx="1649227" cy="861774"/>
          </a:xfrm>
          <a:prstGeom prst="rect">
            <a:avLst/>
          </a:prstGeom>
          <a:noFill/>
        </p:spPr>
        <p:txBody>
          <a:bodyPr wrap="square">
            <a:spAutoFit/>
          </a:bodyPr>
          <a:lstStyle/>
          <a:p>
            <a:pPr algn="ctr"/>
            <a:r>
              <a:rPr lang="en-US" sz="1000" dirty="0">
                <a:latin typeface="Pangolin" panose="00000500000000000000" pitchFamily="2" charset="0"/>
              </a:rPr>
              <a:t>Ich bin die </a:t>
            </a:r>
            <a:r>
              <a:rPr lang="en-US" sz="1000" dirty="0" err="1">
                <a:latin typeface="Pangolin" panose="00000500000000000000" pitchFamily="2" charset="0"/>
              </a:rPr>
              <a:t>neue</a:t>
            </a:r>
            <a:r>
              <a:rPr lang="en-US" sz="1000" dirty="0">
                <a:latin typeface="Pangolin" panose="00000500000000000000" pitchFamily="2" charset="0"/>
              </a:rPr>
              <a:t> </a:t>
            </a:r>
            <a:r>
              <a:rPr lang="en-US" sz="1000" dirty="0" err="1">
                <a:latin typeface="Pangolin" panose="00000500000000000000" pitchFamily="2" charset="0"/>
              </a:rPr>
              <a:t>Aushilfskraft</a:t>
            </a:r>
            <a:r>
              <a:rPr lang="en-US" sz="1000" dirty="0">
                <a:latin typeface="Pangolin" panose="00000500000000000000" pitchFamily="2" charset="0"/>
              </a:rPr>
              <a:t> und </a:t>
            </a:r>
            <a:r>
              <a:rPr lang="en-US" sz="1000" dirty="0" err="1">
                <a:latin typeface="Pangolin" panose="00000500000000000000" pitchFamily="2" charset="0"/>
              </a:rPr>
              <a:t>meine</a:t>
            </a:r>
            <a:r>
              <a:rPr lang="en-US" sz="1000" dirty="0">
                <a:latin typeface="Pangolin" panose="00000500000000000000" pitchFamily="2" charset="0"/>
              </a:rPr>
              <a:t> </a:t>
            </a:r>
            <a:r>
              <a:rPr lang="en-US" sz="1000" dirty="0" err="1">
                <a:latin typeface="Pangolin" panose="00000500000000000000" pitchFamily="2" charset="0"/>
              </a:rPr>
              <a:t>erste</a:t>
            </a:r>
            <a:r>
              <a:rPr lang="en-US" sz="1000" dirty="0">
                <a:latin typeface="Pangolin" panose="00000500000000000000" pitchFamily="2" charset="0"/>
              </a:rPr>
              <a:t> </a:t>
            </a:r>
            <a:r>
              <a:rPr lang="en-US" sz="1000" dirty="0" err="1">
                <a:latin typeface="Pangolin" panose="00000500000000000000" pitchFamily="2" charset="0"/>
              </a:rPr>
              <a:t>Schicht</a:t>
            </a:r>
            <a:r>
              <a:rPr lang="en-US" sz="1000" dirty="0">
                <a:latin typeface="Pangolin" panose="00000500000000000000" pitchFamily="2" charset="0"/>
              </a:rPr>
              <a:t> </a:t>
            </a:r>
            <a:r>
              <a:rPr lang="en-US" sz="1000" dirty="0" err="1">
                <a:latin typeface="Pangolin" panose="00000500000000000000" pitchFamily="2" charset="0"/>
              </a:rPr>
              <a:t>beginnt</a:t>
            </a:r>
            <a:r>
              <a:rPr lang="en-US" sz="1000" dirty="0">
                <a:latin typeface="Pangolin" panose="00000500000000000000" pitchFamily="2" charset="0"/>
              </a:rPr>
              <a:t> </a:t>
            </a:r>
            <a:r>
              <a:rPr lang="en-US" sz="1000" dirty="0" err="1">
                <a:latin typeface="Pangolin" panose="00000500000000000000" pitchFamily="2" charset="0"/>
              </a:rPr>
              <a:t>heute</a:t>
            </a:r>
            <a:r>
              <a:rPr lang="en-US" sz="1000" dirty="0">
                <a:latin typeface="Pangolin" panose="00000500000000000000" pitchFamily="2" charset="0"/>
              </a:rPr>
              <a:t>. Mir </a:t>
            </a:r>
            <a:r>
              <a:rPr lang="en-US" sz="1000" dirty="0" err="1">
                <a:latin typeface="Pangolin" panose="00000500000000000000" pitchFamily="2" charset="0"/>
              </a:rPr>
              <a:t>wurde</a:t>
            </a:r>
            <a:r>
              <a:rPr lang="en-US" sz="1000" dirty="0">
                <a:latin typeface="Pangolin" panose="00000500000000000000" pitchFamily="2" charset="0"/>
              </a:rPr>
              <a:t> </a:t>
            </a:r>
            <a:r>
              <a:rPr lang="en-US" sz="1000" dirty="0" err="1">
                <a:latin typeface="Pangolin" panose="00000500000000000000" pitchFamily="2" charset="0"/>
              </a:rPr>
              <a:t>gesagt</a:t>
            </a:r>
            <a:r>
              <a:rPr lang="en-US" sz="1000" dirty="0">
                <a:latin typeface="Pangolin" panose="00000500000000000000" pitchFamily="2" charset="0"/>
              </a:rPr>
              <a:t>, ich </a:t>
            </a:r>
            <a:r>
              <a:rPr lang="en-US" sz="1000" dirty="0" err="1">
                <a:latin typeface="Pangolin" panose="00000500000000000000" pitchFamily="2" charset="0"/>
              </a:rPr>
              <a:t>soll</a:t>
            </a:r>
            <a:r>
              <a:rPr lang="en-US" sz="1000" dirty="0">
                <a:latin typeface="Pangolin" panose="00000500000000000000" pitchFamily="2" charset="0"/>
              </a:rPr>
              <a:t> </a:t>
            </a:r>
            <a:r>
              <a:rPr lang="en-US" sz="1000" dirty="0" err="1">
                <a:latin typeface="Pangolin" panose="00000500000000000000" pitchFamily="2" charset="0"/>
              </a:rPr>
              <a:t>mich</a:t>
            </a:r>
            <a:r>
              <a:rPr lang="en-US" sz="1000" dirty="0">
                <a:latin typeface="Pangolin" panose="00000500000000000000" pitchFamily="2" charset="0"/>
              </a:rPr>
              <a:t> </a:t>
            </a:r>
            <a:r>
              <a:rPr lang="en-US" sz="1000" dirty="0" err="1">
                <a:latin typeface="Pangolin" panose="00000500000000000000" pitchFamily="2" charset="0"/>
              </a:rPr>
              <a:t>bei</a:t>
            </a:r>
            <a:r>
              <a:rPr lang="en-US" sz="1000" dirty="0">
                <a:latin typeface="Pangolin" panose="00000500000000000000" pitchFamily="2" charset="0"/>
              </a:rPr>
              <a:t> </a:t>
            </a:r>
            <a:r>
              <a:rPr lang="en-US" sz="1000" dirty="0" err="1">
                <a:latin typeface="Pangolin" panose="00000500000000000000" pitchFamily="2" charset="0"/>
              </a:rPr>
              <a:t>dir</a:t>
            </a:r>
            <a:r>
              <a:rPr lang="en-US" sz="1000" dirty="0">
                <a:latin typeface="Pangolin" panose="00000500000000000000" pitchFamily="2" charset="0"/>
              </a:rPr>
              <a:t> </a:t>
            </a:r>
            <a:r>
              <a:rPr lang="en-US" sz="1000" dirty="0" err="1">
                <a:latin typeface="Pangolin" panose="00000500000000000000" pitchFamily="2" charset="0"/>
              </a:rPr>
              <a:t>melden</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742488" y="633081"/>
            <a:ext cx="1729123" cy="852156"/>
          </a:xfrm>
          <a:prstGeom prst="rect">
            <a:avLst/>
          </a:prstGeom>
          <a:noFill/>
        </p:spPr>
        <p:txBody>
          <a:bodyPr wrap="square">
            <a:spAutoFit/>
          </a:bodyPr>
          <a:lstStyle/>
          <a:p>
            <a:pPr algn="ctr">
              <a:lnSpc>
                <a:spcPts val="1500"/>
              </a:lnSpc>
            </a:pPr>
            <a:r>
              <a:rPr lang="en-US" sz="1000" dirty="0" err="1">
                <a:latin typeface="Pangolin" panose="00000500000000000000" pitchFamily="2" charset="0"/>
              </a:rPr>
              <a:t>Weißt</a:t>
            </a:r>
            <a:r>
              <a:rPr lang="en-US" sz="1000" dirty="0">
                <a:latin typeface="Pangolin" panose="00000500000000000000" pitchFamily="2" charset="0"/>
              </a:rPr>
              <a:t> du was? Ich </a:t>
            </a:r>
            <a:r>
              <a:rPr lang="en-US" sz="1000" dirty="0" err="1">
                <a:latin typeface="Pangolin" panose="00000500000000000000" pitchFamily="2" charset="0"/>
              </a:rPr>
              <a:t>hab</a:t>
            </a:r>
            <a:r>
              <a:rPr lang="en-US" sz="1000" dirty="0">
                <a:latin typeface="Pangolin" panose="00000500000000000000" pitchFamily="2" charset="0"/>
              </a:rPr>
              <a:t> </a:t>
            </a:r>
            <a:r>
              <a:rPr lang="en-US" sz="1000" dirty="0" err="1">
                <a:latin typeface="Pangolin" panose="00000500000000000000" pitchFamily="2" charset="0"/>
              </a:rPr>
              <a:t>noch</a:t>
            </a:r>
            <a:r>
              <a:rPr lang="en-US" sz="1000" dirty="0">
                <a:latin typeface="Pangolin" panose="00000500000000000000" pitchFamily="2" charset="0"/>
              </a:rPr>
              <a:t> </a:t>
            </a:r>
            <a:r>
              <a:rPr lang="en-US" sz="1000" dirty="0" err="1">
                <a:latin typeface="Pangolin" panose="00000500000000000000" pitchFamily="2" charset="0"/>
              </a:rPr>
              <a:t>etliches</a:t>
            </a:r>
            <a:r>
              <a:rPr lang="en-US" sz="1000" dirty="0">
                <a:latin typeface="Pangolin" panose="00000500000000000000" pitchFamily="2" charset="0"/>
              </a:rPr>
              <a:t> </a:t>
            </a:r>
            <a:r>
              <a:rPr lang="en-US" sz="1000" dirty="0" err="1">
                <a:latin typeface="Pangolin" panose="00000500000000000000" pitchFamily="2" charset="0"/>
              </a:rPr>
              <a:t>zu</a:t>
            </a:r>
            <a:r>
              <a:rPr lang="en-US" sz="1000" dirty="0">
                <a:latin typeface="Pangolin" panose="00000500000000000000" pitchFamily="2" charset="0"/>
              </a:rPr>
              <a:t> tun, </a:t>
            </a:r>
            <a:r>
              <a:rPr lang="en-US" sz="1000" dirty="0" err="1">
                <a:latin typeface="Pangolin" panose="00000500000000000000" pitchFamily="2" charset="0"/>
              </a:rPr>
              <a:t>wieso</a:t>
            </a:r>
            <a:r>
              <a:rPr lang="en-US" sz="1000" dirty="0">
                <a:latin typeface="Pangolin" panose="00000500000000000000" pitchFamily="2" charset="0"/>
              </a:rPr>
              <a:t> </a:t>
            </a:r>
            <a:r>
              <a:rPr lang="en-US" sz="1000" dirty="0" err="1">
                <a:latin typeface="Pangolin" panose="00000500000000000000" pitchFamily="2" charset="0"/>
              </a:rPr>
              <a:t>erklärst</a:t>
            </a:r>
            <a:r>
              <a:rPr lang="en-US" sz="1000" dirty="0">
                <a:latin typeface="Pangolin" panose="00000500000000000000" pitchFamily="2" charset="0"/>
              </a:rPr>
              <a:t> </a:t>
            </a:r>
            <a:r>
              <a:rPr lang="en-US" sz="1000" dirty="0" err="1">
                <a:latin typeface="Pangolin" panose="00000500000000000000" pitchFamily="2" charset="0"/>
              </a:rPr>
              <a:t>nicht</a:t>
            </a:r>
            <a:r>
              <a:rPr lang="en-US" sz="1000" dirty="0">
                <a:latin typeface="Pangolin" panose="00000500000000000000" pitchFamily="2" charset="0"/>
              </a:rPr>
              <a:t> du </a:t>
            </a:r>
            <a:r>
              <a:rPr lang="en-US" sz="1000" dirty="0" err="1">
                <a:latin typeface="Pangolin" panose="00000500000000000000" pitchFamily="2" charset="0"/>
              </a:rPr>
              <a:t>ihm</a:t>
            </a:r>
            <a:r>
              <a:rPr lang="en-US" sz="1000" dirty="0">
                <a:latin typeface="Pangolin" panose="00000500000000000000" pitchFamily="2" charset="0"/>
              </a:rPr>
              <a:t>, </a:t>
            </a:r>
            <a:r>
              <a:rPr lang="en-US" sz="1000" dirty="0" err="1">
                <a:latin typeface="Pangolin" panose="00000500000000000000" pitchFamily="2" charset="0"/>
              </a:rPr>
              <a:t>wie</a:t>
            </a:r>
            <a:r>
              <a:rPr lang="en-US" sz="1000" dirty="0">
                <a:latin typeface="Pangolin" panose="00000500000000000000" pitchFamily="2" charset="0"/>
              </a:rPr>
              <a:t> </a:t>
            </a:r>
            <a:r>
              <a:rPr lang="en-US" sz="1000" dirty="0" err="1">
                <a:latin typeface="Pangolin" panose="00000500000000000000" pitchFamily="2" charset="0"/>
              </a:rPr>
              <a:t>hier</a:t>
            </a:r>
            <a:r>
              <a:rPr lang="en-US" sz="1000" dirty="0">
                <a:latin typeface="Pangolin" panose="00000500000000000000" pitchFamily="2" charset="0"/>
              </a:rPr>
              <a:t> </a:t>
            </a:r>
            <a:r>
              <a:rPr lang="en-US" sz="1000" dirty="0" err="1">
                <a:latin typeface="Pangolin" panose="00000500000000000000" pitchFamily="2" charset="0"/>
              </a:rPr>
              <a:t>alles</a:t>
            </a:r>
            <a:r>
              <a:rPr lang="en-US" sz="1000" dirty="0">
                <a:latin typeface="Pangolin" panose="00000500000000000000" pitchFamily="2" charset="0"/>
              </a:rPr>
              <a:t> </a:t>
            </a:r>
            <a:r>
              <a:rPr lang="en-US" sz="1000" dirty="0" err="1">
                <a:latin typeface="Pangolin" panose="00000500000000000000" pitchFamily="2" charset="0"/>
              </a:rPr>
              <a:t>abläuft</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 name="Rechteck 2">
            <a:extLst>
              <a:ext uri="{FF2B5EF4-FFF2-40B4-BE49-F238E27FC236}">
                <a16:creationId xmlns:a16="http://schemas.microsoft.com/office/drawing/2014/main" id="{554BBE7E-D2D4-2A64-6FF9-4602A23B7DA2}"/>
              </a:ext>
            </a:extLst>
          </p:cNvPr>
          <p:cNvSpPr/>
          <p:nvPr/>
        </p:nvSpPr>
        <p:spPr>
          <a:xfrm>
            <a:off x="403784" y="3833750"/>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Wie würden Sie dem neuen Mitarbeiter das Konzept der primitiven Datentypen erklären? Verwenden Sie diesen Platz, um Notizen und Zeichnungen zu machen.</a:t>
            </a:r>
            <a:endParaRPr lang="de-AT" sz="1000" dirty="0">
              <a:solidFill>
                <a:schemeClr val="tx1"/>
              </a:solidFill>
              <a:latin typeface="Pangolin" panose="00000500000000000000" pitchFamily="2" charset="0"/>
            </a:endParaRPr>
          </a:p>
        </p:txBody>
      </p:sp>
      <p:pic>
        <p:nvPicPr>
          <p:cNvPr id="4" name="Grafik 4">
            <a:extLst>
              <a:ext uri="{FF2B5EF4-FFF2-40B4-BE49-F238E27FC236}">
                <a16:creationId xmlns:a16="http://schemas.microsoft.com/office/drawing/2014/main" id="{CC4FDBDD-8BA4-D023-C458-A0BCA4D6E83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799" y="3759524"/>
            <a:ext cx="304801" cy="256033"/>
          </a:xfrm>
          <a:prstGeom prst="rect">
            <a:avLst/>
          </a:prstGeom>
        </p:spPr>
      </p:pic>
      <p:sp>
        <p:nvSpPr>
          <p:cNvPr id="10" name="Rechteck 1">
            <a:extLst>
              <a:ext uri="{FF2B5EF4-FFF2-40B4-BE49-F238E27FC236}">
                <a16:creationId xmlns:a16="http://schemas.microsoft.com/office/drawing/2014/main" id="{CC1BA17C-EEB4-F444-C78F-C25B105A5CC5}"/>
              </a:ext>
              <a:ext uri="{C183D7F6-B498-43B3-948B-1728B52AA6E4}">
                <adec:decorative xmlns:adec="http://schemas.microsoft.com/office/drawing/2017/decorative" val="1"/>
              </a:ext>
            </a:extLst>
          </p:cNvPr>
          <p:cNvSpPr/>
          <p:nvPr/>
        </p:nvSpPr>
        <p:spPr>
          <a:xfrm>
            <a:off x="225424" y="3619500"/>
            <a:ext cx="6407151" cy="6053138"/>
          </a:xfrm>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196068" y="15329"/>
                  <a:pt x="318082" y="-21016"/>
                  <a:pt x="448501" y="0"/>
                </a:cubicBezTo>
                <a:cubicBezTo>
                  <a:pt x="587211" y="20172"/>
                  <a:pt x="817771" y="-50283"/>
                  <a:pt x="961073" y="0"/>
                </a:cubicBezTo>
                <a:cubicBezTo>
                  <a:pt x="1126110" y="-25695"/>
                  <a:pt x="1435281" y="12224"/>
                  <a:pt x="1601788" y="0"/>
                </a:cubicBezTo>
                <a:cubicBezTo>
                  <a:pt x="1764430" y="21066"/>
                  <a:pt x="2056869" y="44389"/>
                  <a:pt x="2178431" y="0"/>
                </a:cubicBezTo>
                <a:cubicBezTo>
                  <a:pt x="2330077" y="-41640"/>
                  <a:pt x="2611171" y="16842"/>
                  <a:pt x="2691003" y="0"/>
                </a:cubicBezTo>
                <a:cubicBezTo>
                  <a:pt x="2848033" y="-48073"/>
                  <a:pt x="3182600" y="63574"/>
                  <a:pt x="3395790" y="0"/>
                </a:cubicBezTo>
                <a:cubicBezTo>
                  <a:pt x="3624554" y="70194"/>
                  <a:pt x="3817622" y="87847"/>
                  <a:pt x="4100577" y="0"/>
                </a:cubicBezTo>
                <a:cubicBezTo>
                  <a:pt x="4324049" y="-48698"/>
                  <a:pt x="4530152" y="-22606"/>
                  <a:pt x="4869435" y="0"/>
                </a:cubicBezTo>
                <a:cubicBezTo>
                  <a:pt x="5218729" y="-37000"/>
                  <a:pt x="5164127" y="-11526"/>
                  <a:pt x="5446078" y="0"/>
                </a:cubicBezTo>
                <a:cubicBezTo>
                  <a:pt x="5759736" y="6929"/>
                  <a:pt x="5944562" y="-10364"/>
                  <a:pt x="6407151" y="0"/>
                </a:cubicBezTo>
                <a:cubicBezTo>
                  <a:pt x="6410224" y="147178"/>
                  <a:pt x="6407279" y="197085"/>
                  <a:pt x="6407151" y="432366"/>
                </a:cubicBezTo>
                <a:cubicBezTo>
                  <a:pt x="6415455" y="630609"/>
                  <a:pt x="6413092" y="631948"/>
                  <a:pt x="6407151" y="683139"/>
                </a:cubicBezTo>
                <a:cubicBezTo>
                  <a:pt x="6453496" y="750976"/>
                  <a:pt x="6439334" y="1003805"/>
                  <a:pt x="6407151" y="1236569"/>
                </a:cubicBezTo>
                <a:cubicBezTo>
                  <a:pt x="6382799" y="1450379"/>
                  <a:pt x="6394174" y="1427392"/>
                  <a:pt x="6407151" y="1487342"/>
                </a:cubicBezTo>
                <a:cubicBezTo>
                  <a:pt x="6406249" y="1568113"/>
                  <a:pt x="6382118" y="1790647"/>
                  <a:pt x="6407151" y="1859177"/>
                </a:cubicBezTo>
                <a:cubicBezTo>
                  <a:pt x="6413796" y="1943395"/>
                  <a:pt x="6397418" y="2017934"/>
                  <a:pt x="6407151" y="2109950"/>
                </a:cubicBezTo>
                <a:cubicBezTo>
                  <a:pt x="6444574" y="2195632"/>
                  <a:pt x="6419218" y="2412534"/>
                  <a:pt x="6407151" y="2542317"/>
                </a:cubicBezTo>
                <a:cubicBezTo>
                  <a:pt x="6340591" y="2654146"/>
                  <a:pt x="6432922" y="2884432"/>
                  <a:pt x="6407151" y="3035216"/>
                </a:cubicBezTo>
                <a:cubicBezTo>
                  <a:pt x="6351284" y="3168506"/>
                  <a:pt x="6454637" y="3366846"/>
                  <a:pt x="6407151" y="3528114"/>
                </a:cubicBezTo>
                <a:cubicBezTo>
                  <a:pt x="6403480" y="3663838"/>
                  <a:pt x="6417098" y="3666454"/>
                  <a:pt x="6407151" y="3778887"/>
                </a:cubicBezTo>
                <a:cubicBezTo>
                  <a:pt x="6404974" y="3876055"/>
                  <a:pt x="6399609" y="4009076"/>
                  <a:pt x="6407151" y="4150722"/>
                </a:cubicBezTo>
                <a:cubicBezTo>
                  <a:pt x="6440535" y="4280639"/>
                  <a:pt x="6408434" y="4404604"/>
                  <a:pt x="6407151" y="4643621"/>
                </a:cubicBezTo>
                <a:cubicBezTo>
                  <a:pt x="6400652" y="4857554"/>
                  <a:pt x="6376917" y="4896453"/>
                  <a:pt x="6407151" y="5136520"/>
                </a:cubicBezTo>
                <a:cubicBezTo>
                  <a:pt x="6429556" y="5321729"/>
                  <a:pt x="6318298" y="5687483"/>
                  <a:pt x="6407151" y="6053138"/>
                </a:cubicBezTo>
                <a:cubicBezTo>
                  <a:pt x="6212842" y="6041098"/>
                  <a:pt x="6060498" y="6087421"/>
                  <a:pt x="5830507" y="6053138"/>
                </a:cubicBezTo>
                <a:cubicBezTo>
                  <a:pt x="5639354" y="6079878"/>
                  <a:pt x="5549317" y="6080845"/>
                  <a:pt x="5253864" y="6053138"/>
                </a:cubicBezTo>
                <a:cubicBezTo>
                  <a:pt x="4967978" y="6058827"/>
                  <a:pt x="4879724" y="6067349"/>
                  <a:pt x="4677220" y="6053138"/>
                </a:cubicBezTo>
                <a:cubicBezTo>
                  <a:pt x="4417793" y="6059476"/>
                  <a:pt x="4169811" y="6073832"/>
                  <a:pt x="3908362" y="6053138"/>
                </a:cubicBezTo>
                <a:cubicBezTo>
                  <a:pt x="3713238" y="6069905"/>
                  <a:pt x="3581757" y="6087619"/>
                  <a:pt x="3267647" y="6053138"/>
                </a:cubicBezTo>
                <a:cubicBezTo>
                  <a:pt x="2957457" y="6076699"/>
                  <a:pt x="2685105" y="6098723"/>
                  <a:pt x="2498789" y="6053138"/>
                </a:cubicBezTo>
                <a:cubicBezTo>
                  <a:pt x="2293775" y="6087442"/>
                  <a:pt x="2115942" y="6027076"/>
                  <a:pt x="1986217" y="6053138"/>
                </a:cubicBezTo>
                <a:cubicBezTo>
                  <a:pt x="1891988" y="6067275"/>
                  <a:pt x="1584739" y="6084752"/>
                  <a:pt x="1345502" y="6053138"/>
                </a:cubicBezTo>
                <a:cubicBezTo>
                  <a:pt x="1110579" y="6114605"/>
                  <a:pt x="835112" y="6108739"/>
                  <a:pt x="576644" y="6053138"/>
                </a:cubicBezTo>
                <a:cubicBezTo>
                  <a:pt x="292107" y="6026239"/>
                  <a:pt x="267276" y="6067002"/>
                  <a:pt x="0" y="6053138"/>
                </a:cubicBezTo>
                <a:cubicBezTo>
                  <a:pt x="27391" y="5926924"/>
                  <a:pt x="60547" y="5790787"/>
                  <a:pt x="0" y="5620771"/>
                </a:cubicBezTo>
                <a:cubicBezTo>
                  <a:pt x="12793" y="5399347"/>
                  <a:pt x="25579" y="5305195"/>
                  <a:pt x="0" y="5067341"/>
                </a:cubicBezTo>
                <a:cubicBezTo>
                  <a:pt x="-41946" y="4866887"/>
                  <a:pt x="-15555" y="4875449"/>
                  <a:pt x="0" y="4816568"/>
                </a:cubicBezTo>
                <a:cubicBezTo>
                  <a:pt x="69292" y="4756024"/>
                  <a:pt x="-47314" y="4618909"/>
                  <a:pt x="0" y="4323670"/>
                </a:cubicBezTo>
                <a:cubicBezTo>
                  <a:pt x="10244" y="4100823"/>
                  <a:pt x="10048" y="4115985"/>
                  <a:pt x="0" y="4012365"/>
                </a:cubicBezTo>
                <a:cubicBezTo>
                  <a:pt x="32124" y="3890795"/>
                  <a:pt x="48828" y="3701844"/>
                  <a:pt x="0" y="3579998"/>
                </a:cubicBezTo>
                <a:cubicBezTo>
                  <a:pt x="-17612" y="3445905"/>
                  <a:pt x="-371" y="3421473"/>
                  <a:pt x="0" y="3268694"/>
                </a:cubicBezTo>
                <a:cubicBezTo>
                  <a:pt x="6479" y="3126181"/>
                  <a:pt x="39742" y="2948882"/>
                  <a:pt x="0" y="2775795"/>
                </a:cubicBezTo>
                <a:cubicBezTo>
                  <a:pt x="-15009" y="2546485"/>
                  <a:pt x="22166" y="2541484"/>
                  <a:pt x="0" y="2403960"/>
                </a:cubicBezTo>
                <a:cubicBezTo>
                  <a:pt x="-50768" y="2295242"/>
                  <a:pt x="-19479" y="2100075"/>
                  <a:pt x="0" y="1971593"/>
                </a:cubicBezTo>
                <a:cubicBezTo>
                  <a:pt x="-23340" y="1848244"/>
                  <a:pt x="-4868" y="1830230"/>
                  <a:pt x="0" y="1720820"/>
                </a:cubicBezTo>
                <a:cubicBezTo>
                  <a:pt x="38512" y="1604767"/>
                  <a:pt x="-25110" y="1493005"/>
                  <a:pt x="0" y="1409516"/>
                </a:cubicBezTo>
                <a:cubicBezTo>
                  <a:pt x="44304" y="1312134"/>
                  <a:pt x="26134" y="1094791"/>
                  <a:pt x="0" y="977149"/>
                </a:cubicBezTo>
                <a:cubicBezTo>
                  <a:pt x="-21652" y="811167"/>
                  <a:pt x="-37422" y="762749"/>
                  <a:pt x="0" y="605313"/>
                </a:cubicBezTo>
                <a:cubicBezTo>
                  <a:pt x="-29592" y="454285"/>
                  <a:pt x="-52347" y="18292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202567" y="8564"/>
                          <a:pt x="332467" y="-16405"/>
                          <a:pt x="448501" y="0"/>
                        </a:cubicBezTo>
                        <a:cubicBezTo>
                          <a:pt x="578316" y="18244"/>
                          <a:pt x="799501" y="-14476"/>
                          <a:pt x="961073" y="0"/>
                        </a:cubicBezTo>
                        <a:cubicBezTo>
                          <a:pt x="1131634" y="-21346"/>
                          <a:pt x="1443799" y="11238"/>
                          <a:pt x="1601788" y="0"/>
                        </a:cubicBezTo>
                        <a:cubicBezTo>
                          <a:pt x="1753412" y="9282"/>
                          <a:pt x="2038101" y="29422"/>
                          <a:pt x="2178431" y="0"/>
                        </a:cubicBezTo>
                        <a:cubicBezTo>
                          <a:pt x="2333645" y="-22517"/>
                          <a:pt x="2591651" y="15464"/>
                          <a:pt x="2691003" y="0"/>
                        </a:cubicBezTo>
                        <a:cubicBezTo>
                          <a:pt x="2807171" y="-23400"/>
                          <a:pt x="3188068" y="30939"/>
                          <a:pt x="3395790" y="0"/>
                        </a:cubicBezTo>
                        <a:cubicBezTo>
                          <a:pt x="3603840" y="25684"/>
                          <a:pt x="3843374" y="42415"/>
                          <a:pt x="4100577" y="0"/>
                        </a:cubicBezTo>
                        <a:cubicBezTo>
                          <a:pt x="4333611" y="-6648"/>
                          <a:pt x="4510910" y="9324"/>
                          <a:pt x="4869435" y="0"/>
                        </a:cubicBezTo>
                        <a:cubicBezTo>
                          <a:pt x="5229900" y="-29377"/>
                          <a:pt x="5164550" y="-8686"/>
                          <a:pt x="5446078" y="0"/>
                        </a:cubicBezTo>
                        <a:cubicBezTo>
                          <a:pt x="5753720" y="6456"/>
                          <a:pt x="5985092" y="-910"/>
                          <a:pt x="6407151" y="0"/>
                        </a:cubicBezTo>
                        <a:cubicBezTo>
                          <a:pt x="6417714" y="138993"/>
                          <a:pt x="6405498" y="205902"/>
                          <a:pt x="6407151" y="432366"/>
                        </a:cubicBezTo>
                        <a:cubicBezTo>
                          <a:pt x="6414962" y="630403"/>
                          <a:pt x="6413001" y="631531"/>
                          <a:pt x="6407151" y="683139"/>
                        </a:cubicBezTo>
                        <a:cubicBezTo>
                          <a:pt x="6407087" y="736697"/>
                          <a:pt x="6442828" y="1015784"/>
                          <a:pt x="6407151" y="1236569"/>
                        </a:cubicBezTo>
                        <a:cubicBezTo>
                          <a:pt x="6375537" y="1450227"/>
                          <a:pt x="6400808" y="1421571"/>
                          <a:pt x="6407151" y="1487342"/>
                        </a:cubicBezTo>
                        <a:cubicBezTo>
                          <a:pt x="6410439" y="1557210"/>
                          <a:pt x="6397005" y="1777896"/>
                          <a:pt x="6407151" y="1859177"/>
                        </a:cubicBezTo>
                        <a:cubicBezTo>
                          <a:pt x="6409473" y="1947119"/>
                          <a:pt x="6397196" y="2025816"/>
                          <a:pt x="6407151" y="2109950"/>
                        </a:cubicBezTo>
                        <a:cubicBezTo>
                          <a:pt x="6437975" y="2191968"/>
                          <a:pt x="6419840" y="2420457"/>
                          <a:pt x="6407151" y="2542317"/>
                        </a:cubicBezTo>
                        <a:cubicBezTo>
                          <a:pt x="6370663" y="2654402"/>
                          <a:pt x="6435023" y="2906810"/>
                          <a:pt x="6407151" y="3035216"/>
                        </a:cubicBezTo>
                        <a:cubicBezTo>
                          <a:pt x="6363868" y="3162981"/>
                          <a:pt x="6429772" y="3381173"/>
                          <a:pt x="6407151" y="3528114"/>
                        </a:cubicBezTo>
                        <a:cubicBezTo>
                          <a:pt x="6405598" y="3662852"/>
                          <a:pt x="6415192" y="3665071"/>
                          <a:pt x="6407151" y="3778887"/>
                        </a:cubicBezTo>
                        <a:cubicBezTo>
                          <a:pt x="6403790" y="3880679"/>
                          <a:pt x="6397236" y="3995750"/>
                          <a:pt x="6407151" y="4150722"/>
                        </a:cubicBezTo>
                        <a:cubicBezTo>
                          <a:pt x="6432753" y="4292232"/>
                          <a:pt x="6419666" y="4432488"/>
                          <a:pt x="6407151" y="4643621"/>
                        </a:cubicBezTo>
                        <a:cubicBezTo>
                          <a:pt x="6397581" y="4854490"/>
                          <a:pt x="6384419" y="4904956"/>
                          <a:pt x="6407151" y="5136520"/>
                        </a:cubicBezTo>
                        <a:cubicBezTo>
                          <a:pt x="6428668" y="5333619"/>
                          <a:pt x="6333307" y="5680346"/>
                          <a:pt x="6407151" y="6053138"/>
                        </a:cubicBezTo>
                        <a:cubicBezTo>
                          <a:pt x="6205454" y="6041205"/>
                          <a:pt x="6037678" y="6063901"/>
                          <a:pt x="5830507" y="6053138"/>
                        </a:cubicBezTo>
                        <a:cubicBezTo>
                          <a:pt x="5642087" y="6070678"/>
                          <a:pt x="5541907" y="6076101"/>
                          <a:pt x="5253864" y="6053138"/>
                        </a:cubicBezTo>
                        <a:cubicBezTo>
                          <a:pt x="4984025" y="6045089"/>
                          <a:pt x="4882488" y="6060222"/>
                          <a:pt x="4677220" y="6053138"/>
                        </a:cubicBezTo>
                        <a:cubicBezTo>
                          <a:pt x="4442208" y="6061678"/>
                          <a:pt x="4162837" y="6072409"/>
                          <a:pt x="3908362" y="6053138"/>
                        </a:cubicBezTo>
                        <a:cubicBezTo>
                          <a:pt x="3711647" y="6066159"/>
                          <a:pt x="3585057" y="6077502"/>
                          <a:pt x="3267647" y="6053138"/>
                        </a:cubicBezTo>
                        <a:cubicBezTo>
                          <a:pt x="2953942" y="6059718"/>
                          <a:pt x="2676176" y="6059474"/>
                          <a:pt x="2498789" y="6053138"/>
                        </a:cubicBezTo>
                        <a:cubicBezTo>
                          <a:pt x="2313230" y="6067596"/>
                          <a:pt x="2116067" y="6032218"/>
                          <a:pt x="1986217" y="6053138"/>
                        </a:cubicBezTo>
                        <a:cubicBezTo>
                          <a:pt x="1874208" y="6065094"/>
                          <a:pt x="1563074" y="6063156"/>
                          <a:pt x="1345502" y="6053138"/>
                        </a:cubicBezTo>
                        <a:cubicBezTo>
                          <a:pt x="1116136" y="6097771"/>
                          <a:pt x="839581" y="6093744"/>
                          <a:pt x="576644" y="6053138"/>
                        </a:cubicBezTo>
                        <a:cubicBezTo>
                          <a:pt x="301264" y="6027465"/>
                          <a:pt x="277491" y="6064749"/>
                          <a:pt x="0" y="6053138"/>
                        </a:cubicBezTo>
                        <a:cubicBezTo>
                          <a:pt x="25316" y="5930588"/>
                          <a:pt x="35540" y="5796072"/>
                          <a:pt x="0" y="5620771"/>
                        </a:cubicBezTo>
                        <a:cubicBezTo>
                          <a:pt x="2619" y="5421266"/>
                          <a:pt x="34042" y="5273463"/>
                          <a:pt x="0" y="5067341"/>
                        </a:cubicBezTo>
                        <a:cubicBezTo>
                          <a:pt x="-40272" y="4866824"/>
                          <a:pt x="-15109" y="4876564"/>
                          <a:pt x="0" y="4816568"/>
                        </a:cubicBezTo>
                        <a:cubicBezTo>
                          <a:pt x="36259" y="4754963"/>
                          <a:pt x="-29048" y="4590859"/>
                          <a:pt x="0" y="4323670"/>
                        </a:cubicBezTo>
                        <a:cubicBezTo>
                          <a:pt x="10058" y="4096914"/>
                          <a:pt x="9022" y="4119246"/>
                          <a:pt x="0" y="4012365"/>
                        </a:cubicBezTo>
                        <a:cubicBezTo>
                          <a:pt x="18143" y="3892641"/>
                          <a:pt x="42237" y="3701424"/>
                          <a:pt x="0" y="3579998"/>
                        </a:cubicBezTo>
                        <a:cubicBezTo>
                          <a:pt x="-21151" y="3453679"/>
                          <a:pt x="1730" y="3415678"/>
                          <a:pt x="0" y="3268694"/>
                        </a:cubicBezTo>
                        <a:cubicBezTo>
                          <a:pt x="307" y="3130147"/>
                          <a:pt x="35389" y="2978041"/>
                          <a:pt x="0" y="2775795"/>
                        </a:cubicBezTo>
                        <a:cubicBezTo>
                          <a:pt x="-21825" y="2544498"/>
                          <a:pt x="23228" y="2538807"/>
                          <a:pt x="0" y="2403960"/>
                        </a:cubicBezTo>
                        <a:cubicBezTo>
                          <a:pt x="-38727" y="2286455"/>
                          <a:pt x="4638" y="2094478"/>
                          <a:pt x="0" y="1971593"/>
                        </a:cubicBezTo>
                        <a:cubicBezTo>
                          <a:pt x="-20017" y="1851605"/>
                          <a:pt x="-6093" y="1829936"/>
                          <a:pt x="0" y="1720820"/>
                        </a:cubicBezTo>
                        <a:cubicBezTo>
                          <a:pt x="20479" y="1610408"/>
                          <a:pt x="-23417" y="1487675"/>
                          <a:pt x="0" y="1409516"/>
                        </a:cubicBezTo>
                        <a:cubicBezTo>
                          <a:pt x="34170" y="1323347"/>
                          <a:pt x="25681" y="1098718"/>
                          <a:pt x="0" y="977149"/>
                        </a:cubicBezTo>
                        <a:cubicBezTo>
                          <a:pt x="-21962" y="815923"/>
                          <a:pt x="-26129" y="755633"/>
                          <a:pt x="0" y="605313"/>
                        </a:cubicBezTo>
                        <a:cubicBezTo>
                          <a:pt x="-9158" y="455607"/>
                          <a:pt x="-33730" y="167075"/>
                          <a:pt x="0" y="0"/>
                        </a:cubicBezTo>
                        <a:close/>
                      </a:path>
                    </a:pathLst>
                  </a:cu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grpSp>
        <p:nvGrpSpPr>
          <p:cNvPr id="11" name="Group 10">
            <a:extLst>
              <a:ext uri="{FF2B5EF4-FFF2-40B4-BE49-F238E27FC236}">
                <a16:creationId xmlns:a16="http://schemas.microsoft.com/office/drawing/2014/main" id="{5B6C5838-9E58-CC3B-FEA0-3B705AE14519}"/>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2" name="Picture 11">
              <a:extLst>
                <a:ext uri="{FF2B5EF4-FFF2-40B4-BE49-F238E27FC236}">
                  <a16:creationId xmlns:a16="http://schemas.microsoft.com/office/drawing/2014/main" id="{C40D9EBE-EC68-A1A4-0E1A-2E6BF182BC1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3" name="Group 12">
              <a:extLst>
                <a:ext uri="{FF2B5EF4-FFF2-40B4-BE49-F238E27FC236}">
                  <a16:creationId xmlns:a16="http://schemas.microsoft.com/office/drawing/2014/main" id="{95990D63-A7EC-191C-D254-704E819ED928}"/>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14" name="Picture 13">
                <a:extLst>
                  <a:ext uri="{FF2B5EF4-FFF2-40B4-BE49-F238E27FC236}">
                    <a16:creationId xmlns:a16="http://schemas.microsoft.com/office/drawing/2014/main" id="{C69895D7-1E55-D8E4-BBCB-186F3BE8F179}"/>
                  </a:ext>
                </a:extLst>
              </p:cNvPr>
              <p:cNvPicPr>
                <a:picLocks noChangeAspect="1"/>
              </p:cNvPicPr>
              <p:nvPr/>
            </p:nvPicPr>
            <p:blipFill>
              <a:blip r:embed="rId7"/>
              <a:stretch>
                <a:fillRect/>
              </a:stretch>
            </p:blipFill>
            <p:spPr>
              <a:xfrm>
                <a:off x="4063999" y="4953000"/>
                <a:ext cx="609600" cy="609600"/>
              </a:xfrm>
              <a:prstGeom prst="rect">
                <a:avLst/>
              </a:prstGeom>
            </p:spPr>
          </p:pic>
          <p:pic>
            <p:nvPicPr>
              <p:cNvPr id="16" name="Picture 15">
                <a:extLst>
                  <a:ext uri="{FF2B5EF4-FFF2-40B4-BE49-F238E27FC236}">
                    <a16:creationId xmlns:a16="http://schemas.microsoft.com/office/drawing/2014/main" id="{5777F103-B57B-EAFF-1E28-EC2A045784F9}"/>
                  </a:ext>
                </a:extLst>
              </p:cNvPr>
              <p:cNvPicPr>
                <a:picLocks noChangeAspect="1"/>
              </p:cNvPicPr>
              <p:nvPr/>
            </p:nvPicPr>
            <p:blipFill>
              <a:blip r:embed="rId8"/>
              <a:stretch>
                <a:fillRect/>
              </a:stretch>
            </p:blipFill>
            <p:spPr>
              <a:xfrm>
                <a:off x="4705349" y="4953000"/>
                <a:ext cx="609600" cy="609600"/>
              </a:xfrm>
              <a:prstGeom prst="rect">
                <a:avLst/>
              </a:prstGeom>
            </p:spPr>
          </p:pic>
          <p:pic>
            <p:nvPicPr>
              <p:cNvPr id="17" name="Picture 16">
                <a:extLst>
                  <a:ext uri="{FF2B5EF4-FFF2-40B4-BE49-F238E27FC236}">
                    <a16:creationId xmlns:a16="http://schemas.microsoft.com/office/drawing/2014/main" id="{01ED1D3D-0B62-BA1D-4964-226E0594BD28}"/>
                  </a:ext>
                </a:extLst>
              </p:cNvPr>
              <p:cNvPicPr>
                <a:picLocks noChangeAspect="1"/>
              </p:cNvPicPr>
              <p:nvPr/>
            </p:nvPicPr>
            <p:blipFill>
              <a:blip r:embed="rId9"/>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8036EF-80F0-5F9B-CEA5-D4FD4B734928}"/>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DB24B65F-CF74-C313-5982-F88AA611C5E7}"/>
              </a:ext>
            </a:extLst>
          </p:cNvPr>
          <p:cNvSpPr txBox="1">
            <a:spLocks noGrp="1"/>
          </p:cNvSpPr>
          <p:nvPr>
            <p:ph type="title" idx="4294967295"/>
          </p:nvPr>
        </p:nvSpPr>
        <p:spPr>
          <a:xfrm>
            <a:off x="599280" y="6991767"/>
            <a:ext cx="4912877"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de-DE" sz="1100" b="1" dirty="0">
                <a:solidFill>
                  <a:srgbClr val="333333"/>
                </a:solidFill>
                <a:latin typeface="Segoe UI" panose="020B0502040204020203" pitchFamily="34" charset="0"/>
                <a:ea typeface="+mn-ea"/>
                <a:cs typeface="Segoe UI" panose="020B0502040204020203" pitchFamily="34" charset="0"/>
              </a:rPr>
              <a:t>Wie man dieses Dokument zitiert:</a:t>
            </a:r>
            <a:br>
              <a:rPr lang="de-DE" sz="1100" b="1" dirty="0">
                <a:solidFill>
                  <a:srgbClr val="333333"/>
                </a:solidFill>
                <a:latin typeface="Segoe UI" panose="020B0502040204020203" pitchFamily="34" charset="0"/>
                <a:ea typeface="+mn-ea"/>
                <a:cs typeface="Segoe UI" panose="020B0502040204020203" pitchFamily="34" charset="0"/>
              </a:rPr>
            </a:br>
            <a:br>
              <a:rPr lang="de-DE" sz="1100" dirty="0">
                <a:solidFill>
                  <a:srgbClr val="333333"/>
                </a:solidFill>
                <a:latin typeface="Segoe UI" panose="020B0502040204020203" pitchFamily="34" charset="0"/>
                <a:ea typeface="+mn-ea"/>
                <a:cs typeface="Segoe UI" panose="020B0502040204020203" pitchFamily="34" charset="0"/>
              </a:rPr>
            </a:br>
            <a:r>
              <a:rPr lang="de-DE" sz="1100" i="1" dirty="0">
                <a:latin typeface="Segoe UI" panose="020B0502040204020203" pitchFamily="34" charset="0"/>
                <a:cs typeface="Segoe UI" panose="020B0502040204020203" pitchFamily="34" charset="0"/>
              </a:rPr>
              <a:t>Boucher, M., Boucher, A., Wu, H.-Y., &amp; Stoiber, C., &amp; De-Jesus-Oliveira, V.-A. (2025). Primitive Datentypen. University of Applied Sciences St. Pölten (USTP). https://www.comixplain.cc</a:t>
            </a:r>
            <a:br>
              <a:rPr lang="de-DE" sz="1100" dirty="0">
                <a:solidFill>
                  <a:srgbClr val="333333"/>
                </a:solidFill>
                <a:latin typeface="Segoe UI" panose="020B0502040204020203" pitchFamily="34" charset="0"/>
                <a:ea typeface="+mn-ea"/>
                <a:cs typeface="Segoe UI" panose="020B0502040204020203" pitchFamily="34" charset="0"/>
              </a:rPr>
            </a:br>
            <a:br>
              <a:rPr lang="de-DE" sz="1100" b="1" dirty="0">
                <a:solidFill>
                  <a:srgbClr val="333333"/>
                </a:solidFill>
                <a:latin typeface="Segoe UI" panose="020B0502040204020203" pitchFamily="34" charset="0"/>
                <a:ea typeface="+mn-ea"/>
                <a:cs typeface="Segoe UI" panose="020B0502040204020203" pitchFamily="34" charset="0"/>
              </a:rPr>
            </a:br>
            <a:r>
              <a:rPr lang="de-DE" sz="1100" b="1" dirty="0">
                <a:solidFill>
                  <a:srgbClr val="333333"/>
                </a:solidFill>
                <a:latin typeface="Segoe UI" panose="020B0502040204020203" pitchFamily="34" charset="0"/>
                <a:ea typeface="+mn-ea"/>
                <a:cs typeface="Segoe UI" panose="020B0502040204020203" pitchFamily="34" charset="0"/>
              </a:rPr>
              <a:t>Dieser Comic wurde adaptiert von: </a:t>
            </a:r>
            <a:br>
              <a:rPr lang="de-DE" sz="1100" dirty="0">
                <a:solidFill>
                  <a:srgbClr val="333333"/>
                </a:solidFill>
                <a:latin typeface="Segoe UI" panose="020B0502040204020203" pitchFamily="34" charset="0"/>
                <a:ea typeface="+mn-ea"/>
                <a:cs typeface="Segoe UI" panose="020B0502040204020203" pitchFamily="34" charset="0"/>
              </a:rPr>
            </a:br>
            <a:br>
              <a:rPr lang="de-DE" sz="1100" dirty="0">
                <a:solidFill>
                  <a:srgbClr val="333333"/>
                </a:solidFill>
                <a:latin typeface="Segoe UI" panose="020B0502040204020203" pitchFamily="34" charset="0"/>
                <a:ea typeface="+mn-ea"/>
                <a:cs typeface="Segoe UI" panose="020B0502040204020203" pitchFamily="34" charset="0"/>
              </a:rPr>
            </a:b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Primitive Datentypen © 2024 by Comixplain Team: Victor-Adriel De-Jesus-Oliveira, Hsiang-Yun Wu, Christina Stoiber, Magdalena Boucher, and Alena Ertl, with illustrations by Magdalena Boucher and Alena Ertl, all employed by Sankt Pölten University of Applied Sciences is licensed under</a:t>
            </a:r>
            <a:r>
              <a:rPr lang="de-DE" sz="1100" dirty="0">
                <a:solidFill>
                  <a:srgbClr val="333333"/>
                </a:solidFill>
                <a:latin typeface="Segoe UI" panose="020B0502040204020203" pitchFamily="34" charset="0"/>
                <a:ea typeface="+mn-ea"/>
                <a:cs typeface="Segoe UI" panose="020B0502040204020203" pitchFamily="34" charset="0"/>
              </a:rPr>
              <a:t>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2" name="Textfeld 1">
            <a:extLst>
              <a:ext uri="{FF2B5EF4-FFF2-40B4-BE49-F238E27FC236}">
                <a16:creationId xmlns:a16="http://schemas.microsoft.com/office/drawing/2014/main" id="{89F2ED5B-4D3A-909F-C9E6-DFD2EB1B4563}"/>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Quellen:</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Knudsen, J., &amp; Niemeyer, P. (2005). Learning Java. O'Reilly.</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Mughal</a:t>
            </a:r>
            <a:r>
              <a:rPr lang="de-AT" sz="1100" dirty="0">
                <a:latin typeface="Segoe UI" panose="020B0502040204020203" pitchFamily="34" charset="0"/>
                <a:cs typeface="Segoe UI" panose="020B0502040204020203" pitchFamily="34" charset="0"/>
              </a:rPr>
              <a:t>, K. A., &amp; Rasmussen, R. W. (2003). A </a:t>
            </a:r>
            <a:r>
              <a:rPr lang="de-AT" sz="1100" dirty="0" err="1">
                <a:latin typeface="Segoe UI" panose="020B0502040204020203" pitchFamily="34" charset="0"/>
                <a:cs typeface="Segoe UI" panose="020B0502040204020203" pitchFamily="34" charset="0"/>
              </a:rPr>
              <a:t>programmer's</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guide</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to</a:t>
            </a:r>
            <a:r>
              <a:rPr lang="de-AT" sz="1100" dirty="0">
                <a:latin typeface="Segoe UI" panose="020B0502040204020203" pitchFamily="34" charset="0"/>
                <a:cs typeface="Segoe UI" panose="020B0502040204020203" pitchFamily="34" charset="0"/>
              </a:rPr>
              <a:t> Java </a:t>
            </a:r>
            <a:r>
              <a:rPr lang="de-AT" sz="1100" dirty="0" err="1">
                <a:latin typeface="Segoe UI" panose="020B0502040204020203" pitchFamily="34" charset="0"/>
                <a:cs typeface="Segoe UI" panose="020B0502040204020203" pitchFamily="34" charset="0"/>
              </a:rPr>
              <a:t>certification</a:t>
            </a:r>
            <a:r>
              <a:rPr lang="de-AT" sz="1100" dirty="0">
                <a:latin typeface="Segoe UI" panose="020B0502040204020203" pitchFamily="34" charset="0"/>
                <a:cs typeface="Segoe UI" panose="020B0502040204020203" pitchFamily="34" charset="0"/>
              </a:rPr>
              <a:t>: a </a:t>
            </a:r>
            <a:r>
              <a:rPr lang="de-AT" sz="1100" dirty="0" err="1">
                <a:latin typeface="Segoe UI" panose="020B0502040204020203" pitchFamily="34" charset="0"/>
                <a:cs typeface="Segoe UI" panose="020B0502040204020203" pitchFamily="34" charset="0"/>
              </a:rPr>
              <a:t>comprehensive</a:t>
            </a:r>
            <a:r>
              <a:rPr lang="de-AT" sz="1100" dirty="0">
                <a:latin typeface="Segoe UI" panose="020B0502040204020203" pitchFamily="34" charset="0"/>
                <a:cs typeface="Segoe UI" panose="020B0502040204020203" pitchFamily="34" charset="0"/>
              </a:rPr>
              <a:t> primer. Addison-Wesley Professional.</a:t>
            </a: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6" ma:contentTypeDescription="Ein neues Dokument erstellen." ma:contentTypeScope="" ma:versionID="a5f25a2d2f3966261c4134713dfa4526">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3bd5b08873ef7f837dc9b940f7d80505"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372B3F-CE2E-42EC-9979-028DA50166FC}">
  <ds:schemaRefs>
    <ds:schemaRef ds:uri="http://schemas.openxmlformats.org/package/2006/metadata/core-properties"/>
    <ds:schemaRef ds:uri="http://purl.org/dc/dcmitype/"/>
    <ds:schemaRef ds:uri="da1b7603-f8b8-47c9-9682-dc6aa8e9acd7"/>
    <ds:schemaRef ds:uri="http://purl.org/dc/terms/"/>
    <ds:schemaRef ds:uri="http://schemas.microsoft.com/office/2006/documentManagement/types"/>
    <ds:schemaRef ds:uri="http://schemas.microsoft.com/office/infopath/2007/PartnerControls"/>
    <ds:schemaRef ds:uri="http://purl.org/dc/elements/1.1/"/>
    <ds:schemaRef ds:uri="94bcf745-830c-42f4-885c-a1d7342e6e36"/>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816038F4-9D2E-44CB-8650-29FEE361B382}">
  <ds:schemaRefs>
    <ds:schemaRef ds:uri="http://schemas.microsoft.com/sharepoint/v3/contenttype/forms"/>
  </ds:schemaRefs>
</ds:datastoreItem>
</file>

<file path=customXml/itemProps3.xml><?xml version="1.0" encoding="utf-8"?>
<ds:datastoreItem xmlns:ds="http://schemas.openxmlformats.org/officeDocument/2006/customXml" ds:itemID="{61B7807C-2FB0-471B-AB15-9D40218559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20</TotalTime>
  <Words>796</Words>
  <Application>Microsoft Office PowerPoint</Application>
  <PresentationFormat>A4 Paper (210x297 mm)</PresentationFormat>
  <Paragraphs>86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 Light</vt:lpstr>
      <vt:lpstr>Pangolin</vt:lpstr>
      <vt:lpstr>Calibri</vt:lpstr>
      <vt:lpstr>Segoe UI</vt:lpstr>
      <vt:lpstr>Arial</vt:lpstr>
      <vt:lpstr>Office</vt:lpstr>
      <vt:lpstr>Primitive Datentypen</vt:lpstr>
      <vt:lpstr>PowerPoint Presentation</vt:lpstr>
      <vt:lpstr>Oh, du musst die neue Aushilfe sein, von der der Chef erzählt hat!</vt:lpstr>
      <vt:lpstr>Hier sind die verschiedenen Containergrößen, die wir haben. Keine Sorgen, mach dir voerst nicht zuviele Gedanken über die exakten Zahlenbereiche.</vt:lpstr>
      <vt:lpstr>Nur ein Teil davon würde hineinpassen.</vt:lpstr>
      <vt:lpstr>So, das ist mal alles, das du Wissen musst, um hier zurecht zu kommen. Dann wünsch ich dir mal gutes Gelingen an deinem ersten Ta-</vt:lpstr>
      <vt:lpstr>Wie man dieses Dokument zitiert:  Boucher, M., Boucher, A., Wu, H.-Y., &amp; Stoiber, C., &amp; De-Jesus-Oliveira, V.-A. (2025). Primitive Datentypen. University of Applied Sciences St. Pölten (USTP). https://www.comixplain.cc  Dieser Comic wurde adaptiert von:   Primitive Datentypen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Primitive Datentypen</dc:title>
  <dc:creator>Boucher Magdalena</dc:creator>
  <cp:lastModifiedBy>de-Jesus-Oliveira Victor-Adriel</cp:lastModifiedBy>
  <cp:revision>34</cp:revision>
  <dcterms:created xsi:type="dcterms:W3CDTF">2022-09-19T11:21:57Z</dcterms:created>
  <dcterms:modified xsi:type="dcterms:W3CDTF">2025-11-08T14:22:17Z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
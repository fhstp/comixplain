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86" r:id="rId11"/>
    <p:sldId id="268" r:id="rId12"/>
  </p:sldIdLst>
  <p:sldSz cx="6858000" cy="9906000" type="A4"/>
  <p:notesSz cx="6858000" cy="9144000"/>
  <p:embeddedFontLst>
    <p:embeddedFont>
      <p:font typeface="Pangolin" panose="00000500000000000000" pitchFamily="2" charset="0"/>
      <p:regular r:id="rId13"/>
    </p:embeddedFont>
    <p:embeddedFont>
      <p:font typeface="Segoe UI" panose="020B0502040204020203" pitchFamily="34" charset="0"/>
      <p:regular r:id="rId14"/>
      <p:bold r:id="rId15"/>
      <p:italic r:id="rId16"/>
      <p:boldItalic r:id="rId1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60EC56-F4F5-4B9D-88D7-CDCF5F268C3D}" v="14" dt="2025-11-07T18:11:11.1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6374" autoAdjust="0"/>
  </p:normalViewPr>
  <p:slideViewPr>
    <p:cSldViewPr snapToGrid="0">
      <p:cViewPr varScale="1">
        <p:scale>
          <a:sx n="74" d="100"/>
          <a:sy n="74" d="100"/>
        </p:scale>
        <p:origin x="3174" y="78"/>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font" Target="fonts/font3.fntdata"/><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undo custSel addSld delSld modSld">
      <pc:chgData name="de-Jesus-Oliveira Victor-Adriel" userId="a708fc36-3c1b-42ab-b5e9-2e1fa3c6605e" providerId="ADAL" clId="{39AA12F0-CB51-4D67-A3A6-7C3EC2C345CA}" dt="2025-11-07T18:20:02.190" v="56" actId="729"/>
      <pc:docMkLst>
        <pc:docMk/>
      </pc:docMkLst>
      <pc:sldChg chg="modSp mod">
        <pc:chgData name="de-Jesus-Oliveira Victor-Adriel" userId="a708fc36-3c1b-42ab-b5e9-2e1fa3c6605e" providerId="ADAL" clId="{39AA12F0-CB51-4D67-A3A6-7C3EC2C345CA}" dt="2025-11-07T18:19:19.138" v="54" actId="1076"/>
        <pc:sldMkLst>
          <pc:docMk/>
          <pc:sldMk cId="3278654172" sldId="261"/>
        </pc:sldMkLst>
        <pc:picChg chg="mod">
          <ac:chgData name="de-Jesus-Oliveira Victor-Adriel" userId="a708fc36-3c1b-42ab-b5e9-2e1fa3c6605e" providerId="ADAL" clId="{39AA12F0-CB51-4D67-A3A6-7C3EC2C345CA}" dt="2025-11-07T18:19:19.138" v="54" actId="1076"/>
          <ac:picMkLst>
            <pc:docMk/>
            <pc:sldMk cId="3278654172" sldId="261"/>
            <ac:picMk id="37" creationId="{9AD545ED-18FB-D098-165F-D16B63FDFBA4}"/>
          </ac:picMkLst>
        </pc:picChg>
        <pc:picChg chg="mod">
          <ac:chgData name="de-Jesus-Oliveira Victor-Adriel" userId="a708fc36-3c1b-42ab-b5e9-2e1fa3c6605e" providerId="ADAL" clId="{39AA12F0-CB51-4D67-A3A6-7C3EC2C345CA}" dt="2025-11-07T18:19:18.937" v="53" actId="1076"/>
          <ac:picMkLst>
            <pc:docMk/>
            <pc:sldMk cId="3278654172" sldId="261"/>
            <ac:picMk id="39" creationId="{5EBABF5D-946F-A110-2AA8-21D53264EB7C}"/>
          </ac:picMkLst>
        </pc:picChg>
      </pc:sldChg>
      <pc:sldChg chg="modSp mod">
        <pc:chgData name="de-Jesus-Oliveira Victor-Adriel" userId="a708fc36-3c1b-42ab-b5e9-2e1fa3c6605e" providerId="ADAL" clId="{39AA12F0-CB51-4D67-A3A6-7C3EC2C345CA}" dt="2025-11-07T18:18:47.934" v="46" actId="1076"/>
        <pc:sldMkLst>
          <pc:docMk/>
          <pc:sldMk cId="631229544" sldId="262"/>
        </pc:sldMkLst>
        <pc:picChg chg="mod">
          <ac:chgData name="de-Jesus-Oliveira Victor-Adriel" userId="a708fc36-3c1b-42ab-b5e9-2e1fa3c6605e" providerId="ADAL" clId="{39AA12F0-CB51-4D67-A3A6-7C3EC2C345CA}" dt="2025-11-07T18:18:47.934" v="46" actId="1076"/>
          <ac:picMkLst>
            <pc:docMk/>
            <pc:sldMk cId="631229544" sldId="262"/>
            <ac:picMk id="15" creationId="{0A767FE3-155B-8ADF-54C8-6254F7B2B2E9}"/>
          </ac:picMkLst>
        </pc:picChg>
      </pc:sldChg>
      <pc:sldChg chg="addSp delSp modSp mod">
        <pc:chgData name="de-Jesus-Oliveira Victor-Adriel" userId="a708fc36-3c1b-42ab-b5e9-2e1fa3c6605e" providerId="ADAL" clId="{39AA12F0-CB51-4D67-A3A6-7C3EC2C345CA}" dt="2025-11-07T17:56:04.035" v="23" actId="20577"/>
        <pc:sldMkLst>
          <pc:docMk/>
          <pc:sldMk cId="4264380333" sldId="267"/>
        </pc:sldMkLst>
        <pc:spChg chg="mod">
          <ac:chgData name="de-Jesus-Oliveira Victor-Adriel" userId="a708fc36-3c1b-42ab-b5e9-2e1fa3c6605e" providerId="ADAL" clId="{39AA12F0-CB51-4D67-A3A6-7C3EC2C345CA}" dt="2025-11-07T17:51:26.693" v="14"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50:01.639" v="2" actId="478"/>
          <ac:spMkLst>
            <pc:docMk/>
            <pc:sldMk cId="4264380333" sldId="267"/>
            <ac:spMk id="3" creationId="{E8304AF5-3DCF-DCDF-0309-96D7F25F7A37}"/>
          </ac:spMkLst>
        </pc:spChg>
        <pc:spChg chg="add mod">
          <ac:chgData name="de-Jesus-Oliveira Victor-Adriel" userId="a708fc36-3c1b-42ab-b5e9-2e1fa3c6605e" providerId="ADAL" clId="{39AA12F0-CB51-4D67-A3A6-7C3EC2C345CA}" dt="2025-11-07T17:51:36.091" v="15"/>
          <ac:spMkLst>
            <pc:docMk/>
            <pc:sldMk cId="4264380333" sldId="267"/>
            <ac:spMk id="7" creationId="{2E83E9FC-E499-1930-D33C-97C7B738D815}"/>
          </ac:spMkLst>
        </pc:spChg>
        <pc:spChg chg="add mod">
          <ac:chgData name="de-Jesus-Oliveira Victor-Adriel" userId="a708fc36-3c1b-42ab-b5e9-2e1fa3c6605e" providerId="ADAL" clId="{39AA12F0-CB51-4D67-A3A6-7C3EC2C345CA}" dt="2025-11-07T17:56:04.035" v="23" actId="20577"/>
          <ac:spMkLst>
            <pc:docMk/>
            <pc:sldMk cId="4264380333" sldId="267"/>
            <ac:spMk id="11" creationId="{FBF6FDDD-621A-C0E9-B008-FB7474A2299E}"/>
          </ac:spMkLst>
        </pc:spChg>
        <pc:grpChg chg="add mod">
          <ac:chgData name="de-Jesus-Oliveira Victor-Adriel" userId="a708fc36-3c1b-42ab-b5e9-2e1fa3c6605e" providerId="ADAL" clId="{39AA12F0-CB51-4D67-A3A6-7C3EC2C345CA}" dt="2025-11-07T17:51:36.091" v="15"/>
          <ac:grpSpMkLst>
            <pc:docMk/>
            <pc:sldMk cId="4264380333" sldId="267"/>
            <ac:grpSpMk id="8" creationId="{A33650C4-C1AF-A3D1-8C18-2C200715B3A7}"/>
          </ac:grpSpMkLst>
        </pc:grpChg>
        <pc:grpChg chg="add mod">
          <ac:chgData name="de-Jesus-Oliveira Victor-Adriel" userId="a708fc36-3c1b-42ab-b5e9-2e1fa3c6605e" providerId="ADAL" clId="{39AA12F0-CB51-4D67-A3A6-7C3EC2C345CA}" dt="2025-11-07T17:51:36.091" v="15"/>
          <ac:grpSpMkLst>
            <pc:docMk/>
            <pc:sldMk cId="4264380333" sldId="267"/>
            <ac:grpSpMk id="12" creationId="{C6E2FE12-FB3C-C595-B3BA-D03B24273622}"/>
          </ac:grpSpMkLst>
        </pc:grpChg>
        <pc:picChg chg="del">
          <ac:chgData name="de-Jesus-Oliveira Victor-Adriel" userId="a708fc36-3c1b-42ab-b5e9-2e1fa3c6605e" providerId="ADAL" clId="{39AA12F0-CB51-4D67-A3A6-7C3EC2C345CA}" dt="2025-11-07T17:49:59.793" v="0"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50:00.412" v="1" actId="478"/>
          <ac:picMkLst>
            <pc:docMk/>
            <pc:sldMk cId="4264380333" sldId="267"/>
            <ac:picMk id="5" creationId="{D20419B1-EEF6-9474-0B8C-DF24A90F2A05}"/>
          </ac:picMkLst>
        </pc:picChg>
        <pc:picChg chg="add mod">
          <ac:chgData name="de-Jesus-Oliveira Victor-Adriel" userId="a708fc36-3c1b-42ab-b5e9-2e1fa3c6605e" providerId="ADAL" clId="{39AA12F0-CB51-4D67-A3A6-7C3EC2C345CA}" dt="2025-11-07T17:51:36.091" v="15"/>
          <ac:picMkLst>
            <pc:docMk/>
            <pc:sldMk cId="4264380333" sldId="267"/>
            <ac:picMk id="6" creationId="{B54F2A74-32F2-D512-B6FB-BCAA97E7F8B6}"/>
          </ac:picMkLst>
        </pc:picChg>
        <pc:picChg chg="mod">
          <ac:chgData name="de-Jesus-Oliveira Victor-Adriel" userId="a708fc36-3c1b-42ab-b5e9-2e1fa3c6605e" providerId="ADAL" clId="{39AA12F0-CB51-4D67-A3A6-7C3EC2C345CA}" dt="2025-11-07T17:51:36.091" v="15"/>
          <ac:picMkLst>
            <pc:docMk/>
            <pc:sldMk cId="4264380333" sldId="267"/>
            <ac:picMk id="9" creationId="{BB16477D-A818-BDCB-B036-6AFB82A578E8}"/>
          </ac:picMkLst>
        </pc:picChg>
        <pc:picChg chg="mod">
          <ac:chgData name="de-Jesus-Oliveira Victor-Adriel" userId="a708fc36-3c1b-42ab-b5e9-2e1fa3c6605e" providerId="ADAL" clId="{39AA12F0-CB51-4D67-A3A6-7C3EC2C345CA}" dt="2025-11-07T17:51:36.091" v="15"/>
          <ac:picMkLst>
            <pc:docMk/>
            <pc:sldMk cId="4264380333" sldId="267"/>
            <ac:picMk id="10" creationId="{3B227997-E8E4-BAB6-F01D-FA08FAA0509A}"/>
          </ac:picMkLst>
        </pc:picChg>
        <pc:picChg chg="mod">
          <ac:chgData name="de-Jesus-Oliveira Victor-Adriel" userId="a708fc36-3c1b-42ab-b5e9-2e1fa3c6605e" providerId="ADAL" clId="{39AA12F0-CB51-4D67-A3A6-7C3EC2C345CA}" dt="2025-11-07T17:51:36.091" v="15"/>
          <ac:picMkLst>
            <pc:docMk/>
            <pc:sldMk cId="4264380333" sldId="267"/>
            <ac:picMk id="13" creationId="{CDB72F5E-11CC-B294-1DF3-4B4A9B969A16}"/>
          </ac:picMkLst>
        </pc:picChg>
        <pc:picChg chg="mod">
          <ac:chgData name="de-Jesus-Oliveira Victor-Adriel" userId="a708fc36-3c1b-42ab-b5e9-2e1fa3c6605e" providerId="ADAL" clId="{39AA12F0-CB51-4D67-A3A6-7C3EC2C345CA}" dt="2025-11-07T17:51:36.091" v="15"/>
          <ac:picMkLst>
            <pc:docMk/>
            <pc:sldMk cId="4264380333" sldId="267"/>
            <ac:picMk id="14" creationId="{CA252F6F-C0BF-0AF0-AB8B-E3E1A9EB8FEC}"/>
          </ac:picMkLst>
        </pc:picChg>
        <pc:picChg chg="mod">
          <ac:chgData name="de-Jesus-Oliveira Victor-Adriel" userId="a708fc36-3c1b-42ab-b5e9-2e1fa3c6605e" providerId="ADAL" clId="{39AA12F0-CB51-4D67-A3A6-7C3EC2C345CA}" dt="2025-11-07T17:51:36.091" v="15"/>
          <ac:picMkLst>
            <pc:docMk/>
            <pc:sldMk cId="4264380333" sldId="267"/>
            <ac:picMk id="15" creationId="{913C1B5A-20D0-ADB6-8363-D2CD540E41DF}"/>
          </ac:picMkLst>
        </pc:picChg>
      </pc:sldChg>
      <pc:sldChg chg="addSp modSp mod">
        <pc:chgData name="de-Jesus-Oliveira Victor-Adriel" userId="a708fc36-3c1b-42ab-b5e9-2e1fa3c6605e" providerId="ADAL" clId="{39AA12F0-CB51-4D67-A3A6-7C3EC2C345CA}" dt="2025-11-07T18:06:39.807" v="40"/>
        <pc:sldMkLst>
          <pc:docMk/>
          <pc:sldMk cId="171183961" sldId="268"/>
        </pc:sldMkLst>
        <pc:spChg chg="mod">
          <ac:chgData name="de-Jesus-Oliveira Victor-Adriel" userId="a708fc36-3c1b-42ab-b5e9-2e1fa3c6605e" providerId="ADAL" clId="{39AA12F0-CB51-4D67-A3A6-7C3EC2C345CA}" dt="2025-11-07T18:06:39.807" v="40"/>
          <ac:spMkLst>
            <pc:docMk/>
            <pc:sldMk cId="171183961" sldId="268"/>
            <ac:spMk id="3" creationId="{6F30592E-2B59-53F6-00A7-302C7D36EEC3}"/>
          </ac:spMkLst>
        </pc:spChg>
        <pc:picChg chg="add mod ord">
          <ac:chgData name="de-Jesus-Oliveira Victor-Adriel" userId="a708fc36-3c1b-42ab-b5e9-2e1fa3c6605e" providerId="ADAL" clId="{39AA12F0-CB51-4D67-A3A6-7C3EC2C345CA}" dt="2025-11-07T18:01:25.791" v="30" actId="167"/>
          <ac:picMkLst>
            <pc:docMk/>
            <pc:sldMk cId="171183961" sldId="268"/>
            <ac:picMk id="4" creationId="{29990C19-6EC2-B88C-1A2A-55EA9D63707D}"/>
          </ac:picMkLst>
        </pc:picChg>
      </pc:sldChg>
      <pc:sldChg chg="del">
        <pc:chgData name="de-Jesus-Oliveira Victor-Adriel" userId="a708fc36-3c1b-42ab-b5e9-2e1fa3c6605e" providerId="ADAL" clId="{39AA12F0-CB51-4D67-A3A6-7C3EC2C345CA}" dt="2025-11-07T17:59:05.277" v="25" actId="47"/>
        <pc:sldMkLst>
          <pc:docMk/>
          <pc:sldMk cId="3240356758" sldId="282"/>
        </pc:sldMkLst>
      </pc:sldChg>
      <pc:sldChg chg="modSp mod">
        <pc:chgData name="de-Jesus-Oliveira Victor-Adriel" userId="a708fc36-3c1b-42ab-b5e9-2e1fa3c6605e" providerId="ADAL" clId="{39AA12F0-CB51-4D67-A3A6-7C3EC2C345CA}" dt="2025-11-07T18:11:03.605" v="44" actId="14100"/>
        <pc:sldMkLst>
          <pc:docMk/>
          <pc:sldMk cId="313680254" sldId="285"/>
        </pc:sldMkLst>
        <pc:spChg chg="mod">
          <ac:chgData name="de-Jesus-Oliveira Victor-Adriel" userId="a708fc36-3c1b-42ab-b5e9-2e1fa3c6605e" providerId="ADAL" clId="{39AA12F0-CB51-4D67-A3A6-7C3EC2C345CA}" dt="2025-11-07T18:11:03.605" v="44" actId="14100"/>
          <ac:spMkLst>
            <pc:docMk/>
            <pc:sldMk cId="313680254" sldId="285"/>
            <ac:spMk id="4" creationId="{82B15DD6-0713-4687-9E23-12B35F8AE7CE}"/>
          </ac:spMkLst>
        </pc:spChg>
      </pc:sldChg>
      <pc:sldChg chg="add mod setBg modShow">
        <pc:chgData name="de-Jesus-Oliveira Victor-Adriel" userId="a708fc36-3c1b-42ab-b5e9-2e1fa3c6605e" providerId="ADAL" clId="{39AA12F0-CB51-4D67-A3A6-7C3EC2C345CA}" dt="2025-11-07T18:20:02.190" v="56" actId="729"/>
        <pc:sldMkLst>
          <pc:docMk/>
          <pc:sldMk cId="387239377" sldId="28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1:23.841"/>
    </inkml:context>
    <inkml:brush xml:id="br0">
      <inkml:brushProperty name="width" value="0.35" units="cm"/>
      <inkml:brushProperty name="height" value="0.35" units="cm"/>
      <inkml:brushProperty name="color" value="#FFFFFF"/>
    </inkml:brush>
  </inkml:definitions>
  <inkml:trace contextRef="#ctx0" brushRef="#br0">165 20 24575,'-141'0'0,"140"0"0,1 0 0,-1 0 0,0 0 0,0 0 0,0 0 0,0 0 0,0 0 0,0 0 0,0 1 0,1-1 0,-1 0 0,0 0 0,0 1 0,0-1 0,0 1 0,1-1 0,-1 1 0,0-1 0,0 1 0,1-1 0,-1 1 0,1 0 0,-1-1 0,0 1 0,1 0 0,-1 0 0,1-1 0,-1 1 0,1 0 0,0 0 0,-1 0 0,1-1 0,0 1 0,0 0 0,-1 0 0,1 0 0,0 0 0,0 1 0,0 0 0,1-1 0,-1 1 0,1-1 0,0 0 0,-1 1 0,1-1 0,0 0 0,0 0 0,0 1 0,0-1 0,0 0 0,0 0 0,0 0 0,0 0 0,0 0 0,0 0 0,1-1 0,-1 1 0,0 0 0,1-1 0,-1 1 0,1 0 0,1-1 0,6 3 0,0-1 0,1 0 0,-1-1 0,1 0 0,0-1 0,-1 0 0,1 0 0,0-1 0,12-3 0,7-3 0,47-18 0,-56 17 0,-1 1 0,1 1 0,0 1 0,1 1 0,36-4 0,150 10-1365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2.821"/>
    </inkml:context>
    <inkml:brush xml:id="br0">
      <inkml:brushProperty name="width" value="0.2" units="cm"/>
      <inkml:brushProperty name="height" value="0.2" units="cm"/>
      <inkml:brushProperty name="color" value="#FFFFFF"/>
    </inkml:brush>
  </inkml:definitions>
  <inkml:trace contextRef="#ctx0" brushRef="#br0">108 107 24575,'-47'-23'0,"9"1"0,36 21 0,1 1 0,0-1 0,-1 0 0,1 0 0,0 0 0,0 0 0,-1 0 0,1 0 0,0 0 0,0 0 0,0 0 0,0 0 0,0-1 0,1 1 0,-1 0 0,0-1 0,1 1 0,-1 0 0,1-1 0,-1 1 0,1-1 0,-1 1 0,1-1 0,0-2 0,3 2 0,0 0 0,0 0 0,0 0 0,1 0 0,-1 1 0,0 0 0,1-1 0,-1 1 0,1 1 0,0-1 0,-1 0 0,8 0 0,3-1 0,7-2-235,-1 1 1,1 1-1,40 2 0,-53 0-191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26.122"/>
    </inkml:context>
    <inkml:brush xml:id="br0">
      <inkml:brushProperty name="width" value="0.05" units="cm"/>
      <inkml:brushProperty name="height" value="0.05" units="cm"/>
      <inkml:brushProperty name="color" value="#FFFFFF"/>
    </inkml:brush>
  </inkml:definitions>
  <inkml:trace contextRef="#ctx0" brushRef="#br0">173 152 24575,'-3'0'0,"1"-1"0,-1 1 0,1 0 0,-1-1 0,0 0 0,1 1 0,-1-1 0,1 0 0,0 0 0,-1-1 0,1 1 0,0 0 0,0-1 0,0 0 0,0 1 0,0-1 0,-2-2 0,-27-39 0,9 9 0,21 34 0,1 0 0,0 0 0,0 0 0,0 0 0,0 0 0,0 0 0,0 0 0,0 0 0,-1 0 0,1 0 0,0 0 0,0 0 0,0 0 0,0 0 0,0 0 0,0 0 0,-1 0 0,1 0 0,0 0 0,0 0 0,0 0 0,0 0 0,0 0 0,0 0 0,0 0 0,-1 0 0,1 0 0,0 0 0,0 0 0,0 0 0,0 0 0,0 1 0,0-1 0,0 0 0,0 0 0,0 0 0,0 0 0,-1 0 0,1 0 0,0 0 0,0 1 0,0-1 0,0 0 0,0 0 0,0 0 0,0 0 0,0 0 0,0 0 0,0 0 0,0 1 0,0-1 0,0 0 0,0 0 0,0 0 0,0 0 0,0 0 0,0 0 0,0 1 0,1-1 0,-1 0 0,0 0 0,0 0 0,0 0 0,0 0 0,0 0 0,0 19 0,-2 8 0,-3-25 0,-3-17 0,2 0 0,0 5 0,-1 28 0,-13-52 0,20 33 0,-1 0 0,1 0 0,-1 1 0,1-1 0,0 0 0,-1 0 0,1 0 0,0 1 0,0-1 0,-1 0 0,1 0 0,0 0 0,0 0 0,0 0 0,0 0 0,0 1 0,0-1 0,0 0 0,1 0 0,-1 0 0,0 0 0,0 0 0,1 1 0,-1-1 0,0 0 0,1 0 0,-1 1 0,1-1 0,-1 0 0,1 0 0,-1 1 0,1-1 0,0 1 0,-1-1 0,1 0 0,0 1 0,-1-1 0,1 1 0,0-1 0,0 1 0,0 0 0,-1-1 0,1 1 0,0 0 0,0 0 0,0 0 0,0-1 0,0 1 0,-1 0 0,1 0 0,0 0 0,0 0 0,0 0 0,0 1 0,0-1 0,0 0 0,-1 0 0,1 0 0,1 1 0,15 3 0,-13-3 0,-1 0 0,1 1 0,0-2 0,-1 1 0,1 0 0,0-1 0,0 1 0,0-1 0,0 0 0,0-1 0,0 1 0,-1-1 0,1 1 0,5-3 0,-57-14 0,44 16-85,0-1 0,0 1-1,0 0 1,0 0 0,0 0-1,-1 1 1,1-1 0,0 1-1,0 0 1,0 0 0,-1 1-1,1-1 1,0 1 0,0 0-1,-7 2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07.651"/>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0.161"/>
    </inkml:context>
    <inkml:brush xml:id="br0">
      <inkml:brushProperty name="width" value="0.2" units="cm"/>
      <inkml:brushProperty name="height" value="0.2" units="cm"/>
      <inkml:brushProperty name="color" value="#FFFFFF"/>
    </inkml:brush>
  </inkml:definitions>
  <inkml:trace contextRef="#ctx0" brushRef="#br0">0 0 24575,'3'0'0,"3"0"0,1 0 0,2 0 0,0 0 0,0 0 0,1 0 0,-1 0 0,0 0 0,2 0 0,0 0 0,-1 0 0,1 0 0,-1 0 0,-1 0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1.393"/>
    </inkml:context>
    <inkml:brush xml:id="br0">
      <inkml:brushProperty name="width" value="0.05" units="cm"/>
      <inkml:brushProperty name="height" value="0.05" units="cm"/>
      <inkml:brushProperty name="color" value="#FFFFFF"/>
    </inkml:brush>
  </inkml:definitions>
  <inkml:trace contextRef="#ctx0" brushRef="#br0">0 39 24575,'35'5'0,"-34"-5"0,1 0 0,-1 1 0,0-1 0,0 1 0,0 0 0,-1-1 0,1 1 0,0 0 0,0-1 0,0 1 0,0 0 0,-1 0 0,1 0 0,0 0 0,-1 0 0,1-1 0,0 1 0,-1 0 0,1 1 0,-1-1 0,0 0 0,1 0 0,-1 0 0,0 0 0,0 0 0,0 0 0,0 0 0,0 0 0,0 2 0,-2-15 0,1 11 0,1 1 0,0-1 0,0 1 0,-1-1 0,1 1 0,0-1 0,0 1 0,0-1 0,0 1 0,0-1 0,0 0 0,0 1 0,0-1 0,0 1 0,0-1 0,0 1 0,0-1 0,0 0 0,0 1 0,1-1 0,-1 1 0,0-1 0,0 1 0,1-1 0,-1 1 0,0-1 0,1 1 0,-1-1 0,0 1 0,1 0 0,-1-1 0,1 1 0,-1-1 0,0 1 0,1 0 0,-1 0 0,1-1 0,-1 1 0,1 0 0,-1 0 0,1-1 0,0 1 0,-1 0 0,1 0 0,-1 0 0,1 0 0,10-6 0,29-12 0,-27 20 0,-13-1 0,0 0 0,1 0 0,-1 0 0,0-1 0,0 1 0,0 0 0,0 0 0,0 0 0,0 0 0,0 0 0,0 0 0,0 0 0,0 0 0,0 0 0,-1 0 0,1 0 0,0-1 0,-1 1 0,0 1 0,-1 3 0,0-1 0,0 1 0,-1-1 0,0 0 0,0 0 0,0 0 0,0 0 0,-1 0 0,1-1 0,-1 1 0,0-1 0,0 0 0,0-1 0,-1 1 0,1-1 0,0 1 0,-7 1 0,8-4 0,11-3 0,16-3 0,-21 6 0,-1 0 0,1-1 0,-1 1 0,1 0 0,-1-1 0,1 1 0,-1-1 0,1 0 0,-1 0 0,1 0 0,-1 0 0,0 0 0,0-1 0,1 1 0,-1-1 0,0 1 0,0-1 0,-1 0 0,1 0 0,0 0 0,0 0 0,-1 0 0,1 0 0,-1 0 0,0 0 0,0-1 0,0 1 0,0-1 0,0 1 0,0 0 0,-1-1 0,1 1 0,-1-1 0,1 0 0,-1 1 0,0-1 0,0 1 0,-1-1 0,1 1 0,0-1 0,-1 0 0,0-2 0,-8-9-1365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6.611"/>
    </inkml:context>
    <inkml:brush xml:id="br0">
      <inkml:brushProperty name="width" value="0.05" units="cm"/>
      <inkml:brushProperty name="height" value="0.05" units="cm"/>
      <inkml:brushProperty name="color" value="#FFFFFF"/>
    </inkml:brush>
  </inkml:definitions>
  <inkml:trace contextRef="#ctx0" brushRef="#br0">68 156 24575,'-2'-7'0,"0"0"0,0 0 0,1 0 0,0 0 0,0 0 0,0 0 0,1-1 0,0 1 0,2-12 0,-1 12 0,-21 28 0,19-20 0,1 0 0,-1 0 0,0-1 0,0 1 0,1 0 0,-1 0 0,0-1 0,0 1 0,0-1 0,0 1 0,0-1 0,0 1 0,0-1 0,0 0 0,0 1 0,0-1 0,0 0 0,0 0 0,0 0 0,0 0 0,0 0 0,0 0 0,0 0 0,0 0 0,0 0 0,0 0 0,-2-1 0,1-2 0,0 0 0,1 0 0,0 0 0,-1 0 0,1 0 0,0-1 0,1 1 0,-1 0 0,0-1 0,1 1 0,0 0 0,0-1 0,0 1 0,0 0 0,0-1 0,1 1 0,-1 0 0,3-5 0,-3 7 0,0-1 0,0 1 0,0 0 0,1-1 0,-1 1 0,1 0 0,-1-1 0,1 1 0,0 0 0,-1 0 0,1-1 0,0 1 0,0 0 0,0 0 0,0 0 0,0 0 0,0 0 0,0 0 0,0 1 0,0-1 0,0 0 0,0 0 0,1 1 0,-1-1 0,0 1 0,1-1 0,-1 1 0,0 0 0,1-1 0,-1 1 0,0 0 0,1 0 0,-1 0 0,0 0 0,1 0 0,-1 0 0,1 0 0,-1 0 0,0 1 0,1-1 0,-1 1 0,0-1 0,1 1 0,-1-1 0,2 2 0,7 3-119,-6-3 30,1 0 0,-1 0 0,0 1 0,0-1 0,0 1 0,0 0 0,0 0 0,0 1 0,-1-1 0,1 1 0,-1-1 0,0 1 0,4 6 0,-5-2-6737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8.801"/>
    </inkml:context>
    <inkml:brush xml:id="br0">
      <inkml:brushProperty name="width" value="0.05" units="cm"/>
      <inkml:brushProperty name="height" value="0.05" units="cm"/>
      <inkml:brushProperty name="color" value="#FFFFFF"/>
    </inkml:brush>
  </inkml:definitions>
  <inkml:trace contextRef="#ctx0" brushRef="#br0">18 106 24575,'-9'-23'0,"8"23"0,0-1 0,1 0 0,-1 1 0,1-1 0,-1 0 0,0 1 0,1-1 0,-1 0 0,1 0 0,0 0 0,-1 1 0,1-1 0,-1 0 0,1 0 0,0 0 0,0 0 0,0 0 0,-1 0 0,1 0 0,0 1 0,0-1 0,0 0 0,1 0 0,-1 0 0,0 0 0,0 0 0,0 0 0,1 0 0,-1 0 0,0 1 0,1-1 0,-1 0 0,0 0 0,1 0 0,0 1 0,-1-1 0,1 0 0,-1 0 0,1 1 0,0-1 0,-1 1 0,1-1 0,0 0 0,0 1 0,-1 0 0,1-1 0,0 1 0,0-1 0,1 1 0,2-2 0,0 0 0,0 0 0,0 0 0,0-1 0,-1 1 0,1-1 0,-1 0 0,0 0 0,0 0 0,4-6 0,3-2 0,-8 62 0,-2-50-4,0 2-132,0 1 0,0-1 0,0 1 0,0-1 0,-1 1-1,0-1 1,0 1 0,0-1 0,-2 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34.632"/>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0.022"/>
    </inkml:context>
    <inkml:brush xml:id="br0">
      <inkml:brushProperty name="width" value="0.05" units="cm"/>
      <inkml:brushProperty name="height" value="0.05" units="cm"/>
      <inkml:brushProperty name="color" value="#FFFFFF"/>
    </inkml:brush>
  </inkml:definitions>
  <inkml:trace contextRef="#ctx0" brushRef="#br0">125 58 24575,'-6'15'0,"-8"22"0,14-37 0,0 0 0,0 0 0,1 1 0,-2-1 0,1 0 0,0 0 0,0 0 0,0 0 0,0 0 0,0 0 0,0 1 0,0-1 0,0 0 0,0 0 0,0 0 0,0 0 0,0 0 0,0 0 0,0 0 0,0 1 0,0-1 0,0 0 0,0 0 0,-1 0 0,1 0 0,0 0 0,0 0 0,0 0 0,0 0 0,0 0 0,0 0 0,0 0 0,-1 0 0,1 0 0,0 0 0,0 0 0,0 0 0,0 0 0,0 0 0,0 0 0,-1 0 0,1 0 0,0 0 0,0 0 0,0 0 0,0 0 0,0 0 0,0 0 0,-1 0 0,1 0 0,0 0 0,0 0 0,0 0 0,0 0 0,0 0 0,0 0 0,0 0 0,0 0 0,0-1 0,-1 1 0,1 0 0,0 0 0,0 0 0,0 0 0,0 0 0,-2-25 0,0 7 0,-4 15 0,-12 25 0,6-8 0,7-27 0,1-7 0,4 20 0,-1 0 0,1-1 0,0 1 0,0 0 0,-1 0 0,1 0 0,0 0 0,-1-1 0,1 1 0,0 0 0,-1 0 0,1 0 0,0 0 0,-1 0 0,1 0 0,0 0 0,-1 0 0,1 0 0,0 0 0,-1 0 0,1 0 0,0 0 0,-1 0 0,1 0 0,0 0 0,0 0 0,-1 0 0,1 1 0,0-1 0,-1 0 0,1 0 0,0 0 0,0 0 0,-1 1 0,1-1 0,0 0 0,0 0 0,-1 1 0,1-1 0,0 0 0,0 0 0,0 1 0,-1-1 0,1 0 0,0 1 0,0-1 0,0 0 0,0 1 0,0-1 0,0 0 0,0 1 0,0-1 0,0 1 0,-8 10 0,-10 11 0,12-26 0,2-18 0,3 18 0,1 1 0,0-1 0,0 0 0,0 0 0,1 0 0,-1 0 0,1 0 0,0 1 0,0-1 0,0 0 0,1 1 0,-1-1 0,1 1 0,0-1 0,0 1 0,0 0 0,4-4 0,-5 5 0,1 1 0,0 0 0,-1 0 0,1 0 0,0 0 0,0 0 0,0 0 0,0 0 0,0 1 0,0-1 0,0 1 0,0-1 0,0 1 0,0 0 0,0 0 0,0 0 0,1 0 0,-1 0 0,0 0 0,0 1 0,0-1 0,0 1 0,0-1 0,0 1 0,0 0 0,0 0 0,0 0 0,-1 0 0,1 0 0,0 0 0,0 0 0,-1 1 0,3 1 0,-4-2 0,1 1 0,0-1 0,-1 0 0,1 0 0,-1 0 0,1 0 0,-1 1 0,0-1 0,0 0 0,1 1 0,-1-1 0,0 0 0,0 0 0,0 1 0,0-1 0,0 0 0,-1 1 0,1-1 0,0 0 0,-1 0 0,1 1 0,-1-1 0,1 0 0,-1 0 0,1 0 0,-1 0 0,0 0 0,0 0 0,1 0 0,-3 2 0,2-1 0,-1 0 0,1 1 0,0-1 0,0 1 0,0-1 0,0 1 0,0 0 0,1-1 0,-1 1 0,1 0 0,-1 3 0,3-1 0,0-1 0,-1 0 0,1 0 0,1 0 0,-1 0 0,1-1 0,-1 1 0,1-1 0,0 1 0,0-1 0,1 0 0,-1 0 0,1 0 0,-1-1 0,1 1 0,0-1 0,0 0 0,0 0 0,0 0 0,0 0 0,1-1 0,-1 0 0,0 0 0,7 1 0,-6-1 0,1 1 0,-1-1 0,0-1 0,0 1 0,1-1 0,-1 0 0,0 0 0,1 0 0,-1-1 0,0 0 0,0 0 0,0 0 0,1-1 0,-1 1 0,-1-1 0,1-1 0,0 1 0,0-1 0,-1 1 0,8-7 0,-12 9 0,1-1 0,0 0 0,0 1 0,-1-1 0,1 0 0,0 1 0,-1-1 0,1 0 0,-1 0 0,1 0 0,-1 1 0,1-1 0,-1 0 0,0 0 0,1 0 0,-1 0 0,0 0 0,0 0 0,0 0 0,0 0 0,0 0 0,0 0 0,0 0 0,0 0 0,0 0 0,0 0 0,0 1 0,-1-1 0,1 0 0,0 0 0,-1-2 0,-1 2 0,0-1 0,1 1 0,-1 0 0,0 0 0,0 0 0,0 0 0,0 0 0,0 0 0,0 0 0,0 1 0,0-1 0,0 1 0,-3-1 0,-9-1 0,0 1 0,1 1 0,-19 1 0,32-1 0,-1 0 0,0 0 0,0 0 0,0 0 0,0 0 0,0 0 0,0 0 0,0 1 0,0-1 0,1 0 0,-1 1 0,0-1 0,0 0 0,0 1 0,1-1 0,-1 1 0,0-1 0,0 1 0,1-1 0,-1 1 0,0 0 0,1-1 0,-2 2 0,2-1 0,0 0 0,0 0 0,1-1 0,-1 1 0,0 0 0,0 0 0,0-1 0,0 1 0,1 0 0,-1 0 0,0-1 0,1 1 0,-1 0 0,1-1 0,-1 1 0,0 0 0,1-1 0,0 1 0,-1-1 0,2 2 0,1 1 0,1 0 0,0 0 0,0 0 0,0 0 0,1-1 0,-1 1 0,6 1 0,0-2 0,0 0 0,0 0 0,0-1 0,14 0 0,-21-1 0,-1 0 0,0 0 0,0-1 0,0 1 0,0 0 0,0-1 0,0 0 0,0 1 0,0-1 0,0 0 0,0 0 0,3-2 0,-5 2 0,1 1 0,0-1 0,-1 0 0,1 0 0,-1 0 0,1 0 0,-1 1 0,1-1 0,-1 0 0,0 0 0,1 0 0,-1 0 0,0 0 0,0 0 0,0 0 0,0 0 0,0 0 0,0 0 0,0 0 0,0 0 0,0 0 0,0 0 0,-1 0 0,1 0 0,0 0 0,-1 0 0,1 0 0,-1-1 0,-1 0 0,0 0 0,1-1 0,-1 1 0,-1 0 0,1 0 0,0 1 0,0-1 0,-1 0 0,1 1 0,-1-1 0,1 1 0,-1 0 0,0 0 0,0 0 0,1 0 0,-1 0 0,-4 0 0,5 1 0,0-1 0,-1 0 0,1 1 0,0-1 0,-1 1 0,1 0 0,0 0 0,0 0 0,-1 0 0,1 0 0,0 1 0,-1-1 0,1 1 0,0-1 0,0 1 0,0 0 0,-1 0 0,1 0 0,0 0 0,0 0 0,-3 3 0,5-3 0,0 0 0,0 0 0,0 0 0,0 0 0,0 0 0,0 0 0,1 0 0,-1 0 0,0 0 0,1 0 0,-1 0 0,0-1 0,1 1 0,-1 0 0,1 0 0,-1 0 0,1 0 0,0-1 0,-1 1 0,1 0 0,0-1 0,0 1 0,-1 0 0,1-1 0,0 1 0,0-1 0,0 1 0,0-1 0,0 0 0,1 1 0,30 16 0,-23-14 0,-1 0 0,1 0 0,1 0 0,-1-1 0,0-1 0,0 1 0,1-2 0,-1 1 0,15-2 0,-21 1 0,1-1 0,-1 1 0,1-1 0,-1 0 0,1 0 0,-1 0 0,0-1 0,1 1 0,-1-1 0,0 0 0,0 0 0,0 0 0,0 0 0,-1 0 0,1-1 0,0 1 0,-1-1 0,0 0 0,0 0 0,1 1 0,-2-1 0,1-1 0,0 1 0,-1 0 0,1 0 0,-1-1 0,0 1 0,1-5 0,-2 8 0,1-1 0,-1 0 0,0 0 0,0 1 0,1-1 0,-1 0 0,0 0 0,0 1 0,0-1 0,0 0 0,0 0 0,0 1 0,0-1 0,0 0 0,0 0 0,0 1 0,0-1 0,0 0 0,0 0 0,-1 1 0,1-1 0,0 0 0,-1 1 0,1-1 0,-1 0 0,1 1 0,0-1 0,-1 0 0,1 1 0,-1-1 0,0 1 0,1-1 0,-1 1 0,1-1 0,-1 1 0,0 0 0,1-1 0,-1 1 0,0 0 0,0-1 0,1 1 0,-1 0 0,0 0 0,0 0 0,1-1 0,-1 1 0,0 0 0,0 0 0,1 0 0,-1 0 0,-1 1 0,0-1 0,-1 1 0,0-1 0,1 1 0,-1 0 0,0 0 0,1 0 0,0 0 0,-1 0 0,1 1 0,0-1 0,-1 1 0,1-1 0,-3 4 0,2-2 0,1 1 0,0-1 0,-1 0 0,1 1 0,1 0 0,-1-1 0,0 1 0,1 0 0,0 0 0,0 0 0,0 0 0,0 0 0,1 0 0,-1 0 0,1 5 0,0-7 0,1 0 0,-1 0 0,1-1 0,-1 1 0,1 0 0,-1-1 0,1 1 0,0 0 0,0-1 0,0 1 0,0-1 0,0 1 0,0-1 0,0 0 0,0 0 0,1 1 0,-1-1 0,1 0 0,-1 0 0,1 0 0,-1 0 0,1 0 0,-1-1 0,1 1 0,0 0 0,-1-1 0,1 1 0,0-1 0,0 0 0,-1 1 0,1-1 0,0 0 0,0 0 0,-1 0 0,1 0 0,0-1 0,3 0 0,-3 1 0,0 0 0,0 0 0,0 0 0,0 0 0,0-1 0,0 1 0,0-1 0,0 1 0,0-1 0,0 0 0,0 0 0,0 0 0,0 0 0,0 0 0,0 0 0,-1-1 0,1 1 0,-1-1 0,1 1 0,-1-1 0,1 1 0,-1-1 0,0 0 0,0 0 0,0 1 0,0-1 0,0 0 0,0 0 0,0 0 0,-1 0 0,1 0 0,-1 0 0,1-1 0,-1-1 0,0 1 0,0 0 0,-1 1 0,1-1 0,-1 0 0,1 1 0,-1-1 0,0 0 0,0 1 0,0-1 0,0 1 0,-1 0 0,1-1 0,-1 1 0,1 0 0,-1 0 0,0 0 0,0 0 0,0 0 0,0 0 0,0 1 0,0-1 0,0 0 0,-1 1 0,1 0 0,0 0 0,-5-2 0,2 2 0,0-1 0,0 1 0,0 0 0,0 1 0,0-1 0,-1 1 0,-7 1 0,12-1 0,0 0 0,0 0 0,0 0 0,0 0 0,0 0 0,1 0 0,-1 0 0,0 1 0,0-1 0,0 0 0,0 1 0,0-1 0,0 0 0,0 1 0,1-1 0,-1 1 0,0-1 0,0 1 0,1 0 0,-1-1 0,0 1 0,1 0 0,-1 0 0,1-1 0,-1 1 0,1 0 0,-1 0 0,1 0 0,-1 0 0,1-1 0,0 1 0,0 0 0,-1 0 0,1 0 0,0 0 0,0 0 0,0 0 0,0 0 0,0 0 0,0 0 0,0 0 0,0 0 0,1 0 0,-1 0 0,0-1 0,0 1 0,1 0 0,0 1 0,-1-1 0,1 0 0,-1 0 0,1 0 0,0 0 0,-1 0 0,1 0 0,0 0 0,0 0 0,0 0 0,-1 0 0,1-1 0,0 1 0,0 0 0,0-1 0,0 1 0,0-1 0,1 1 0,-1-1 0,0 1 0,0-1 0,0 0 0,0 0 0,0 1 0,1-1 0,-1 0 0,0 0 0,0 0 0,0 0 0,0 0 0,1-1 0,-1 1 0,0 0 0,0 0 0,0-1 0,0 1 0,0-1 0,0 1 0,0-1 0,0 1 0,2-2 0,0 0 0,0 1 0,0-1 0,-1 0 0,1 0 0,-1 0 0,1 0 0,-1 0 0,0 0 0,1-1 0,-1 1 0,0-1 0,-1 0 0,1 1 0,1-4 0,-2 4 0,-1 1 0,0 0 0,0-1 0,0 1 0,0 0 0,0-1 0,0 1 0,0 0 0,-1-1 0,1 1 0,0 0 0,-1 0 0,1-1 0,-1 1 0,1 0 0,-1 0 0,0 0 0,1 0 0,-1 0 0,0 0 0,0 0 0,0 0 0,0 0 0,0 0 0,0 0 0,0 0 0,0 0 0,0 1 0,0-1 0,0 1 0,-1-1 0,1 1 0,0-1 0,0 1 0,-1-1 0,1 1 0,0 0 0,-1 0 0,1 0 0,0 0 0,-1 0 0,1 0 0,0 0 0,-1 0 0,0 1 0,-1-1 0,1 0 0,-1 0 0,1 1 0,0-1 0,0 1 0,-1-1 0,1 1 0,0 0 0,0 0 0,0 0 0,-4 2 0,6-3 0,-1 1 0,0-1 0,1 1 0,-1 0 0,0-1 0,1 1 0,-1 0 0,1-1 0,-1 1 0,1 0 0,-1 0 0,1-1 0,0 1 0,-1 0 0,1 0 0,0 0 0,0-1 0,0 1 0,-1 0 0,1 0 0,0 0 0,0 0 0,0 0 0,0-1 0,0 1 0,1 0 0,-1 0 0,0 0 0,1 1 0,0 0 0,1 1 0,0-1 0,-1 0 0,1 0 0,0 0 0,0 0 0,1-1 0,-1 1 0,0 0 0,0-1 0,1 0 0,-1 1 0,1-1 0,-1 0 0,1 0 0,0-1 0,-1 1 0,1 0 0,0-1 0,3 0 0,-2 1 0,0 0 0,1 0 0,-1-1 0,1 0 0,0 0 0,-1 0 0,1-1 0,-1 0 0,0 1 0,1-1 0,6-3 0,8-12 0,-18 15 0,0 0 0,0 0 0,0 0 0,0 0 0,0 1 0,0-1 0,0 0 0,0 0 0,1 0 0,-1 1 0,0-1 0,0 1 0,1-1 0,-1 1 0,0-1 0,1 1 0,-1 0 0,0 0 0,1 0 0,-1 0 0,1 0 0,-1 0 0,0 0 0,1 0 0,-1 0 0,1 1 0,-1-1 0,2 1 0,0 0 0,0 0 0,0 0 0,-1 0 0,1-1 0,0 1 0,0-1 0,0 0 0,0 0 0,0 0 0,0 0 0,0 0 0,-1 0 0,1-1 0,0 0 0,0 1 0,0-1 0,-1 0 0,1-1 0,0 1 0,-1 0 0,1-1 0,-1 1 0,1-1 0,-1 0 0,0 0 0,0 0 0,0 0 0,0 0 0,0 0 0,0-1 0,-1 1 0,3-4 0,-9 13 0,1 0 0,-1 0 0,-1-1 0,1 0 0,-1 0 0,0 0 0,0-1 0,-1 0 0,-7 4 0,11-8 0,0 0 0,-1-1 0,1 1 0,0-1 0,-1 0 0,1 0 0,-1 0 0,-5-1 0,6-6 0,16-7 0,3 2-1365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2.781"/>
    </inkml:context>
    <inkml:brush xml:id="br0">
      <inkml:brushProperty name="width" value="0.05" units="cm"/>
      <inkml:brushProperty name="height" value="0.05" units="cm"/>
      <inkml:brushProperty name="color" value="#FFFFFF"/>
    </inkml:brush>
  </inkml:definitions>
  <inkml:trace contextRef="#ctx0" brushRef="#br0">0 44 24575,'1'-3'0,"0"1"0,0 0 0,0 0 0,0-1 0,0 1 0,0 0 0,1 0 0,-1 0 0,1 0 0,-1 0 0,1 1 0,0-1 0,0 0 0,-1 1 0,1 0 0,0-1 0,1 1 0,-1 0 0,0 0 0,0 0 0,4-1 0,-5 1 0,0 0 0,0 1 0,0-1 0,0 1 0,1 0 0,-1-1 0,0 1 0,0 0 0,0-1 0,0 1 0,1 0 0,-1 0 0,0 0 0,0 0 0,0 0 0,0 1 0,1-1 0,-1 0 0,0 0 0,0 1 0,0-1 0,0 1 0,0-1 0,0 1 0,0-1 0,0 1 0,0 0 0,0-1 0,0 1 0,0 0 0,0 0 0,0 0 0,-1-1 0,1 1 0,0 0 0,-1 0 0,1 0 0,-1 0 0,1 1 0,-1-1 0,1 0 0,-1 0 0,0 0 0,1 0 0,-1 0 0,0 0 0,0 3 0,0 0-85,0 0 0,0 0-1,-1 0 1,1 0 0,-1 0-1,0 0 1,0 0 0,-1 0-1,1 0 1,-1 0 0,0-1-1,0 1 1,0 0 0,0-1-1,-5 5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7.017"/>
    </inkml:context>
    <inkml:brush xml:id="br0">
      <inkml:brushProperty name="width" value="0.05" units="cm"/>
      <inkml:brushProperty name="height" value="0.05" units="cm"/>
      <inkml:brushProperty name="color" value="#FFFFFF"/>
    </inkml:brush>
  </inkml:definitions>
  <inkml:trace contextRef="#ctx0" brushRef="#br0">24 19 24575,'0'0'0,"0"1"0,0-1 0,1 1 0,-1-1 0,0 0 0,0 1 0,0-1 0,0 1 0,0-1 0,0 0 0,0 1 0,0-1 0,0 1 0,0-1 0,-1 0 0,1 1 0,0-1 0,0 1 0,0-1 0,0 0 0,-1 1 0,1-1 0,0 0 0,0 1 0,0-1 0,-1 0 0,1 1 0,0-1 0,-1 0 0,1 0 0,0 1 0,-1-1 0,1 0 0,0 0 0,-1 0 0,0 1 0,-9-11 0,3-5 0,7 15 0,0 0 0,0 0 0,0-1 0,0 1 0,0 0 0,0 0 0,0 0 0,0-1 0,0 1 0,0 0 0,0 0 0,0 0 0,0-1 0,0 1 0,0 0 0,0 0 0,0 0 0,0 0 0,0-1 0,1 1 0,-1 0 0,0 0 0,0 0 0,0 0 0,0-1 0,0 1 0,0 0 0,1 0 0,-1 0 0,0 0 0,0 0 0,0 0 0,0-1 0,1 1 0,-1 0 0,0 0 0,0 0 0,0 0 0,0 0 0,1 0 0,-1 0 0,0 0 0,0 0 0,0 0 0,1 0 0,-1 0 0,0 0 0,0 0 0,0 0 0,1 0 0,-1 0 0,0 0 0,0 0 0,0 0 0,1 1 0,0-1 0,0 1 0,1 0 0,-1 0 0,0 1 0,0-1 0,0 0 0,0 0 0,0 0 0,0 1 0,0-1 0,-1 0 0,1 1 0,0-1 0,-1 1 0,1-1 0,-1 1 0,0-1 0,1 1 0,-1 0 0,0-1 0,0 1 0,0 2 0,1 42 0,-1-38 0,-2 2 0,-1-32 0,-4-14 0,2 15-1365,4 12-5461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8.871"/>
    </inkml:context>
    <inkml:brush xml:id="br0">
      <inkml:brushProperty name="width" value="0.05" units="cm"/>
      <inkml:brushProperty name="height" value="0.05" units="cm"/>
      <inkml:brushProperty name="color" value="#FFFFFF"/>
    </inkml:brush>
  </inkml:definitions>
  <inkml:trace contextRef="#ctx0" brushRef="#br0">0 10 24575,'2'-3'0,"1"-1"0,1 2 0,1 1 0,0 2 0,0 3 0,0 2 0,-2 1 0,-1 1 0,0 1 0,-2 1 0,1 0 0,-3 3 0,0 0 0,-2 1 0,1-2-8191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52.737"/>
    </inkml:context>
    <inkml:brush xml:id="br0">
      <inkml:brushProperty name="width" value="0.05" units="cm"/>
      <inkml:brushProperty name="height" value="0.05" units="cm"/>
      <inkml:brushProperty name="color" value="#FFFFFF"/>
    </inkml:brush>
  </inkml:definitions>
  <inkml:trace contextRef="#ctx0" brushRef="#br0">463 1 24575,'-1'4'0,"1"0"0,-1 0 0,-1 0 0,1 0 0,-1 0 0,1 0 0,-1 0 0,0 0 0,0-1 0,-1 1 0,1-1 0,-1 1 0,-6 5 0,3-2 0,-1-1 0,0 1 0,-1-1 0,1-1 0,-12 7 0,9-8 0,0 0 0,-1 0 0,0-1 0,0 0 0,0-1 0,0 0 0,-15 1 0,-86-4 0,47-2 0,60 2 0,0 0 0,0 0 0,0-1 0,0 0 0,0 0 0,0 0 0,1 0 0,-1-1 0,1 0 0,-1 0 0,1 0 0,0-1 0,0 1 0,1-1 0,-1 0 0,1 0 0,0 0 0,0 0 0,0-1 0,0 1 0,1-1 0,-1 0 0,-2-9 0,50 30 0,-35-10 0,-1-1 0,1-1 0,0 0 0,0 0 0,1-1 0,-1-1 0,1 1 0,-1-2 0,1 1 0,0-1 0,18-1 0,-7 0 0,-15 1 0,-1-1 0,0 0 0,0 0 0,0-1 0,1 0 0,-1 0 0,0 0 0,6-2 0,-62 0 0,-119 29 0,166-26 0,1 1 0,-1-1 0,0 1 0,1-1 0,-1 0 0,0 0 0,1 0 0,-1 0 0,0 0 0,1-1 0,-1 1 0,0-1 0,1 1 0,-1-1 0,1 0 0,-1 0 0,1 0 0,-1 0 0,-2-3 0,63 15 0,-27-8 0,1 0 0,-1-2 0,1-2 0,0-1 0,-1-1 0,0-2 0,0-1 0,0-1 0,-1-2 0,38-15 0,-66 23 0,0 0 0,0 1 0,0-1 0,0 0 0,0 0 0,0-1 0,0 1 0,0 0 0,0-1 0,-1 1 0,1-1 0,-1 1 0,3-4 0,-7-4 0,-18 6 0,8 2 0,-2 0 0,0 1 0,1 1 0,-1 0 0,-23 4 0,35-4 0,0-1 0,1 1 0,-1 0 0,0 0 0,0 0 0,1 0 0,-1 1 0,1-1 0,-1 1 0,1-1 0,0 1 0,-1 0 0,1 0 0,0 0 0,0 0 0,0 0 0,1 1 0,-1-1 0,0 0 0,1 1 0,0 0 0,-1-1 0,1 1 0,0 0 0,0-1 0,1 1 0,-1 0 0,1 0 0,-1 0 0,1 3 0,0-5 0,0 0 0,0 0 0,0-1 0,0 1 0,0 0 0,0 0 0,0 0 0,1-1 0,-1 1 0,0 0 0,1 0 0,-1-1 0,0 1 0,1 0 0,-1-1 0,1 1 0,-1-1 0,1 1 0,-1 0 0,1-1 0,-1 1 0,1-1 0,0 1 0,-1-1 0,1 1 0,0-1 0,-1 0 0,1 1 0,1-1 0,29 1 0,-26-1 0,0-1 0,1-1 0,-1 1 0,0-1 0,0 0 0,-1 0 0,1 0 0,0 0 0,6-6 0,-5-3-17,-6 10-18,0 1 1,0-1-1,0 1 1,0-1-1,0 0 1,0 1-1,1-1 0,-1 1 1,0-1-1,0 0 1,1 1-1,-1-1 1,0 1-1,1-1 0,-1 1 1,0-1-1,1 1 1,-1-1-1,1 1 1,-1-1-1,1 1 1,-1 0-1,1-1 0,-1 1 1,1 0-1,-1-1 1,1 1-1,0 0 1,-1 0-1,1 0 0,-1 0 1,1-1-1,0 1 1,-1 0-1,1 0 1,0 0-1,-1 0 1,2 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07.11.2025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07.11.2025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07.11.2025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07.11.2025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3" Type="http://schemas.openxmlformats.org/officeDocument/2006/relationships/customXml" Target="../ink/ink4.xml"/><Relationship Id="rId18" Type="http://schemas.openxmlformats.org/officeDocument/2006/relationships/image" Target="../media/image170.png"/><Relationship Id="rId26" Type="http://schemas.openxmlformats.org/officeDocument/2006/relationships/image" Target="../media/image21.png"/><Relationship Id="rId3" Type="http://schemas.openxmlformats.org/officeDocument/2006/relationships/image" Target="../media/image14.png"/><Relationship Id="rId21" Type="http://schemas.openxmlformats.org/officeDocument/2006/relationships/customXml" Target="../ink/ink8.xml"/><Relationship Id="rId34" Type="http://schemas.openxmlformats.org/officeDocument/2006/relationships/image" Target="../media/image25.png"/><Relationship Id="rId7" Type="http://schemas.openxmlformats.org/officeDocument/2006/relationships/customXml" Target="../ink/ink1.xml"/><Relationship Id="rId12" Type="http://schemas.openxmlformats.org/officeDocument/2006/relationships/image" Target="../media/image140.png"/><Relationship Id="rId17" Type="http://schemas.openxmlformats.org/officeDocument/2006/relationships/customXml" Target="../ink/ink6.xml"/><Relationship Id="rId25" Type="http://schemas.openxmlformats.org/officeDocument/2006/relationships/customXml" Target="../ink/ink10.xml"/><Relationship Id="rId33" Type="http://schemas.openxmlformats.org/officeDocument/2006/relationships/customXml" Target="../ink/ink14.xml"/><Relationship Id="rId2" Type="http://schemas.openxmlformats.org/officeDocument/2006/relationships/image" Target="../media/image13.png"/><Relationship Id="rId16" Type="http://schemas.openxmlformats.org/officeDocument/2006/relationships/image" Target="../media/image160.png"/><Relationship Id="rId20" Type="http://schemas.openxmlformats.org/officeDocument/2006/relationships/image" Target="../media/image18.png"/><Relationship Id="rId29" Type="http://schemas.openxmlformats.org/officeDocument/2006/relationships/customXml" Target="../ink/ink12.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customXml" Target="../ink/ink3.xml"/><Relationship Id="rId24" Type="http://schemas.openxmlformats.org/officeDocument/2006/relationships/image" Target="../media/image20.png"/><Relationship Id="rId32" Type="http://schemas.openxmlformats.org/officeDocument/2006/relationships/image" Target="../media/image24.png"/><Relationship Id="rId5" Type="http://schemas.openxmlformats.org/officeDocument/2006/relationships/image" Target="../media/image16.png"/><Relationship Id="rId15" Type="http://schemas.openxmlformats.org/officeDocument/2006/relationships/customXml" Target="../ink/ink5.xml"/><Relationship Id="rId23" Type="http://schemas.openxmlformats.org/officeDocument/2006/relationships/customXml" Target="../ink/ink9.xml"/><Relationship Id="rId28" Type="http://schemas.openxmlformats.org/officeDocument/2006/relationships/image" Target="../media/image22.png"/><Relationship Id="rId10" Type="http://schemas.openxmlformats.org/officeDocument/2006/relationships/image" Target="../media/image130.png"/><Relationship Id="rId19" Type="http://schemas.openxmlformats.org/officeDocument/2006/relationships/customXml" Target="../ink/ink7.xml"/><Relationship Id="rId31" Type="http://schemas.openxmlformats.org/officeDocument/2006/relationships/customXml" Target="../ink/ink13.xml"/><Relationship Id="rId4" Type="http://schemas.openxmlformats.org/officeDocument/2006/relationships/image" Target="../media/image15.png"/><Relationship Id="rId9" Type="http://schemas.openxmlformats.org/officeDocument/2006/relationships/customXml" Target="../ink/ink2.xml"/><Relationship Id="rId14" Type="http://schemas.openxmlformats.org/officeDocument/2006/relationships/image" Target="../media/image150.png"/><Relationship Id="rId22" Type="http://schemas.openxmlformats.org/officeDocument/2006/relationships/image" Target="../media/image19.png"/><Relationship Id="rId27" Type="http://schemas.openxmlformats.org/officeDocument/2006/relationships/customXml" Target="../ink/ink11.xml"/><Relationship Id="rId30" Type="http://schemas.openxmlformats.org/officeDocument/2006/relationships/image" Target="../media/image23.png"/><Relationship Id="rId8" Type="http://schemas.openxmlformats.org/officeDocument/2006/relationships/image" Target="../media/image120.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2.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15.png"/><Relationship Id="rId9"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5">
            <a:extLst>
              <a:ext uri="{FF2B5EF4-FFF2-40B4-BE49-F238E27FC236}">
                <a16:creationId xmlns:a16="http://schemas.microsoft.com/office/drawing/2014/main" id="{6CBCACD7-F2D7-3636-CB25-661436B87C1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104218"/>
            <a:ext cx="5181600" cy="4859613"/>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783724" y="1030450"/>
            <a:ext cx="3290552"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a:latin typeface="Pangolin" panose="00000500000000000000"/>
              </a:rPr>
              <a:t>Primitive Data Types</a:t>
            </a: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3139321"/>
          </a:xfrm>
          <a:prstGeom prst="rect">
            <a:avLst/>
          </a:prstGeom>
          <a:noFill/>
        </p:spPr>
        <p:txBody>
          <a:bodyPr wrap="square" rtlCol="0">
            <a:spAutoFit/>
          </a:bodyPr>
          <a:lstStyle/>
          <a:p>
            <a:r>
              <a:rPr lang="en-US" sz="1100" dirty="0">
                <a:latin typeface="Segoe UI" panose="020B0502040204020203" pitchFamily="34" charset="0"/>
                <a:cs typeface="Segoe UI" panose="020B0502040204020203" pitchFamily="34" charset="0"/>
              </a:rPr>
              <a:t>This comic was created as part of the </a:t>
            </a:r>
            <a:r>
              <a:rPr lang="en-US" sz="1100" dirty="0" err="1">
                <a:latin typeface="Segoe UI" panose="020B0502040204020203" pitchFamily="34" charset="0"/>
                <a:cs typeface="Segoe UI" panose="020B0502040204020203" pitchFamily="34" charset="0"/>
              </a:rPr>
              <a:t>Comixplain</a:t>
            </a:r>
            <a:r>
              <a:rPr lang="en-US" sz="1100" dirty="0">
                <a:latin typeface="Segoe UI" panose="020B0502040204020203" pitchFamily="34" charset="0"/>
                <a:cs typeface="Segoe UI" panose="020B0502040204020203" pitchFamily="34" charset="0"/>
              </a:rPr>
              <a:t> research project, funded by the University of Applied Sciences St. </a:t>
            </a:r>
            <a:r>
              <a:rPr lang="en-US" sz="1100" dirty="0" err="1">
                <a:latin typeface="Segoe UI" panose="020B0502040204020203" pitchFamily="34" charset="0"/>
                <a:cs typeface="Segoe UI" panose="020B0502040204020203" pitchFamily="34" charset="0"/>
              </a:rPr>
              <a:t>Pölten</a:t>
            </a:r>
            <a:r>
              <a:rPr lang="en-US" sz="1100" dirty="0">
                <a:latin typeface="Segoe UI" panose="020B0502040204020203" pitchFamily="34" charset="0"/>
                <a:cs typeface="Segoe UI" panose="020B0502040204020203" pitchFamily="34" charset="0"/>
              </a:rPr>
              <a:t> (USTP) through the 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Project Team:</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Contact: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Illustrations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a:p>
            <a:endParaRPr lang="de-AT" sz="1100" dirty="0">
              <a:latin typeface="Segoe UI" panose="020B0502040204020203" pitchFamily="34" charset="0"/>
              <a:cs typeface="Segoe UI" panose="020B0502040204020203" pitchFamily="34" charset="0"/>
            </a:endParaRPr>
          </a:p>
          <a:p>
            <a:endParaRPr lang="de-AT" sz="1100" dirty="0">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B54F2A74-32F2-D512-B6FB-BCAA97E7F8B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2E83E9FC-E499-1930-D33C-97C7B738D815}"/>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A33650C4-C1AF-A3D1-8C18-2C200715B3A7}"/>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BB16477D-A818-BDCB-B036-6AFB82A578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3B227997-E8E4-BAB6-F01D-FA08FAA050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FBF6FDDD-621A-C0E9-B008-FB7474A2299E}"/>
              </a:ext>
            </a:extLst>
          </p:cNvPr>
          <p:cNvSpPr txBox="1"/>
          <p:nvPr/>
        </p:nvSpPr>
        <p:spPr>
          <a:xfrm>
            <a:off x="2215167" y="7607440"/>
            <a:ext cx="3928532"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Primitive Data Types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C6E2FE12-FB3C-C595-B3BA-D03B24273622}"/>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CDB72F5E-11CC-B294-1DF3-4B4A9B969A16}"/>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CA252F6F-C0BF-0AF0-AB8B-E3E1A9EB8FEC}"/>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913C1B5A-20D0-ADB6-8363-D2CD540E41DF}"/>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2B1D934-8D82-128A-AAD2-F56ED7DF85B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9" name="Grafik 8">
            <a:extLst>
              <a:ext uri="{FF2B5EF4-FFF2-40B4-BE49-F238E27FC236}">
                <a16:creationId xmlns:a16="http://schemas.microsoft.com/office/drawing/2014/main" id="{30B737E2-79DC-EF3F-89C0-F94E33AFE8B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37648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386250" y="671376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174625" y="521777"/>
            <a:ext cx="6454774" cy="2951163"/>
          </a:xfrm>
          <a:custGeom>
            <a:avLst/>
            <a:gdLst>
              <a:gd name="connsiteX0" fmla="*/ 0 w 6454774"/>
              <a:gd name="connsiteY0" fmla="*/ 0 h 2951163"/>
              <a:gd name="connsiteX1" fmla="*/ 451834 w 6454774"/>
              <a:gd name="connsiteY1" fmla="*/ 0 h 2951163"/>
              <a:gd name="connsiteX2" fmla="*/ 968216 w 6454774"/>
              <a:gd name="connsiteY2" fmla="*/ 0 h 2951163"/>
              <a:gd name="connsiteX3" fmla="*/ 1613694 w 6454774"/>
              <a:gd name="connsiteY3" fmla="*/ 0 h 2951163"/>
              <a:gd name="connsiteX4" fmla="*/ 2194623 w 6454774"/>
              <a:gd name="connsiteY4" fmla="*/ 0 h 2951163"/>
              <a:gd name="connsiteX5" fmla="*/ 2711005 w 6454774"/>
              <a:gd name="connsiteY5" fmla="*/ 0 h 2951163"/>
              <a:gd name="connsiteX6" fmla="*/ 3421030 w 6454774"/>
              <a:gd name="connsiteY6" fmla="*/ 0 h 2951163"/>
              <a:gd name="connsiteX7" fmla="*/ 4131055 w 6454774"/>
              <a:gd name="connsiteY7" fmla="*/ 0 h 2951163"/>
              <a:gd name="connsiteX8" fmla="*/ 4905628 w 6454774"/>
              <a:gd name="connsiteY8" fmla="*/ 0 h 2951163"/>
              <a:gd name="connsiteX9" fmla="*/ 5486558 w 6454774"/>
              <a:gd name="connsiteY9" fmla="*/ 0 h 2951163"/>
              <a:gd name="connsiteX10" fmla="*/ 6454774 w 6454774"/>
              <a:gd name="connsiteY10" fmla="*/ 0 h 2951163"/>
              <a:gd name="connsiteX11" fmla="*/ 6454774 w 6454774"/>
              <a:gd name="connsiteY11" fmla="*/ 590233 h 2951163"/>
              <a:gd name="connsiteX12" fmla="*/ 6454774 w 6454774"/>
              <a:gd name="connsiteY12" fmla="*/ 1091930 h 2951163"/>
              <a:gd name="connsiteX13" fmla="*/ 6454774 w 6454774"/>
              <a:gd name="connsiteY13" fmla="*/ 1741186 h 2951163"/>
              <a:gd name="connsiteX14" fmla="*/ 6454774 w 6454774"/>
              <a:gd name="connsiteY14" fmla="*/ 2242884 h 2951163"/>
              <a:gd name="connsiteX15" fmla="*/ 6454774 w 6454774"/>
              <a:gd name="connsiteY15" fmla="*/ 2951163 h 2951163"/>
              <a:gd name="connsiteX16" fmla="*/ 6002940 w 6454774"/>
              <a:gd name="connsiteY16" fmla="*/ 2951163 h 2951163"/>
              <a:gd name="connsiteX17" fmla="*/ 5551106 w 6454774"/>
              <a:gd name="connsiteY17" fmla="*/ 2951163 h 2951163"/>
              <a:gd name="connsiteX18" fmla="*/ 5034724 w 6454774"/>
              <a:gd name="connsiteY18" fmla="*/ 2951163 h 2951163"/>
              <a:gd name="connsiteX19" fmla="*/ 4453794 w 6454774"/>
              <a:gd name="connsiteY19" fmla="*/ 2951163 h 2951163"/>
              <a:gd name="connsiteX20" fmla="*/ 3872864 w 6454774"/>
              <a:gd name="connsiteY20" fmla="*/ 2951163 h 2951163"/>
              <a:gd name="connsiteX21" fmla="*/ 3421030 w 6454774"/>
              <a:gd name="connsiteY21" fmla="*/ 2951163 h 2951163"/>
              <a:gd name="connsiteX22" fmla="*/ 2969196 w 6454774"/>
              <a:gd name="connsiteY22" fmla="*/ 2951163 h 2951163"/>
              <a:gd name="connsiteX23" fmla="*/ 2259171 w 6454774"/>
              <a:gd name="connsiteY23" fmla="*/ 2951163 h 2951163"/>
              <a:gd name="connsiteX24" fmla="*/ 1742789 w 6454774"/>
              <a:gd name="connsiteY24" fmla="*/ 2951163 h 2951163"/>
              <a:gd name="connsiteX25" fmla="*/ 1097312 w 6454774"/>
              <a:gd name="connsiteY25" fmla="*/ 2951163 h 2951163"/>
              <a:gd name="connsiteX26" fmla="*/ 0 w 6454774"/>
              <a:gd name="connsiteY26" fmla="*/ 2951163 h 2951163"/>
              <a:gd name="connsiteX27" fmla="*/ 0 w 6454774"/>
              <a:gd name="connsiteY27" fmla="*/ 2390442 h 2951163"/>
              <a:gd name="connsiteX28" fmla="*/ 0 w 6454774"/>
              <a:gd name="connsiteY28" fmla="*/ 1800209 h 2951163"/>
              <a:gd name="connsiteX29" fmla="*/ 0 w 6454774"/>
              <a:gd name="connsiteY29" fmla="*/ 1269000 h 2951163"/>
              <a:gd name="connsiteX30" fmla="*/ 0 w 6454774"/>
              <a:gd name="connsiteY30" fmla="*/ 649256 h 2951163"/>
              <a:gd name="connsiteX31" fmla="*/ 0 w 6454774"/>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54774" h="2951163" extrusionOk="0">
                <a:moveTo>
                  <a:pt x="0" y="0"/>
                </a:moveTo>
                <a:cubicBezTo>
                  <a:pt x="118232" y="-204"/>
                  <a:pt x="307478" y="-5043"/>
                  <a:pt x="451834" y="0"/>
                </a:cubicBezTo>
                <a:cubicBezTo>
                  <a:pt x="596190" y="5043"/>
                  <a:pt x="738922" y="8033"/>
                  <a:pt x="968216" y="0"/>
                </a:cubicBezTo>
                <a:cubicBezTo>
                  <a:pt x="1197510" y="-8033"/>
                  <a:pt x="1428365" y="3555"/>
                  <a:pt x="1613694" y="0"/>
                </a:cubicBezTo>
                <a:cubicBezTo>
                  <a:pt x="1799023" y="-3555"/>
                  <a:pt x="1934304" y="2443"/>
                  <a:pt x="2194623" y="0"/>
                </a:cubicBezTo>
                <a:cubicBezTo>
                  <a:pt x="2454942" y="-2443"/>
                  <a:pt x="2509410" y="-12983"/>
                  <a:pt x="2711005" y="0"/>
                </a:cubicBezTo>
                <a:cubicBezTo>
                  <a:pt x="2912600" y="12983"/>
                  <a:pt x="3261105" y="4714"/>
                  <a:pt x="3421030" y="0"/>
                </a:cubicBezTo>
                <a:cubicBezTo>
                  <a:pt x="3580955" y="-4714"/>
                  <a:pt x="3909319" y="-19611"/>
                  <a:pt x="4131055" y="0"/>
                </a:cubicBezTo>
                <a:cubicBezTo>
                  <a:pt x="4352791" y="19611"/>
                  <a:pt x="4521071" y="28357"/>
                  <a:pt x="4905628" y="0"/>
                </a:cubicBezTo>
                <a:cubicBezTo>
                  <a:pt x="5290185" y="-28357"/>
                  <a:pt x="5320761" y="23949"/>
                  <a:pt x="5486558" y="0"/>
                </a:cubicBezTo>
                <a:cubicBezTo>
                  <a:pt x="5652355" y="-23949"/>
                  <a:pt x="6168327" y="4331"/>
                  <a:pt x="6454774" y="0"/>
                </a:cubicBezTo>
                <a:cubicBezTo>
                  <a:pt x="6470546" y="136988"/>
                  <a:pt x="6450808" y="444909"/>
                  <a:pt x="6454774" y="590233"/>
                </a:cubicBezTo>
                <a:cubicBezTo>
                  <a:pt x="6458740" y="735557"/>
                  <a:pt x="6442478" y="891046"/>
                  <a:pt x="6454774" y="1091930"/>
                </a:cubicBezTo>
                <a:cubicBezTo>
                  <a:pt x="6467070" y="1292814"/>
                  <a:pt x="6458827" y="1580484"/>
                  <a:pt x="6454774" y="1741186"/>
                </a:cubicBezTo>
                <a:cubicBezTo>
                  <a:pt x="6450721" y="1901888"/>
                  <a:pt x="6477809" y="2030121"/>
                  <a:pt x="6454774" y="2242884"/>
                </a:cubicBezTo>
                <a:cubicBezTo>
                  <a:pt x="6431739" y="2455647"/>
                  <a:pt x="6486500" y="2746667"/>
                  <a:pt x="6454774" y="2951163"/>
                </a:cubicBezTo>
                <a:cubicBezTo>
                  <a:pt x="6355429" y="2961352"/>
                  <a:pt x="6147254" y="2950045"/>
                  <a:pt x="6002940" y="2951163"/>
                </a:cubicBezTo>
                <a:cubicBezTo>
                  <a:pt x="5858626" y="2952281"/>
                  <a:pt x="5736475" y="2953653"/>
                  <a:pt x="5551106" y="2951163"/>
                </a:cubicBezTo>
                <a:cubicBezTo>
                  <a:pt x="5365737" y="2948673"/>
                  <a:pt x="5169320" y="2964034"/>
                  <a:pt x="5034724" y="2951163"/>
                </a:cubicBezTo>
                <a:cubicBezTo>
                  <a:pt x="4900128" y="2938292"/>
                  <a:pt x="4739547" y="2954857"/>
                  <a:pt x="4453794" y="2951163"/>
                </a:cubicBezTo>
                <a:cubicBezTo>
                  <a:pt x="4168041" y="2947470"/>
                  <a:pt x="4106821" y="2933949"/>
                  <a:pt x="3872864" y="2951163"/>
                </a:cubicBezTo>
                <a:cubicBezTo>
                  <a:pt x="3638907" y="2968378"/>
                  <a:pt x="3553088" y="2944352"/>
                  <a:pt x="3421030" y="2951163"/>
                </a:cubicBezTo>
                <a:cubicBezTo>
                  <a:pt x="3288972" y="2957974"/>
                  <a:pt x="3088911" y="2932171"/>
                  <a:pt x="2969196" y="2951163"/>
                </a:cubicBezTo>
                <a:cubicBezTo>
                  <a:pt x="2849481" y="2970155"/>
                  <a:pt x="2590068" y="2972416"/>
                  <a:pt x="2259171" y="2951163"/>
                </a:cubicBezTo>
                <a:cubicBezTo>
                  <a:pt x="1928274" y="2929910"/>
                  <a:pt x="1864789" y="2949228"/>
                  <a:pt x="1742789" y="2951163"/>
                </a:cubicBezTo>
                <a:cubicBezTo>
                  <a:pt x="1620789" y="2953098"/>
                  <a:pt x="1273248" y="2942842"/>
                  <a:pt x="1097312" y="2951163"/>
                </a:cubicBezTo>
                <a:cubicBezTo>
                  <a:pt x="921376" y="2959484"/>
                  <a:pt x="519544" y="2906606"/>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4559020"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78349"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1044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210446"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7" name="Textfeld 16">
            <a:extLst>
              <a:ext uri="{FF2B5EF4-FFF2-40B4-BE49-F238E27FC236}">
                <a16:creationId xmlns:a16="http://schemas.microsoft.com/office/drawing/2014/main" id="{06E55F0D-1374-442B-8C82-48FCEA4796A4}"/>
              </a:ext>
              <a:ext uri="{C183D7F6-B498-43B3-948B-1728B52AA6E4}">
                <adec:decorative xmlns:adec="http://schemas.microsoft.com/office/drawing/2017/decorative" val="1"/>
              </a:ext>
            </a:extLst>
          </p:cNvPr>
          <p:cNvSpPr txBox="1"/>
          <p:nvPr/>
        </p:nvSpPr>
        <p:spPr>
          <a:xfrm>
            <a:off x="4586008" y="-3033155"/>
            <a:ext cx="1997074" cy="553998"/>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know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what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Let‘s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talk</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about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over</a:t>
            </a:r>
            <a:r>
              <a:rPr lang="de-DE" sz="1000" dirty="0">
                <a:solidFill>
                  <a:schemeClr val="tx1"/>
                </a:solidFill>
                <a:latin typeface="Pangolin" panose="00000500000000000000" pitchFamily="2" charset="0"/>
              </a:rPr>
              <a:t> lunch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restaurant</a:t>
            </a:r>
            <a:r>
              <a:rPr lang="de-DE" sz="1000" dirty="0">
                <a:solidFill>
                  <a:schemeClr val="tx1"/>
                </a:solidFill>
                <a:latin typeface="Pangolin" panose="00000500000000000000" pitchFamily="2" charset="0"/>
              </a:rPr>
              <a:t> down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road</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 name="Textfeld 49">
            <a:extLst>
              <a:ext uri="{FF2B5EF4-FFF2-40B4-BE49-F238E27FC236}">
                <a16:creationId xmlns:a16="http://schemas.microsoft.com/office/drawing/2014/main" id="{4FCEB005-E3D6-2D42-08C8-52ED256FC26E}"/>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Primitive Data Types</a:t>
            </a:r>
          </a:p>
        </p:txBody>
      </p:sp>
      <p:sp>
        <p:nvSpPr>
          <p:cNvPr id="19" name="Textfeld 18">
            <a:extLst>
              <a:ext uri="{FF2B5EF4-FFF2-40B4-BE49-F238E27FC236}">
                <a16:creationId xmlns:a16="http://schemas.microsoft.com/office/drawing/2014/main" id="{EAFCC845-7912-40D3-ABE8-DEC2E9DD0B0B}"/>
              </a:ext>
            </a:extLst>
          </p:cNvPr>
          <p:cNvSpPr txBox="1">
            <a:spLocks noGrp="1"/>
          </p:cNvSpPr>
          <p:nvPr>
            <p:ph type="title" idx="4294967295"/>
          </p:nvPr>
        </p:nvSpPr>
        <p:spPr>
          <a:xfrm>
            <a:off x="2662236" y="3747433"/>
            <a:ext cx="1479550" cy="55399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Oh, you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must</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be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the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new</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hire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our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manager</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was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talking</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about</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4631029" y="3718240"/>
            <a:ext cx="1997074" cy="707886"/>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What</a:t>
            </a:r>
            <a:r>
              <a:rPr lang="de-DE" sz="1000" dirty="0">
                <a:solidFill>
                  <a:schemeClr val="tx1"/>
                </a:solidFill>
                <a:latin typeface="Pangolin" panose="00000500000000000000" pitchFamily="2" charset="0"/>
              </a:rPr>
              <a:t> do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mean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a:t>
            </a:r>
            <a:r>
              <a:rPr lang="de-DE" sz="1000" dirty="0" err="1">
                <a:latin typeface="Pangolin" panose="00000500000000000000" pitchFamily="2" charset="0"/>
              </a:rPr>
              <a:t>‘re</a:t>
            </a:r>
            <a:r>
              <a:rPr lang="de-DE" sz="1000" dirty="0">
                <a:latin typeface="Pangolin" panose="00000500000000000000" pitchFamily="2" charset="0"/>
              </a:rPr>
              <a:t> not? </a:t>
            </a:r>
          </a:p>
          <a:p>
            <a:pPr algn="ct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course</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are</a:t>
            </a:r>
            <a:r>
              <a:rPr lang="de-DE" sz="1000" dirty="0">
                <a:latin typeface="Pangolin" panose="00000500000000000000" pitchFamily="2" charset="0"/>
              </a:rPr>
              <a:t>! </a:t>
            </a:r>
            <a:r>
              <a:rPr lang="de-DE" sz="1000" dirty="0" err="1">
                <a:latin typeface="Pangolin" panose="00000500000000000000" pitchFamily="2" charset="0"/>
              </a:rPr>
              <a:t>Here‘s</a:t>
            </a:r>
            <a:r>
              <a:rPr lang="de-DE" sz="1000" dirty="0">
                <a:latin typeface="Pangolin" panose="00000500000000000000" pitchFamily="2" charset="0"/>
              </a:rPr>
              <a:t> </a:t>
            </a:r>
            <a:r>
              <a:rPr lang="de-DE" sz="1000" dirty="0" err="1">
                <a:latin typeface="Pangolin" panose="00000500000000000000" pitchFamily="2" charset="0"/>
              </a:rPr>
              <a:t>your</a:t>
            </a:r>
            <a:r>
              <a:rPr lang="de-DE" sz="1000" dirty="0">
                <a:latin typeface="Pangolin" panose="00000500000000000000" pitchFamily="2" charset="0"/>
              </a:rPr>
              <a:t> </a:t>
            </a:r>
            <a:r>
              <a:rPr lang="de-DE" sz="1000" dirty="0" err="1">
                <a:latin typeface="Pangolin" panose="00000500000000000000" pitchFamily="2" charset="0"/>
              </a:rPr>
              <a:t>apron</a:t>
            </a:r>
            <a:r>
              <a:rPr lang="de-DE" sz="1000" dirty="0">
                <a:latin typeface="Pangolin" panose="00000500000000000000" pitchFamily="2" charset="0"/>
              </a:rPr>
              <a:t>. Come </a:t>
            </a:r>
            <a:r>
              <a:rPr lang="de-DE" sz="1000" dirty="0" err="1">
                <a:latin typeface="Pangolin" panose="00000500000000000000" pitchFamily="2" charset="0"/>
              </a:rPr>
              <a:t>with</a:t>
            </a:r>
            <a:r>
              <a:rPr lang="de-DE" sz="1000" dirty="0">
                <a:latin typeface="Pangolin" panose="00000500000000000000" pitchFamily="2" charset="0"/>
              </a:rPr>
              <a:t> </a:t>
            </a:r>
            <a:r>
              <a:rPr lang="de-DE" sz="1000" dirty="0" err="1">
                <a:latin typeface="Pangolin" panose="00000500000000000000" pitchFamily="2" charset="0"/>
              </a:rPr>
              <a:t>me</a:t>
            </a:r>
            <a:r>
              <a:rPr lang="de-DE" sz="1000" dirty="0">
                <a:latin typeface="Pangolin" panose="00000500000000000000" pitchFamily="2" charset="0"/>
              </a:rPr>
              <a:t> and I will </a:t>
            </a:r>
            <a:r>
              <a:rPr lang="de-DE" sz="1000" dirty="0" err="1">
                <a:latin typeface="Pangolin" panose="00000500000000000000" pitchFamily="2" charset="0"/>
              </a:rPr>
              <a:t>show</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ropes</a:t>
            </a:r>
            <a:r>
              <a:rPr lang="de-DE" sz="1000" dirty="0">
                <a:latin typeface="Pangolin" panose="00000500000000000000" pitchFamily="2" charset="0"/>
              </a:rPr>
              <a:t> </a:t>
            </a:r>
            <a:r>
              <a:rPr lang="de-DE" sz="1000" dirty="0" err="1">
                <a:latin typeface="Pangolin" panose="00000500000000000000" pitchFamily="2" charset="0"/>
              </a:rPr>
              <a:t>quickly</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417185" y="6879292"/>
            <a:ext cx="1640607" cy="553998"/>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Your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job</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execute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orders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from</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program</a:t>
            </a:r>
            <a:r>
              <a:rPr lang="de-DE" sz="1000" dirty="0">
                <a:solidFill>
                  <a:schemeClr val="tx1"/>
                </a:solidFill>
                <a:latin typeface="Pangolin" panose="00000500000000000000" pitchFamily="2" charset="0"/>
              </a:rPr>
              <a:t>, uh, I </a:t>
            </a:r>
            <a:r>
              <a:rPr lang="de-DE" sz="1000" dirty="0" err="1">
                <a:solidFill>
                  <a:schemeClr val="tx1"/>
                </a:solidFill>
                <a:latin typeface="Pangolin" panose="00000500000000000000" pitchFamily="2" charset="0"/>
              </a:rPr>
              <a:t>mean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kitchen</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725062" y="6879292"/>
            <a:ext cx="1353898"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And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put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values</a:t>
            </a:r>
            <a:r>
              <a:rPr lang="de-DE" sz="1000" dirty="0">
                <a:solidFill>
                  <a:schemeClr val="tx1"/>
                </a:solidFill>
                <a:latin typeface="Pangolin" panose="00000500000000000000" pitchFamily="2" charset="0"/>
              </a:rPr>
              <a:t> </a:t>
            </a:r>
          </a:p>
          <a:p>
            <a:pPr algn="ctr"/>
            <a:r>
              <a:rPr lang="de-DE" sz="1000" dirty="0">
                <a:solidFill>
                  <a:schemeClr val="tx1"/>
                </a:solidFill>
                <a:latin typeface="Pangolin" panose="00000500000000000000" pitchFamily="2" charset="0"/>
              </a:rPr>
              <a:t>…</a:t>
            </a:r>
            <a:r>
              <a:rPr lang="de-DE" sz="1000" dirty="0" err="1">
                <a:solidFill>
                  <a:schemeClr val="tx1"/>
                </a:solidFill>
                <a:latin typeface="Pangolin" panose="00000500000000000000" pitchFamily="2" charset="0"/>
              </a:rPr>
              <a:t>uhm</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coffee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683465" y="6938684"/>
            <a:ext cx="1928370" cy="246221"/>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Into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containers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48E67A4E-6E26-4DF5-FB5F-6B4EA5DEB8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3" name="Picture 2">
            <a:extLst>
              <a:ext uri="{FF2B5EF4-FFF2-40B4-BE49-F238E27FC236}">
                <a16:creationId xmlns:a16="http://schemas.microsoft.com/office/drawing/2014/main" id="{753A2E96-FB3D-594E-E43C-1B453B1382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555" y="7357694"/>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0DE89D2A-5AE6-3B2B-3CB7-32A2CDB2C1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7285" y="738272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341A185F-9638-C501-B5FF-285DF69C00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414" y="737977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4">
            <a:extLst>
              <a:ext uri="{FF2B5EF4-FFF2-40B4-BE49-F238E27FC236}">
                <a16:creationId xmlns:a16="http://schemas.microsoft.com/office/drawing/2014/main" id="{FFCA4149-096A-64A9-A45E-DCCD7680083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12" t="16137"/>
          <a:stretch/>
        </p:blipFill>
        <p:spPr bwMode="auto">
          <a:xfrm>
            <a:off x="220636" y="534738"/>
            <a:ext cx="2176529" cy="11884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79231B6-5B5E-0C14-0A21-C5588C0DCC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0175" y="426739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02DD9901-2911-7CFA-728A-A049DB3CED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04" y="428970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4" name="Grafik 31">
            <a:extLst>
              <a:ext uri="{FF2B5EF4-FFF2-40B4-BE49-F238E27FC236}">
                <a16:creationId xmlns:a16="http://schemas.microsoft.com/office/drawing/2014/main" id="{EC08D403-211F-AF3B-5A42-2EA7AE771C5B}"/>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38628" t="36602" r="36123" b="50003"/>
          <a:stretch/>
        </p:blipFill>
        <p:spPr>
          <a:xfrm>
            <a:off x="2649071" y="3625856"/>
            <a:ext cx="1731608" cy="1326854"/>
          </a:xfrm>
          <a:prstGeom prst="rect">
            <a:avLst/>
          </a:prstGeom>
        </p:spPr>
      </p:pic>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0637" y="525493"/>
            <a:ext cx="6411937" cy="2951163"/>
          </a:xfrm>
          <a:custGeom>
            <a:avLst/>
            <a:gdLst>
              <a:gd name="connsiteX0" fmla="*/ 0 w 6411937"/>
              <a:gd name="connsiteY0" fmla="*/ 0 h 2951163"/>
              <a:gd name="connsiteX1" fmla="*/ 448836 w 6411937"/>
              <a:gd name="connsiteY1" fmla="*/ 0 h 2951163"/>
              <a:gd name="connsiteX2" fmla="*/ 961791 w 6411937"/>
              <a:gd name="connsiteY2" fmla="*/ 0 h 2951163"/>
              <a:gd name="connsiteX3" fmla="*/ 1602984 w 6411937"/>
              <a:gd name="connsiteY3" fmla="*/ 0 h 2951163"/>
              <a:gd name="connsiteX4" fmla="*/ 2180059 w 6411937"/>
              <a:gd name="connsiteY4" fmla="*/ 0 h 2951163"/>
              <a:gd name="connsiteX5" fmla="*/ 2693014 w 6411937"/>
              <a:gd name="connsiteY5" fmla="*/ 0 h 2951163"/>
              <a:gd name="connsiteX6" fmla="*/ 3398327 w 6411937"/>
              <a:gd name="connsiteY6" fmla="*/ 0 h 2951163"/>
              <a:gd name="connsiteX7" fmla="*/ 4103640 w 6411937"/>
              <a:gd name="connsiteY7" fmla="*/ 0 h 2951163"/>
              <a:gd name="connsiteX8" fmla="*/ 4873072 w 6411937"/>
              <a:gd name="connsiteY8" fmla="*/ 0 h 2951163"/>
              <a:gd name="connsiteX9" fmla="*/ 5450146 w 6411937"/>
              <a:gd name="connsiteY9" fmla="*/ 0 h 2951163"/>
              <a:gd name="connsiteX10" fmla="*/ 6411937 w 6411937"/>
              <a:gd name="connsiteY10" fmla="*/ 0 h 2951163"/>
              <a:gd name="connsiteX11" fmla="*/ 6411937 w 6411937"/>
              <a:gd name="connsiteY11" fmla="*/ 590233 h 2951163"/>
              <a:gd name="connsiteX12" fmla="*/ 6411937 w 6411937"/>
              <a:gd name="connsiteY12" fmla="*/ 1091930 h 2951163"/>
              <a:gd name="connsiteX13" fmla="*/ 6411937 w 6411937"/>
              <a:gd name="connsiteY13" fmla="*/ 1741186 h 2951163"/>
              <a:gd name="connsiteX14" fmla="*/ 6411937 w 6411937"/>
              <a:gd name="connsiteY14" fmla="*/ 2242884 h 2951163"/>
              <a:gd name="connsiteX15" fmla="*/ 6411937 w 6411937"/>
              <a:gd name="connsiteY15" fmla="*/ 2951163 h 2951163"/>
              <a:gd name="connsiteX16" fmla="*/ 5963101 w 6411937"/>
              <a:gd name="connsiteY16" fmla="*/ 2951163 h 2951163"/>
              <a:gd name="connsiteX17" fmla="*/ 5514266 w 6411937"/>
              <a:gd name="connsiteY17" fmla="*/ 2951163 h 2951163"/>
              <a:gd name="connsiteX18" fmla="*/ 5001311 w 6411937"/>
              <a:gd name="connsiteY18" fmla="*/ 2951163 h 2951163"/>
              <a:gd name="connsiteX19" fmla="*/ 4424237 w 6411937"/>
              <a:gd name="connsiteY19" fmla="*/ 2951163 h 2951163"/>
              <a:gd name="connsiteX20" fmla="*/ 3847162 w 6411937"/>
              <a:gd name="connsiteY20" fmla="*/ 2951163 h 2951163"/>
              <a:gd name="connsiteX21" fmla="*/ 3398327 w 6411937"/>
              <a:gd name="connsiteY21" fmla="*/ 2951163 h 2951163"/>
              <a:gd name="connsiteX22" fmla="*/ 2949491 w 6411937"/>
              <a:gd name="connsiteY22" fmla="*/ 2951163 h 2951163"/>
              <a:gd name="connsiteX23" fmla="*/ 2244178 w 6411937"/>
              <a:gd name="connsiteY23" fmla="*/ 2951163 h 2951163"/>
              <a:gd name="connsiteX24" fmla="*/ 1731223 w 6411937"/>
              <a:gd name="connsiteY24" fmla="*/ 2951163 h 2951163"/>
              <a:gd name="connsiteX25" fmla="*/ 1090029 w 6411937"/>
              <a:gd name="connsiteY25" fmla="*/ 2951163 h 2951163"/>
              <a:gd name="connsiteX26" fmla="*/ 0 w 6411937"/>
              <a:gd name="connsiteY26" fmla="*/ 2951163 h 2951163"/>
              <a:gd name="connsiteX27" fmla="*/ 0 w 6411937"/>
              <a:gd name="connsiteY27" fmla="*/ 2390442 h 2951163"/>
              <a:gd name="connsiteX28" fmla="*/ 0 w 6411937"/>
              <a:gd name="connsiteY28" fmla="*/ 1800209 h 2951163"/>
              <a:gd name="connsiteX29" fmla="*/ 0 w 6411937"/>
              <a:gd name="connsiteY29" fmla="*/ 1269000 h 2951163"/>
              <a:gd name="connsiteX30" fmla="*/ 0 w 6411937"/>
              <a:gd name="connsiteY30" fmla="*/ 649256 h 2951163"/>
              <a:gd name="connsiteX31" fmla="*/ 0 w 6411937"/>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11937" h="2951163" extrusionOk="0">
                <a:moveTo>
                  <a:pt x="0" y="0"/>
                </a:moveTo>
                <a:cubicBezTo>
                  <a:pt x="107837" y="10885"/>
                  <a:pt x="255857" y="-17929"/>
                  <a:pt x="448836" y="0"/>
                </a:cubicBezTo>
                <a:cubicBezTo>
                  <a:pt x="641815" y="17929"/>
                  <a:pt x="762794" y="13476"/>
                  <a:pt x="961791" y="0"/>
                </a:cubicBezTo>
                <a:cubicBezTo>
                  <a:pt x="1160788" y="-13476"/>
                  <a:pt x="1357921" y="-23125"/>
                  <a:pt x="1602984" y="0"/>
                </a:cubicBezTo>
                <a:cubicBezTo>
                  <a:pt x="1848047" y="23125"/>
                  <a:pt x="1915082" y="15375"/>
                  <a:pt x="2180059" y="0"/>
                </a:cubicBezTo>
                <a:cubicBezTo>
                  <a:pt x="2445037" y="-15375"/>
                  <a:pt x="2543754" y="19402"/>
                  <a:pt x="2693014" y="0"/>
                </a:cubicBezTo>
                <a:cubicBezTo>
                  <a:pt x="2842274" y="-19402"/>
                  <a:pt x="3064643" y="32548"/>
                  <a:pt x="3398327" y="0"/>
                </a:cubicBezTo>
                <a:cubicBezTo>
                  <a:pt x="3732011" y="-32548"/>
                  <a:pt x="3954606" y="16405"/>
                  <a:pt x="4103640" y="0"/>
                </a:cubicBezTo>
                <a:cubicBezTo>
                  <a:pt x="4252674" y="-16405"/>
                  <a:pt x="4540473" y="12032"/>
                  <a:pt x="4873072" y="0"/>
                </a:cubicBezTo>
                <a:cubicBezTo>
                  <a:pt x="5205671" y="-12032"/>
                  <a:pt x="5330947" y="25349"/>
                  <a:pt x="5450146" y="0"/>
                </a:cubicBezTo>
                <a:cubicBezTo>
                  <a:pt x="5569345" y="-25349"/>
                  <a:pt x="6099629" y="-11923"/>
                  <a:pt x="6411937" y="0"/>
                </a:cubicBezTo>
                <a:cubicBezTo>
                  <a:pt x="6427709" y="136988"/>
                  <a:pt x="6407971" y="444909"/>
                  <a:pt x="6411937" y="590233"/>
                </a:cubicBezTo>
                <a:cubicBezTo>
                  <a:pt x="6415903" y="735557"/>
                  <a:pt x="6399641" y="891046"/>
                  <a:pt x="6411937" y="1091930"/>
                </a:cubicBezTo>
                <a:cubicBezTo>
                  <a:pt x="6424233" y="1292814"/>
                  <a:pt x="6415990" y="1580484"/>
                  <a:pt x="6411937" y="1741186"/>
                </a:cubicBezTo>
                <a:cubicBezTo>
                  <a:pt x="6407884" y="1901888"/>
                  <a:pt x="6434972" y="2030121"/>
                  <a:pt x="6411937" y="2242884"/>
                </a:cubicBezTo>
                <a:cubicBezTo>
                  <a:pt x="6388902" y="2455647"/>
                  <a:pt x="6443663" y="2746667"/>
                  <a:pt x="6411937" y="2951163"/>
                </a:cubicBezTo>
                <a:cubicBezTo>
                  <a:pt x="6195912" y="2929817"/>
                  <a:pt x="6081740" y="2963159"/>
                  <a:pt x="5963101" y="2951163"/>
                </a:cubicBezTo>
                <a:cubicBezTo>
                  <a:pt x="5844462" y="2939167"/>
                  <a:pt x="5735751" y="2967447"/>
                  <a:pt x="5514266" y="2951163"/>
                </a:cubicBezTo>
                <a:cubicBezTo>
                  <a:pt x="5292782" y="2934879"/>
                  <a:pt x="5155448" y="2967970"/>
                  <a:pt x="5001311" y="2951163"/>
                </a:cubicBezTo>
                <a:cubicBezTo>
                  <a:pt x="4847174" y="2934356"/>
                  <a:pt x="4594932" y="2957045"/>
                  <a:pt x="4424237" y="2951163"/>
                </a:cubicBezTo>
                <a:cubicBezTo>
                  <a:pt x="4253542" y="2945281"/>
                  <a:pt x="3963121" y="2922805"/>
                  <a:pt x="3847162" y="2951163"/>
                </a:cubicBezTo>
                <a:cubicBezTo>
                  <a:pt x="3731203" y="2979521"/>
                  <a:pt x="3523946" y="2953675"/>
                  <a:pt x="3398327" y="2951163"/>
                </a:cubicBezTo>
                <a:cubicBezTo>
                  <a:pt x="3272709" y="2948651"/>
                  <a:pt x="3103649" y="2945518"/>
                  <a:pt x="2949491" y="2951163"/>
                </a:cubicBezTo>
                <a:cubicBezTo>
                  <a:pt x="2795333" y="2956808"/>
                  <a:pt x="2453709" y="2981973"/>
                  <a:pt x="2244178" y="2951163"/>
                </a:cubicBezTo>
                <a:cubicBezTo>
                  <a:pt x="2034647" y="2920353"/>
                  <a:pt x="1932497" y="2941130"/>
                  <a:pt x="1731223" y="2951163"/>
                </a:cubicBezTo>
                <a:cubicBezTo>
                  <a:pt x="1529949" y="2961196"/>
                  <a:pt x="1293072" y="2954720"/>
                  <a:pt x="1090029" y="2951163"/>
                </a:cubicBezTo>
                <a:cubicBezTo>
                  <a:pt x="886986" y="2947606"/>
                  <a:pt x="359432" y="3002712"/>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0637"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91724"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5173"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9144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64401"/>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6492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9" name="Textfeld 38">
            <a:extLst>
              <a:ext uri="{FF2B5EF4-FFF2-40B4-BE49-F238E27FC236}">
                <a16:creationId xmlns:a16="http://schemas.microsoft.com/office/drawing/2014/main" id="{93499DF8-D114-1803-64E3-E9D32F426270}"/>
              </a:ext>
              <a:ext uri="{C183D7F6-B498-43B3-948B-1728B52AA6E4}">
                <adec:decorative xmlns:adec="http://schemas.microsoft.com/office/drawing/2017/decorative" val="1"/>
              </a:ext>
            </a:extLst>
          </p:cNvPr>
          <p:cNvSpPr txBox="1"/>
          <p:nvPr/>
        </p:nvSpPr>
        <p:spPr>
          <a:xfrm>
            <a:off x="1563561" y="2458625"/>
            <a:ext cx="579564" cy="400110"/>
          </a:xfrm>
          <a:prstGeom prst="rect">
            <a:avLst/>
          </a:prstGeom>
          <a:noFill/>
        </p:spPr>
        <p:txBody>
          <a:bodyPr wrap="square">
            <a:spAutoFit/>
          </a:bodyPr>
          <a:lstStyle/>
          <a:p>
            <a:pPr algn="ctr"/>
            <a:r>
              <a:rPr lang="de-DE" sz="1000" dirty="0">
                <a:latin typeface="Pangolin" panose="00000500000000000000" pitchFamily="2" charset="0"/>
              </a:rPr>
              <a:t>-128</a:t>
            </a:r>
          </a:p>
          <a:p>
            <a:pPr algn="ctr"/>
            <a:r>
              <a:rPr lang="de-DE" sz="1000" dirty="0">
                <a:solidFill>
                  <a:schemeClr val="tx1"/>
                </a:solidFill>
                <a:latin typeface="Pangolin" panose="00000500000000000000" pitchFamily="2" charset="0"/>
              </a:rPr>
              <a:t>+127</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A3BCA5F5-B91B-FED2-EA22-9C4D4A27CB49}"/>
              </a:ext>
              <a:ext uri="{C183D7F6-B498-43B3-948B-1728B52AA6E4}">
                <adec:decorative xmlns:adec="http://schemas.microsoft.com/office/drawing/2017/decorative" val="1"/>
              </a:ext>
            </a:extLst>
          </p:cNvPr>
          <p:cNvSpPr txBox="1"/>
          <p:nvPr/>
        </p:nvSpPr>
        <p:spPr>
          <a:xfrm>
            <a:off x="2155028" y="2378900"/>
            <a:ext cx="691068" cy="400110"/>
          </a:xfrm>
          <a:prstGeom prst="rect">
            <a:avLst/>
          </a:prstGeom>
          <a:noFill/>
        </p:spPr>
        <p:txBody>
          <a:bodyPr wrap="square">
            <a:spAutoFit/>
          </a:bodyPr>
          <a:lstStyle/>
          <a:p>
            <a:pPr algn="ctr"/>
            <a:r>
              <a:rPr lang="de-DE" sz="1000" dirty="0">
                <a:latin typeface="Pangolin" panose="00000500000000000000" pitchFamily="2" charset="0"/>
              </a:rPr>
              <a:t>-32,768</a:t>
            </a:r>
          </a:p>
          <a:p>
            <a:pPr algn="ctr"/>
            <a:r>
              <a:rPr lang="de-DE" sz="1000" dirty="0">
                <a:latin typeface="Pangolin" panose="00000500000000000000" pitchFamily="2" charset="0"/>
              </a:rPr>
              <a:t>+ 32 767</a:t>
            </a:r>
          </a:p>
        </p:txBody>
      </p:sp>
      <p:sp>
        <p:nvSpPr>
          <p:cNvPr id="41" name="Textfeld 40">
            <a:extLst>
              <a:ext uri="{FF2B5EF4-FFF2-40B4-BE49-F238E27FC236}">
                <a16:creationId xmlns:a16="http://schemas.microsoft.com/office/drawing/2014/main" id="{E9E01578-3D05-2538-9703-264C7198BB17}"/>
              </a:ext>
              <a:ext uri="{C183D7F6-B498-43B3-948B-1728B52AA6E4}">
                <adec:decorative xmlns:adec="http://schemas.microsoft.com/office/drawing/2017/decorative" val="1"/>
              </a:ext>
            </a:extLst>
          </p:cNvPr>
          <p:cNvSpPr txBox="1"/>
          <p:nvPr/>
        </p:nvSpPr>
        <p:spPr>
          <a:xfrm>
            <a:off x="2844494" y="2295956"/>
            <a:ext cx="794580" cy="553998"/>
          </a:xfrm>
          <a:prstGeom prst="rect">
            <a:avLst/>
          </a:prstGeom>
          <a:noFill/>
        </p:spPr>
        <p:txBody>
          <a:bodyPr wrap="square">
            <a:spAutoFit/>
          </a:bodyPr>
          <a:lstStyle/>
          <a:p>
            <a:pPr algn="ctr"/>
            <a:r>
              <a:rPr lang="de-DE" sz="1000" dirty="0">
                <a:latin typeface="Pangolin" panose="00000500000000000000" pitchFamily="2" charset="0"/>
              </a:rPr>
              <a:t>- 2 x 10^9</a:t>
            </a:r>
          </a:p>
          <a:p>
            <a:pPr algn="ctr"/>
            <a:r>
              <a:rPr lang="de-DE" sz="1000" dirty="0">
                <a:latin typeface="Pangolin" panose="00000500000000000000" pitchFamily="2" charset="0"/>
              </a:rPr>
              <a:t>+ 2 x 10^9</a:t>
            </a:r>
          </a:p>
          <a:p>
            <a:pPr algn="ctr"/>
            <a:endParaRPr lang="de-DE" sz="1000" dirty="0">
              <a:latin typeface="Pangolin" panose="00000500000000000000" pitchFamily="2" charset="0"/>
            </a:endParaRPr>
          </a:p>
        </p:txBody>
      </p:sp>
      <p:sp>
        <p:nvSpPr>
          <p:cNvPr id="42" name="Textfeld 41">
            <a:extLst>
              <a:ext uri="{FF2B5EF4-FFF2-40B4-BE49-F238E27FC236}">
                <a16:creationId xmlns:a16="http://schemas.microsoft.com/office/drawing/2014/main" id="{31D36F4A-632C-3CB9-F129-0F4997B90212}"/>
              </a:ext>
              <a:ext uri="{C183D7F6-B498-43B3-948B-1728B52AA6E4}">
                <adec:decorative xmlns:adec="http://schemas.microsoft.com/office/drawing/2017/decorative" val="1"/>
              </a:ext>
            </a:extLst>
          </p:cNvPr>
          <p:cNvSpPr txBox="1"/>
          <p:nvPr/>
        </p:nvSpPr>
        <p:spPr>
          <a:xfrm>
            <a:off x="3595566" y="2235342"/>
            <a:ext cx="794580" cy="400110"/>
          </a:xfrm>
          <a:prstGeom prst="rect">
            <a:avLst/>
          </a:prstGeom>
          <a:noFill/>
        </p:spPr>
        <p:txBody>
          <a:bodyPr wrap="square">
            <a:spAutoFit/>
          </a:bodyPr>
          <a:lstStyle/>
          <a:p>
            <a:pPr algn="ctr"/>
            <a:r>
              <a:rPr lang="de-DE" sz="1000" dirty="0">
                <a:latin typeface="Pangolin" panose="00000500000000000000" pitchFamily="2" charset="0"/>
              </a:rPr>
              <a:t>- 9 x 10^18</a:t>
            </a:r>
          </a:p>
          <a:p>
            <a:pPr algn="ctr"/>
            <a:r>
              <a:rPr lang="de-DE" sz="1000" dirty="0">
                <a:latin typeface="Pangolin" panose="00000500000000000000" pitchFamily="2" charset="0"/>
              </a:rPr>
              <a:t>+ 9 x 10^18</a:t>
            </a:r>
          </a:p>
        </p:txBody>
      </p:sp>
      <p:sp>
        <p:nvSpPr>
          <p:cNvPr id="43" name="Textfeld 42">
            <a:extLst>
              <a:ext uri="{FF2B5EF4-FFF2-40B4-BE49-F238E27FC236}">
                <a16:creationId xmlns:a16="http://schemas.microsoft.com/office/drawing/2014/main" id="{24276ACB-8496-43AC-04BA-A03BB5A38605}"/>
              </a:ext>
              <a:ext uri="{C183D7F6-B498-43B3-948B-1728B52AA6E4}">
                <adec:decorative xmlns:adec="http://schemas.microsoft.com/office/drawing/2017/decorative" val="1"/>
              </a:ext>
            </a:extLst>
          </p:cNvPr>
          <p:cNvSpPr txBox="1"/>
          <p:nvPr/>
        </p:nvSpPr>
        <p:spPr>
          <a:xfrm>
            <a:off x="4298011" y="2001547"/>
            <a:ext cx="933987" cy="400110"/>
          </a:xfrm>
          <a:prstGeom prst="rect">
            <a:avLst/>
          </a:prstGeom>
          <a:noFill/>
        </p:spPr>
        <p:txBody>
          <a:bodyPr wrap="square">
            <a:spAutoFit/>
          </a:bodyPr>
          <a:lstStyle/>
          <a:p>
            <a:pPr algn="ctr"/>
            <a:r>
              <a:rPr lang="de-DE" sz="1000" dirty="0">
                <a:latin typeface="Pangolin" panose="00000500000000000000" pitchFamily="2" charset="0"/>
              </a:rPr>
              <a:t>+ - 1,4E - 45</a:t>
            </a:r>
          </a:p>
          <a:p>
            <a:pPr algn="ctr"/>
            <a:r>
              <a:rPr lang="de-DE" sz="1000" dirty="0">
                <a:latin typeface="Pangolin" panose="00000500000000000000" pitchFamily="2" charset="0"/>
              </a:rPr>
              <a:t>+ - 3,4E + 38</a:t>
            </a:r>
          </a:p>
        </p:txBody>
      </p:sp>
      <p:sp>
        <p:nvSpPr>
          <p:cNvPr id="44" name="Textfeld 43">
            <a:extLst>
              <a:ext uri="{FF2B5EF4-FFF2-40B4-BE49-F238E27FC236}">
                <a16:creationId xmlns:a16="http://schemas.microsoft.com/office/drawing/2014/main" id="{087FC547-8212-FAED-782E-477431D39B39}"/>
              </a:ext>
              <a:ext uri="{C183D7F6-B498-43B3-948B-1728B52AA6E4}">
                <adec:decorative xmlns:adec="http://schemas.microsoft.com/office/drawing/2017/decorative" val="1"/>
              </a:ext>
            </a:extLst>
          </p:cNvPr>
          <p:cNvSpPr txBox="1"/>
          <p:nvPr/>
        </p:nvSpPr>
        <p:spPr>
          <a:xfrm>
            <a:off x="5330898" y="1285982"/>
            <a:ext cx="933987" cy="400110"/>
          </a:xfrm>
          <a:prstGeom prst="rect">
            <a:avLst/>
          </a:prstGeom>
          <a:noFill/>
        </p:spPr>
        <p:txBody>
          <a:bodyPr wrap="square">
            <a:spAutoFit/>
          </a:bodyPr>
          <a:lstStyle/>
          <a:p>
            <a:pPr algn="ctr"/>
            <a:r>
              <a:rPr lang="de-DE" sz="1000" dirty="0">
                <a:latin typeface="Pangolin" panose="00000500000000000000" pitchFamily="2" charset="0"/>
              </a:rPr>
              <a:t>+ - 4,9E - 324</a:t>
            </a:r>
          </a:p>
          <a:p>
            <a:pPr algn="ctr"/>
            <a:r>
              <a:rPr lang="de-DE" sz="1000" dirty="0">
                <a:latin typeface="Pangolin" panose="00000500000000000000" pitchFamily="2" charset="0"/>
              </a:rPr>
              <a:t>+ - 1,7E + 308</a:t>
            </a:r>
          </a:p>
        </p:txBody>
      </p:sp>
      <p:sp>
        <p:nvSpPr>
          <p:cNvPr id="45" name="Textfeld 44">
            <a:extLst>
              <a:ext uri="{FF2B5EF4-FFF2-40B4-BE49-F238E27FC236}">
                <a16:creationId xmlns:a16="http://schemas.microsoft.com/office/drawing/2014/main" id="{45931500-07D4-407B-75AA-A7C56B14725B}"/>
              </a:ext>
              <a:ext uri="{C183D7F6-B498-43B3-948B-1728B52AA6E4}">
                <adec:decorative xmlns:adec="http://schemas.microsoft.com/office/drawing/2017/decorative" val="1"/>
              </a:ext>
            </a:extLst>
          </p:cNvPr>
          <p:cNvSpPr txBox="1"/>
          <p:nvPr/>
        </p:nvSpPr>
        <p:spPr>
          <a:xfrm>
            <a:off x="1563561" y="3168528"/>
            <a:ext cx="579564" cy="246221"/>
          </a:xfrm>
          <a:prstGeom prst="rect">
            <a:avLst/>
          </a:prstGeom>
          <a:noFill/>
        </p:spPr>
        <p:txBody>
          <a:bodyPr wrap="square">
            <a:spAutoFit/>
          </a:bodyPr>
          <a:lstStyle/>
          <a:p>
            <a:pPr algn="ctr"/>
            <a:r>
              <a:rPr lang="de-DE" sz="1000" dirty="0">
                <a:latin typeface="Pangolin" panose="00000500000000000000" pitchFamily="2" charset="0"/>
              </a:rPr>
              <a:t>BYTE</a:t>
            </a:r>
            <a:endParaRPr lang="de-AT" sz="1000"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A83FD09-F813-4A55-9ECE-CD1BE1FAF5C3}"/>
              </a:ext>
              <a:ext uri="{C183D7F6-B498-43B3-948B-1728B52AA6E4}">
                <adec:decorative xmlns:adec="http://schemas.microsoft.com/office/drawing/2017/decorative" val="1"/>
              </a:ext>
            </a:extLst>
          </p:cNvPr>
          <p:cNvSpPr txBox="1"/>
          <p:nvPr/>
        </p:nvSpPr>
        <p:spPr>
          <a:xfrm>
            <a:off x="2252656" y="3158136"/>
            <a:ext cx="579564" cy="246221"/>
          </a:xfrm>
          <a:prstGeom prst="rect">
            <a:avLst/>
          </a:prstGeom>
          <a:noFill/>
        </p:spPr>
        <p:txBody>
          <a:bodyPr wrap="square">
            <a:spAutoFit/>
          </a:bodyPr>
          <a:lstStyle/>
          <a:p>
            <a:pPr algn="ctr"/>
            <a:r>
              <a:rPr lang="de-DE" sz="1000" dirty="0">
                <a:latin typeface="Pangolin" panose="00000500000000000000" pitchFamily="2" charset="0"/>
              </a:rPr>
              <a:t>SHORT</a:t>
            </a:r>
            <a:endParaRPr lang="de-AT" sz="1000" dirty="0">
              <a:solidFill>
                <a:schemeClr val="tx1"/>
              </a:solidFill>
              <a:latin typeface="Pangolin" panose="00000500000000000000" pitchFamily="2" charset="0"/>
            </a:endParaRPr>
          </a:p>
        </p:txBody>
      </p:sp>
      <p:sp>
        <p:nvSpPr>
          <p:cNvPr id="47" name="Textfeld 46">
            <a:extLst>
              <a:ext uri="{FF2B5EF4-FFF2-40B4-BE49-F238E27FC236}">
                <a16:creationId xmlns:a16="http://schemas.microsoft.com/office/drawing/2014/main" id="{597F2C66-4674-6A0D-AFF5-902785FE7299}"/>
              </a:ext>
              <a:ext uri="{C183D7F6-B498-43B3-948B-1728B52AA6E4}">
                <adec:decorative xmlns:adec="http://schemas.microsoft.com/office/drawing/2017/decorative" val="1"/>
              </a:ext>
            </a:extLst>
          </p:cNvPr>
          <p:cNvSpPr txBox="1"/>
          <p:nvPr/>
        </p:nvSpPr>
        <p:spPr>
          <a:xfrm>
            <a:off x="2952002" y="3142987"/>
            <a:ext cx="579564" cy="246221"/>
          </a:xfrm>
          <a:prstGeom prst="rect">
            <a:avLst/>
          </a:prstGeom>
          <a:noFill/>
        </p:spPr>
        <p:txBody>
          <a:bodyPr wrap="square">
            <a:spAutoFit/>
          </a:bodyPr>
          <a:lstStyle/>
          <a:p>
            <a:pPr algn="ctr"/>
            <a:r>
              <a:rPr lang="de-DE" sz="1000" dirty="0">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B18276A5-5435-38CE-3120-C4921D9DFCF6}"/>
              </a:ext>
              <a:ext uri="{C183D7F6-B498-43B3-948B-1728B52AA6E4}">
                <adec:decorative xmlns:adec="http://schemas.microsoft.com/office/drawing/2017/decorative" val="1"/>
              </a:ext>
            </a:extLst>
          </p:cNvPr>
          <p:cNvSpPr txBox="1"/>
          <p:nvPr/>
        </p:nvSpPr>
        <p:spPr>
          <a:xfrm>
            <a:off x="3703074" y="3142986"/>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LONG</a:t>
            </a:r>
            <a:endParaRPr lang="de-AT" sz="1000" dirty="0">
              <a:solidFill>
                <a:schemeClr val="tx1"/>
              </a:solidFill>
              <a:latin typeface="Pangolin" panose="00000500000000000000" pitchFamily="2" charset="0"/>
            </a:endParaRPr>
          </a:p>
        </p:txBody>
      </p:sp>
      <p:sp>
        <p:nvSpPr>
          <p:cNvPr id="49" name="Textfeld 48">
            <a:extLst>
              <a:ext uri="{FF2B5EF4-FFF2-40B4-BE49-F238E27FC236}">
                <a16:creationId xmlns:a16="http://schemas.microsoft.com/office/drawing/2014/main" id="{2CC38548-61F2-1E35-4BA5-D456C9E43255}"/>
              </a:ext>
              <a:ext uri="{C183D7F6-B498-43B3-948B-1728B52AA6E4}">
                <adec:decorative xmlns:adec="http://schemas.microsoft.com/office/drawing/2017/decorative" val="1"/>
              </a:ext>
            </a:extLst>
          </p:cNvPr>
          <p:cNvSpPr txBox="1"/>
          <p:nvPr/>
        </p:nvSpPr>
        <p:spPr>
          <a:xfrm>
            <a:off x="4475222" y="3142985"/>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FLOAT</a:t>
            </a:r>
            <a:endParaRPr lang="de-AT" sz="1000" dirty="0">
              <a:solidFill>
                <a:schemeClr val="tx1"/>
              </a:solidFill>
              <a:latin typeface="Pangolin" panose="00000500000000000000" pitchFamily="2" charset="0"/>
            </a:endParaRPr>
          </a:p>
        </p:txBody>
      </p:sp>
      <p:sp>
        <p:nvSpPr>
          <p:cNvPr id="50" name="Textfeld 49">
            <a:extLst>
              <a:ext uri="{FF2B5EF4-FFF2-40B4-BE49-F238E27FC236}">
                <a16:creationId xmlns:a16="http://schemas.microsoft.com/office/drawing/2014/main" id="{289E974F-267B-D965-0D79-42F75605F5C5}"/>
              </a:ext>
              <a:ext uri="{C183D7F6-B498-43B3-948B-1728B52AA6E4}">
                <adec:decorative xmlns:adec="http://schemas.microsoft.com/office/drawing/2017/decorative" val="1"/>
              </a:ext>
            </a:extLst>
          </p:cNvPr>
          <p:cNvSpPr txBox="1"/>
          <p:nvPr/>
        </p:nvSpPr>
        <p:spPr>
          <a:xfrm>
            <a:off x="5407098" y="3135367"/>
            <a:ext cx="695761" cy="246221"/>
          </a:xfrm>
          <a:prstGeom prst="rect">
            <a:avLst/>
          </a:prstGeom>
          <a:noFill/>
        </p:spPr>
        <p:txBody>
          <a:bodyPr wrap="square">
            <a:spAutoFit/>
          </a:bodyPr>
          <a:lstStyle/>
          <a:p>
            <a:pPr algn="ctr"/>
            <a:r>
              <a:rPr lang="de-DE" sz="1000" dirty="0">
                <a:latin typeface="Pangolin" panose="00000500000000000000" pitchFamily="2" charset="0"/>
              </a:rPr>
              <a:t>DOUBLE</a:t>
            </a: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D5A7219B-7E39-05E9-A287-A4D847B09141}"/>
              </a:ext>
              <a:ext uri="{C183D7F6-B498-43B3-948B-1728B52AA6E4}">
                <adec:decorative xmlns:adec="http://schemas.microsoft.com/office/drawing/2017/decorative" val="1"/>
              </a:ext>
            </a:extLst>
          </p:cNvPr>
          <p:cNvSpPr txBox="1"/>
          <p:nvPr/>
        </p:nvSpPr>
        <p:spPr>
          <a:xfrm>
            <a:off x="3359118" y="60084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7">
            <p14:nvContentPartPr>
              <p14: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14:cNvPr>
              <p14:cNvContentPartPr/>
              <p14:nvPr/>
            </p14:nvContentPartPr>
            <p14:xfrm>
              <a:off x="3496570" y="5720660"/>
              <a:ext cx="217440" cy="27360"/>
            </p14:xfrm>
          </p:contentPart>
        </mc:Choice>
        <mc:Fallback xmlns="">
          <p:pic>
            <p:nvPicPr>
              <p: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cNvPr>
              <p:cNvPicPr/>
              <p:nvPr/>
            </p:nvPicPr>
            <p:blipFill>
              <a:blip r:embed="rId8"/>
              <a:stretch>
                <a:fillRect/>
              </a:stretch>
            </p:blipFill>
            <p:spPr>
              <a:xfrm>
                <a:off x="3433570" y="5657660"/>
                <a:ext cx="343080" cy="153000"/>
              </a:xfrm>
              <a:prstGeom prst="rect">
                <a:avLst/>
              </a:prstGeom>
            </p:spPr>
          </p:pic>
        </mc:Fallback>
      </mc:AlternateContent>
      <p:sp>
        <p:nvSpPr>
          <p:cNvPr id="51" name="Textfeld 50">
            <a:extLst>
              <a:ext uri="{FF2B5EF4-FFF2-40B4-BE49-F238E27FC236}">
                <a16:creationId xmlns:a16="http://schemas.microsoft.com/office/drawing/2014/main" id="{72D3B4C2-3220-2860-C47D-AB1EACDC0D45}"/>
              </a:ext>
              <a:ext uri="{C183D7F6-B498-43B3-948B-1728B52AA6E4}">
                <adec:decorative xmlns:adec="http://schemas.microsoft.com/office/drawing/2017/decorative" val="1"/>
              </a:ext>
            </a:extLst>
          </p:cNvPr>
          <p:cNvSpPr txBox="1"/>
          <p:nvPr/>
        </p:nvSpPr>
        <p:spPr>
          <a:xfrm>
            <a:off x="3235467" y="5613768"/>
            <a:ext cx="685871" cy="246221"/>
          </a:xfrm>
          <a:prstGeom prst="rect">
            <a:avLst/>
          </a:prstGeom>
          <a:noFill/>
        </p:spPr>
        <p:txBody>
          <a:bodyPr wrap="square">
            <a:spAutoFit/>
          </a:bodyPr>
          <a:lstStyle/>
          <a:p>
            <a:pPr algn="ctr"/>
            <a:r>
              <a:rPr lang="de-DE" sz="1000" dirty="0">
                <a:latin typeface="Pangolin" panose="00000500000000000000" pitchFamily="2" charset="0"/>
              </a:rPr>
              <a:t>20 + 20</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C11BE9CA-E9E8-4781-9ABE-4ADD14A982EF}"/>
              </a:ext>
              <a:ext uri="{C183D7F6-B498-43B3-948B-1728B52AA6E4}">
                <adec:decorative xmlns:adec="http://schemas.microsoft.com/office/drawing/2017/decorative" val="1"/>
              </a:ext>
            </a:extLst>
          </p:cNvPr>
          <p:cNvSpPr txBox="1"/>
          <p:nvPr/>
        </p:nvSpPr>
        <p:spPr>
          <a:xfrm>
            <a:off x="3403481" y="5750291"/>
            <a:ext cx="346069"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F5095267-8D9D-01D8-0915-F56ACA89B1E3}"/>
              </a:ext>
              <a:ext uri="{C183D7F6-B498-43B3-948B-1728B52AA6E4}">
                <adec:decorative xmlns:adec="http://schemas.microsoft.com/office/drawing/2017/decorative" val="1"/>
              </a:ext>
            </a:extLst>
          </p:cNvPr>
          <p:cNvSpPr txBox="1"/>
          <p:nvPr/>
        </p:nvSpPr>
        <p:spPr>
          <a:xfrm>
            <a:off x="5502752" y="59957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p:sp>
        <p:nvSpPr>
          <p:cNvPr id="63" name="Textfeld 62">
            <a:extLst>
              <a:ext uri="{FF2B5EF4-FFF2-40B4-BE49-F238E27FC236}">
                <a16:creationId xmlns:a16="http://schemas.microsoft.com/office/drawing/2014/main" id="{A04099B2-9B3F-8074-988F-991C52779581}"/>
              </a:ext>
              <a:ext uri="{C183D7F6-B498-43B3-948B-1728B52AA6E4}">
                <adec:decorative xmlns:adec="http://schemas.microsoft.com/office/drawing/2017/decorative" val="1"/>
              </a:ext>
            </a:extLst>
          </p:cNvPr>
          <p:cNvSpPr txBox="1"/>
          <p:nvPr/>
        </p:nvSpPr>
        <p:spPr>
          <a:xfrm>
            <a:off x="1732655" y="523495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4" name="Textfeld 63">
            <a:extLst>
              <a:ext uri="{FF2B5EF4-FFF2-40B4-BE49-F238E27FC236}">
                <a16:creationId xmlns:a16="http://schemas.microsoft.com/office/drawing/2014/main" id="{589D93BE-A3EF-212F-34AF-1432A5CE7719}"/>
              </a:ext>
              <a:ext uri="{C183D7F6-B498-43B3-948B-1728B52AA6E4}">
                <adec:decorative xmlns:adec="http://schemas.microsoft.com/office/drawing/2017/decorative" val="1"/>
              </a:ext>
            </a:extLst>
          </p:cNvPr>
          <p:cNvSpPr txBox="1"/>
          <p:nvPr/>
        </p:nvSpPr>
        <p:spPr>
          <a:xfrm>
            <a:off x="363759" y="531070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8" name="Textfeld 67">
            <a:extLst>
              <a:ext uri="{FF2B5EF4-FFF2-40B4-BE49-F238E27FC236}">
                <a16:creationId xmlns:a16="http://schemas.microsoft.com/office/drawing/2014/main" id="{122730FB-B697-074D-4610-E60B2D49A719}"/>
              </a:ext>
              <a:ext uri="{C183D7F6-B498-43B3-948B-1728B52AA6E4}">
                <adec:decorative xmlns:adec="http://schemas.microsoft.com/office/drawing/2017/decorative" val="1"/>
              </a:ext>
            </a:extLst>
          </p:cNvPr>
          <p:cNvSpPr txBox="1"/>
          <p:nvPr/>
        </p:nvSpPr>
        <p:spPr>
          <a:xfrm>
            <a:off x="1146111" y="9125041"/>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9">
            <p14:nvContentPartPr>
              <p14: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14:cNvPr>
              <p14:cNvContentPartPr/>
              <p14:nvPr/>
            </p14:nvContentPartPr>
            <p14:xfrm>
              <a:off x="6184130" y="6140170"/>
              <a:ext cx="70920" cy="38520"/>
            </p14:xfrm>
          </p:contentPart>
        </mc:Choice>
        <mc:Fallback xmlns="">
          <p:pic>
            <p:nvPicPr>
              <p: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cNvPr>
              <p:cNvPicPr/>
              <p:nvPr/>
            </p:nvPicPr>
            <p:blipFill>
              <a:blip r:embed="rId10"/>
              <a:stretch>
                <a:fillRect/>
              </a:stretch>
            </p:blipFill>
            <p:spPr>
              <a:xfrm>
                <a:off x="6148130" y="6104170"/>
                <a:ext cx="142560" cy="110160"/>
              </a:xfrm>
              <a:prstGeom prst="rect">
                <a:avLst/>
              </a:prstGeom>
            </p:spPr>
          </p:pic>
        </mc:Fallback>
      </mc:AlternateContent>
      <p:sp>
        <p:nvSpPr>
          <p:cNvPr id="62" name="Textfeld 61">
            <a:extLst>
              <a:ext uri="{FF2B5EF4-FFF2-40B4-BE49-F238E27FC236}">
                <a16:creationId xmlns:a16="http://schemas.microsoft.com/office/drawing/2014/main" id="{949D98DD-DDF1-AE44-29F6-FC59DF1AC4B8}"/>
              </a:ext>
              <a:ext uri="{C183D7F6-B498-43B3-948B-1728B52AA6E4}">
                <adec:decorative xmlns:adec="http://schemas.microsoft.com/office/drawing/2017/decorative" val="1"/>
              </a:ext>
            </a:extLst>
          </p:cNvPr>
          <p:cNvSpPr txBox="1"/>
          <p:nvPr/>
        </p:nvSpPr>
        <p:spPr>
          <a:xfrm>
            <a:off x="6054121" y="6057193"/>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grpSp>
        <p:nvGrpSpPr>
          <p:cNvPr id="78" name="Gruppieren 77">
            <a:extLst>
              <a:ext uri="{FF2B5EF4-FFF2-40B4-BE49-F238E27FC236}">
                <a16:creationId xmlns:a16="http://schemas.microsoft.com/office/drawing/2014/main" id="{1941AFB4-9AEF-D5D6-808A-DD138927CCCF}"/>
              </a:ext>
              <a:ext uri="{C183D7F6-B498-43B3-948B-1728B52AA6E4}">
                <adec:decorative xmlns:adec="http://schemas.microsoft.com/office/drawing/2017/decorative" val="1"/>
              </a:ext>
            </a:extLst>
          </p:cNvPr>
          <p:cNvGrpSpPr/>
          <p:nvPr/>
        </p:nvGrpSpPr>
        <p:grpSpPr>
          <a:xfrm>
            <a:off x="4833630" y="6101770"/>
            <a:ext cx="148460" cy="64320"/>
            <a:chOff x="4833630" y="6101770"/>
            <a:chExt cx="148460" cy="64320"/>
          </a:xfrm>
        </p:grpSpPr>
        <mc:AlternateContent xmlns:mc="http://schemas.openxmlformats.org/markup-compatibility/2006" xmlns:p14="http://schemas.microsoft.com/office/powerpoint/2010/main">
          <mc:Choice Requires="p14">
            <p:contentPart p14:bwMode="auto" r:id="rId11">
              <p14:nvContentPartPr>
                <p14: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14:cNvPr>
                <p14:cNvContentPartPr/>
                <p14:nvPr/>
              </p14:nvContentPartPr>
              <p14:xfrm>
                <a:off x="4833630" y="6101770"/>
                <a:ext cx="62280" cy="55080"/>
              </p14:xfrm>
            </p:contentPart>
          </mc:Choice>
          <mc:Fallback xmlns="">
            <p:pic>
              <p:nvPicPr>
                <p: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cNvPr>
                <p:cNvPicPr/>
                <p:nvPr/>
              </p:nvPicPr>
              <p:blipFill>
                <a:blip r:embed="rId12"/>
                <a:stretch>
                  <a:fillRect/>
                </a:stretch>
              </p:blipFill>
              <p:spPr>
                <a:xfrm>
                  <a:off x="4824630" y="6092770"/>
                  <a:ext cx="799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14:cNvPr>
                <p14:cNvContentPartPr/>
                <p14:nvPr/>
              </p14:nvContentPartPr>
              <p14:xfrm>
                <a:off x="4905050" y="6162490"/>
                <a:ext cx="360" cy="360"/>
              </p14:xfrm>
            </p:contentPart>
          </mc:Choice>
          <mc:Fallback xmlns="">
            <p:pic>
              <p:nvPicPr>
                <p: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cNvPr>
                <p:cNvPicPr/>
                <p:nvPr/>
              </p:nvPicPr>
              <p:blipFill>
                <a:blip r:embed="rId14"/>
                <a:stretch>
                  <a:fillRect/>
                </a:stretch>
              </p:blipFill>
              <p:spPr>
                <a:xfrm>
                  <a:off x="4869050" y="612649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14:cNvPr>
                <p14:cNvContentPartPr/>
                <p14:nvPr/>
              </p14:nvContentPartPr>
              <p14:xfrm>
                <a:off x="4930610" y="6165730"/>
                <a:ext cx="51480" cy="360"/>
              </p14:xfrm>
            </p:contentPart>
          </mc:Choice>
          <mc:Fallback xmlns="">
            <p:pic>
              <p:nvPicPr>
                <p: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cNvPr>
                <p:cNvPicPr/>
                <p:nvPr/>
              </p:nvPicPr>
              <p:blipFill>
                <a:blip r:embed="rId16"/>
                <a:stretch>
                  <a:fillRect/>
                </a:stretch>
              </p:blipFill>
              <p:spPr>
                <a:xfrm>
                  <a:off x="4894610" y="6129730"/>
                  <a:ext cx="12312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14:cNvPr>
              <p14:cNvContentPartPr/>
              <p14:nvPr/>
            </p14:nvContentPartPr>
            <p14:xfrm>
              <a:off x="5013270" y="6107530"/>
              <a:ext cx="52560" cy="36720"/>
            </p14:xfrm>
          </p:contentPart>
        </mc:Choice>
        <mc:Fallback xmlns="">
          <p:pic>
            <p:nvPicPr>
              <p: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cNvPr>
              <p:cNvPicPr/>
              <p:nvPr/>
            </p:nvPicPr>
            <p:blipFill>
              <a:blip r:embed="rId18"/>
              <a:stretch>
                <a:fillRect/>
              </a:stretch>
            </p:blipFill>
            <p:spPr>
              <a:xfrm>
                <a:off x="5004331" y="6098530"/>
                <a:ext cx="70080" cy="54360"/>
              </a:xfrm>
              <a:prstGeom prst="rect">
                <a:avLst/>
              </a:prstGeom>
            </p:spPr>
          </p:pic>
        </mc:Fallback>
      </mc:AlternateContent>
      <p:grpSp>
        <p:nvGrpSpPr>
          <p:cNvPr id="81" name="Gruppieren 80">
            <a:extLst>
              <a:ext uri="{FF2B5EF4-FFF2-40B4-BE49-F238E27FC236}">
                <a16:creationId xmlns:a16="http://schemas.microsoft.com/office/drawing/2014/main" id="{4842B853-78F3-84FB-E7CD-83AED1086137}"/>
              </a:ext>
              <a:ext uri="{C183D7F6-B498-43B3-948B-1728B52AA6E4}">
                <adec:decorative xmlns:adec="http://schemas.microsoft.com/office/drawing/2017/decorative" val="1"/>
              </a:ext>
            </a:extLst>
          </p:cNvPr>
          <p:cNvGrpSpPr/>
          <p:nvPr/>
        </p:nvGrpSpPr>
        <p:grpSpPr>
          <a:xfrm>
            <a:off x="6122320" y="6084130"/>
            <a:ext cx="202680" cy="56520"/>
            <a:chOff x="6122320" y="6084130"/>
            <a:chExt cx="202680" cy="56520"/>
          </a:xfrm>
        </p:grpSpPr>
        <mc:AlternateContent xmlns:mc="http://schemas.openxmlformats.org/markup-compatibility/2006" xmlns:p14="http://schemas.microsoft.com/office/powerpoint/2010/main">
          <mc:Choice Requires="p14">
            <p:contentPart p14:bwMode="auto" r:id="rId19">
              <p14:nvContentPartPr>
                <p14: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14:cNvPr>
                <p14:cNvContentPartPr/>
                <p14:nvPr/>
              </p14:nvContentPartPr>
              <p14:xfrm>
                <a:off x="6122320" y="6084130"/>
                <a:ext cx="44640" cy="56520"/>
              </p14:xfrm>
            </p:contentPart>
          </mc:Choice>
          <mc:Fallback xmlns="">
            <p:pic>
              <p:nvPicPr>
                <p: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cNvPr>
                <p:cNvPicPr/>
                <p:nvPr/>
              </p:nvPicPr>
              <p:blipFill>
                <a:blip r:embed="rId20"/>
                <a:stretch>
                  <a:fillRect/>
                </a:stretch>
              </p:blipFill>
              <p:spPr>
                <a:xfrm>
                  <a:off x="6113247" y="6075072"/>
                  <a:ext cx="62423" cy="74273"/>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14:cNvPr>
                <p14:cNvContentPartPr/>
                <p14:nvPr/>
              </p14:nvContentPartPr>
              <p14:xfrm>
                <a:off x="6299080" y="6089530"/>
                <a:ext cx="25920" cy="38160"/>
              </p14:xfrm>
            </p:contentPart>
          </mc:Choice>
          <mc:Fallback xmlns="">
            <p:pic>
              <p:nvPicPr>
                <p: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cNvPr>
                <p:cNvPicPr/>
                <p:nvPr/>
              </p:nvPicPr>
              <p:blipFill>
                <a:blip r:embed="rId22"/>
                <a:stretch>
                  <a:fillRect/>
                </a:stretch>
              </p:blipFill>
              <p:spPr>
                <a:xfrm>
                  <a:off x="6290080" y="6080530"/>
                  <a:ext cx="43560" cy="55800"/>
                </a:xfrm>
                <a:prstGeom prst="rect">
                  <a:avLst/>
                </a:prstGeom>
              </p:spPr>
            </p:pic>
          </mc:Fallback>
        </mc:AlternateContent>
      </p:grpSp>
      <p:sp>
        <p:nvSpPr>
          <p:cNvPr id="61" name="Textfeld 60">
            <a:extLst>
              <a:ext uri="{FF2B5EF4-FFF2-40B4-BE49-F238E27FC236}">
                <a16:creationId xmlns:a16="http://schemas.microsoft.com/office/drawing/2014/main" id="{9F504058-470C-7ACA-344F-9CB1498958CD}"/>
              </a:ext>
              <a:ext uri="{C183D7F6-B498-43B3-948B-1728B52AA6E4}">
                <adec:decorative xmlns:adec="http://schemas.microsoft.com/office/drawing/2017/decorative" val="1"/>
              </a:ext>
            </a:extLst>
          </p:cNvPr>
          <p:cNvSpPr txBox="1"/>
          <p:nvPr/>
        </p:nvSpPr>
        <p:spPr>
          <a:xfrm>
            <a:off x="4775000" y="607128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23">
            <p14:nvContentPartPr>
              <p14: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14:cNvPr>
              <p14:cNvContentPartPr/>
              <p14:nvPr/>
            </p14:nvContentPartPr>
            <p14:xfrm>
              <a:off x="523555" y="9258105"/>
              <a:ext cx="360" cy="360"/>
            </p14:xfrm>
          </p:contentPart>
        </mc:Choice>
        <mc:Fallback xmlns="">
          <p:pic>
            <p:nvPicPr>
              <p: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cNvPr>
              <p:cNvPicPr/>
              <p:nvPr/>
            </p:nvPicPr>
            <p:blipFill>
              <a:blip r:embed="rId24"/>
              <a:stretch>
                <a:fillRect/>
              </a:stretch>
            </p:blipFill>
            <p:spPr>
              <a:xfrm>
                <a:off x="514555" y="9249105"/>
                <a:ext cx="18000" cy="18000"/>
              </a:xfrm>
              <a:prstGeom prst="rect">
                <a:avLst/>
              </a:prstGeom>
            </p:spPr>
          </p:pic>
        </mc:Fallback>
      </mc:AlternateContent>
      <p:grpSp>
        <p:nvGrpSpPr>
          <p:cNvPr id="85" name="Gruppieren 84">
            <a:extLst>
              <a:ext uri="{FF2B5EF4-FFF2-40B4-BE49-F238E27FC236}">
                <a16:creationId xmlns:a16="http://schemas.microsoft.com/office/drawing/2014/main" id="{5BCA8E87-6EA2-7E25-748D-098EC599328B}"/>
              </a:ext>
              <a:ext uri="{C183D7F6-B498-43B3-948B-1728B52AA6E4}">
                <adec:decorative xmlns:adec="http://schemas.microsoft.com/office/drawing/2017/decorative" val="1"/>
              </a:ext>
            </a:extLst>
          </p:cNvPr>
          <p:cNvGrpSpPr/>
          <p:nvPr/>
        </p:nvGrpSpPr>
        <p:grpSpPr>
          <a:xfrm>
            <a:off x="475675" y="9240465"/>
            <a:ext cx="226800" cy="64440"/>
            <a:chOff x="475675" y="9240465"/>
            <a:chExt cx="226800" cy="64440"/>
          </a:xfrm>
        </p:grpSpPr>
        <mc:AlternateContent xmlns:mc="http://schemas.openxmlformats.org/markup-compatibility/2006" xmlns:p14="http://schemas.microsoft.com/office/powerpoint/2010/main">
          <mc:Choice Requires="p14">
            <p:contentPart p14:bwMode="auto" r:id="rId25">
              <p14:nvContentPartPr>
                <p14: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14:cNvPr>
                <p14:cNvContentPartPr/>
                <p14:nvPr/>
              </p14:nvContentPartPr>
              <p14:xfrm>
                <a:off x="475675" y="9240465"/>
                <a:ext cx="216720" cy="64440"/>
              </p14:xfrm>
            </p:contentPart>
          </mc:Choice>
          <mc:Fallback xmlns="">
            <p:pic>
              <p:nvPicPr>
                <p: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cNvPr>
                <p:cNvPicPr/>
                <p:nvPr/>
              </p:nvPicPr>
              <p:blipFill>
                <a:blip r:embed="rId26"/>
                <a:stretch>
                  <a:fillRect/>
                </a:stretch>
              </p:blipFill>
              <p:spPr>
                <a:xfrm>
                  <a:off x="466675" y="9231465"/>
                  <a:ext cx="2343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14:cNvPr>
                <p14:cNvContentPartPr/>
                <p14:nvPr/>
              </p14:nvContentPartPr>
              <p14:xfrm>
                <a:off x="672955" y="9242625"/>
                <a:ext cx="29520" cy="34200"/>
              </p14:xfrm>
            </p:contentPart>
          </mc:Choice>
          <mc:Fallback xmlns="">
            <p:pic>
              <p:nvPicPr>
                <p: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cNvPr>
                <p:cNvPicPr/>
                <p:nvPr/>
              </p:nvPicPr>
              <p:blipFill>
                <a:blip r:embed="rId28"/>
                <a:stretch>
                  <a:fillRect/>
                </a:stretch>
              </p:blipFill>
              <p:spPr>
                <a:xfrm>
                  <a:off x="663955" y="9233625"/>
                  <a:ext cx="47160" cy="51840"/>
                </a:xfrm>
                <a:prstGeom prst="rect">
                  <a:avLst/>
                </a:prstGeom>
              </p:spPr>
            </p:pic>
          </mc:Fallback>
        </mc:AlternateContent>
      </p:grpSp>
      <p:grpSp>
        <p:nvGrpSpPr>
          <p:cNvPr id="89" name="Gruppieren 88">
            <a:extLst>
              <a:ext uri="{FF2B5EF4-FFF2-40B4-BE49-F238E27FC236}">
                <a16:creationId xmlns:a16="http://schemas.microsoft.com/office/drawing/2014/main" id="{36243CEE-CB22-8E22-BBE3-4EF9D958D33F}"/>
              </a:ext>
              <a:ext uri="{C183D7F6-B498-43B3-948B-1728B52AA6E4}">
                <adec:decorative xmlns:adec="http://schemas.microsoft.com/office/drawing/2017/decorative" val="1"/>
              </a:ext>
            </a:extLst>
          </p:cNvPr>
          <p:cNvGrpSpPr/>
          <p:nvPr/>
        </p:nvGrpSpPr>
        <p:grpSpPr>
          <a:xfrm>
            <a:off x="1759795" y="9222825"/>
            <a:ext cx="209160" cy="59040"/>
            <a:chOff x="1759795" y="9222825"/>
            <a:chExt cx="209160" cy="59040"/>
          </a:xfrm>
        </p:grpSpPr>
        <mc:AlternateContent xmlns:mc="http://schemas.openxmlformats.org/markup-compatibility/2006" xmlns:p14="http://schemas.microsoft.com/office/powerpoint/2010/main">
          <mc:Choice Requires="p14">
            <p:contentPart p14:bwMode="auto" r:id="rId29">
              <p14:nvContentPartPr>
                <p14: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14:cNvPr>
                <p14:cNvContentPartPr/>
                <p14:nvPr/>
              </p14:nvContentPartPr>
              <p14:xfrm>
                <a:off x="1759795" y="9226065"/>
                <a:ext cx="9000" cy="35640"/>
              </p14:xfrm>
            </p:contentPart>
          </mc:Choice>
          <mc:Fallback xmlns="">
            <p:pic>
              <p:nvPicPr>
                <p: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cNvPr>
                <p:cNvPicPr/>
                <p:nvPr/>
              </p:nvPicPr>
              <p:blipFill>
                <a:blip r:embed="rId30"/>
                <a:stretch>
                  <a:fillRect/>
                </a:stretch>
              </p:blipFill>
              <p:spPr>
                <a:xfrm>
                  <a:off x="1750795" y="9217065"/>
                  <a:ext cx="266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14:cNvPr>
                <p14:cNvContentPartPr/>
                <p14:nvPr/>
              </p14:nvContentPartPr>
              <p14:xfrm>
                <a:off x="1955635" y="9222825"/>
                <a:ext cx="13320" cy="38880"/>
              </p14:xfrm>
            </p:contentPart>
          </mc:Choice>
          <mc:Fallback xmlns="">
            <p:pic>
              <p:nvPicPr>
                <p: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cNvPr>
                <p:cNvPicPr/>
                <p:nvPr/>
              </p:nvPicPr>
              <p:blipFill>
                <a:blip r:embed="rId32"/>
                <a:stretch>
                  <a:fillRect/>
                </a:stretch>
              </p:blipFill>
              <p:spPr>
                <a:xfrm>
                  <a:off x="1946872" y="9213825"/>
                  <a:ext cx="30496"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14:cNvPr>
                <p14:cNvContentPartPr/>
                <p14:nvPr/>
              </p14:nvContentPartPr>
              <p14:xfrm>
                <a:off x="1782835" y="9235785"/>
                <a:ext cx="168120" cy="46080"/>
              </p14:xfrm>
            </p:contentPart>
          </mc:Choice>
          <mc:Fallback xmlns="">
            <p:pic>
              <p:nvPicPr>
                <p: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cNvPr>
                <p:cNvPicPr/>
                <p:nvPr/>
              </p:nvPicPr>
              <p:blipFill>
                <a:blip r:embed="rId34"/>
                <a:stretch>
                  <a:fillRect/>
                </a:stretch>
              </p:blipFill>
              <p:spPr>
                <a:xfrm>
                  <a:off x="1773835" y="9226785"/>
                  <a:ext cx="185760" cy="63720"/>
                </a:xfrm>
                <a:prstGeom prst="rect">
                  <a:avLst/>
                </a:prstGeom>
              </p:spPr>
            </p:pic>
          </mc:Fallback>
        </mc:AlternateContent>
      </p:grpSp>
      <p:sp>
        <p:nvSpPr>
          <p:cNvPr id="66" name="Textfeld 65">
            <a:extLst>
              <a:ext uri="{FF2B5EF4-FFF2-40B4-BE49-F238E27FC236}">
                <a16:creationId xmlns:a16="http://schemas.microsoft.com/office/drawing/2014/main" id="{962A9978-9F77-126F-377A-451892AE335D}"/>
              </a:ext>
              <a:ext uri="{C183D7F6-B498-43B3-948B-1728B52AA6E4}">
                <adec:decorative xmlns:adec="http://schemas.microsoft.com/office/drawing/2017/decorative" val="1"/>
              </a:ext>
            </a:extLst>
          </p:cNvPr>
          <p:cNvSpPr txBox="1"/>
          <p:nvPr/>
        </p:nvSpPr>
        <p:spPr>
          <a:xfrm>
            <a:off x="415427" y="9206877"/>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7" name="Textfeld 66">
            <a:extLst>
              <a:ext uri="{FF2B5EF4-FFF2-40B4-BE49-F238E27FC236}">
                <a16:creationId xmlns:a16="http://schemas.microsoft.com/office/drawing/2014/main" id="{4D99870D-2A20-0F20-7176-26692DCBF015}"/>
              </a:ext>
              <a:ext uri="{C183D7F6-B498-43B3-948B-1728B52AA6E4}">
                <adec:decorative xmlns:adec="http://schemas.microsoft.com/office/drawing/2017/decorative" val="1"/>
              </a:ext>
            </a:extLst>
          </p:cNvPr>
          <p:cNvSpPr txBox="1"/>
          <p:nvPr/>
        </p:nvSpPr>
        <p:spPr>
          <a:xfrm>
            <a:off x="1686658" y="918830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8AB08D64-E2B2-BA0E-7240-8E11767F6F47}"/>
              </a:ext>
              <a:ext uri="{C183D7F6-B498-43B3-948B-1728B52AA6E4}">
                <adec:decorative xmlns:adec="http://schemas.microsoft.com/office/drawing/2017/decorative" val="1"/>
              </a:ext>
            </a:extLst>
          </p:cNvPr>
          <p:cNvSpPr txBox="1"/>
          <p:nvPr/>
        </p:nvSpPr>
        <p:spPr>
          <a:xfrm>
            <a:off x="1029177" y="6280191"/>
            <a:ext cx="346070" cy="246221"/>
          </a:xfrm>
          <a:prstGeom prst="rect">
            <a:avLst/>
          </a:prstGeom>
          <a:noFill/>
        </p:spPr>
        <p:txBody>
          <a:bodyPr wrap="square">
            <a:spAutoFit/>
          </a:bodyPr>
          <a:lstStyle/>
          <a:p>
            <a:pPr algn="ctr"/>
            <a:r>
              <a:rPr lang="de-DE" sz="1000" dirty="0" err="1">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2" name="Textfeld 49">
            <a:extLst>
              <a:ext uri="{FF2B5EF4-FFF2-40B4-BE49-F238E27FC236}">
                <a16:creationId xmlns:a16="http://schemas.microsoft.com/office/drawing/2014/main" id="{02BD2F2F-E5C9-CF29-DB1F-A56A5605DE9A}"/>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Primitive Data Types</a:t>
            </a:r>
          </a:p>
        </p:txBody>
      </p:sp>
      <p:sp>
        <p:nvSpPr>
          <p:cNvPr id="17" name="Textfeld 16">
            <a:extLst>
              <a:ext uri="{FF2B5EF4-FFF2-40B4-BE49-F238E27FC236}">
                <a16:creationId xmlns:a16="http://schemas.microsoft.com/office/drawing/2014/main" id="{EAB2CE85-EDAA-40CE-91A0-7CF9037A8673}"/>
              </a:ext>
            </a:extLst>
          </p:cNvPr>
          <p:cNvSpPr txBox="1">
            <a:spLocks noGrp="1"/>
          </p:cNvSpPr>
          <p:nvPr>
            <p:ph type="title" idx="4294967295"/>
          </p:nvPr>
        </p:nvSpPr>
        <p:spPr>
          <a:xfrm>
            <a:off x="355844" y="662534"/>
            <a:ext cx="1854270"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Here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are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our different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containers</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that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we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use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Don‘t</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worry</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about</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the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exact</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number</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ranges</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220637" y="3876453"/>
            <a:ext cx="2012950" cy="400110"/>
          </a:xfrm>
          <a:prstGeom prst="rect">
            <a:avLst/>
          </a:prstGeom>
          <a:noFill/>
        </p:spPr>
        <p:txBody>
          <a:bodyPr wrap="square">
            <a:spAutoFit/>
          </a:bodyPr>
          <a:lstStyle/>
          <a:p>
            <a:pPr algn="ctr"/>
            <a:r>
              <a:rPr lang="de-DE" sz="1000" dirty="0" err="1">
                <a:latin typeface="Pangolin" panose="00000500000000000000" pitchFamily="2" charset="0"/>
              </a:rPr>
              <a:t>Sometimes</a:t>
            </a:r>
            <a:r>
              <a:rPr lang="de-DE" sz="1000" dirty="0">
                <a:latin typeface="Pangolin" panose="00000500000000000000" pitchFamily="2" charset="0"/>
              </a:rPr>
              <a:t> </a:t>
            </a:r>
            <a:r>
              <a:rPr lang="de-DE" sz="1000" dirty="0" err="1">
                <a:latin typeface="Pangolin" panose="00000500000000000000" pitchFamily="2" charset="0"/>
              </a:rPr>
              <a:t>you‘ll</a:t>
            </a:r>
            <a:r>
              <a:rPr lang="de-DE" sz="1000" dirty="0">
                <a:latin typeface="Pangolin" panose="00000500000000000000" pitchFamily="2" charset="0"/>
              </a:rPr>
              <a:t> </a:t>
            </a:r>
            <a:r>
              <a:rPr lang="de-DE" sz="1000" dirty="0" err="1">
                <a:latin typeface="Pangolin" panose="00000500000000000000" pitchFamily="2" charset="0"/>
              </a:rPr>
              <a:t>have</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pour</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contents</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glasses</a:t>
            </a:r>
            <a:r>
              <a:rPr lang="de-DE" sz="1000" dirty="0">
                <a:latin typeface="Pangolin" panose="00000500000000000000" pitchFamily="2" charset="0"/>
              </a:rPr>
              <a:t> </a:t>
            </a:r>
            <a:r>
              <a:rPr lang="de-DE" sz="1000" dirty="0" err="1">
                <a:latin typeface="Pangolin" panose="00000500000000000000" pitchFamily="2" charset="0"/>
              </a:rPr>
              <a:t>into</a:t>
            </a:r>
            <a:r>
              <a:rPr lang="de-DE" sz="1000" dirty="0">
                <a:latin typeface="Pangolin" panose="00000500000000000000" pitchFamily="2" charset="0"/>
              </a:rPr>
              <a:t> </a:t>
            </a:r>
            <a:r>
              <a:rPr lang="de-DE" sz="1000" dirty="0" err="1">
                <a:latin typeface="Pangolin" panose="00000500000000000000" pitchFamily="2" charset="0"/>
              </a:rPr>
              <a:t>others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912771" y="4076508"/>
            <a:ext cx="1280465" cy="246221"/>
          </a:xfrm>
          <a:prstGeom prst="rect">
            <a:avLst/>
          </a:prstGeom>
          <a:noFill/>
        </p:spPr>
        <p:txBody>
          <a:bodyPr wrap="square">
            <a:spAutoFit/>
          </a:bodyPr>
          <a:lstStyle/>
          <a:p>
            <a:pPr algn="ctr"/>
            <a:r>
              <a:rPr lang="de-DE" sz="1000" dirty="0">
                <a:latin typeface="Pangolin" panose="00000500000000000000" pitchFamily="2" charset="0"/>
              </a:rPr>
              <a:t>Easy </a:t>
            </a:r>
            <a:r>
              <a:rPr lang="de-DE" sz="1000" dirty="0" err="1">
                <a:latin typeface="Pangolin" panose="00000500000000000000" pitchFamily="2" charset="0"/>
              </a:rPr>
              <a:t>isn‘t</a:t>
            </a:r>
            <a:r>
              <a:rPr lang="de-DE" sz="1000" dirty="0">
                <a:latin typeface="Pangolin" panose="00000500000000000000" pitchFamily="2" charset="0"/>
              </a:rPr>
              <a:t> </a:t>
            </a:r>
            <a:r>
              <a:rPr lang="de-DE" sz="1000" dirty="0" err="1">
                <a:latin typeface="Pangolin" panose="00000500000000000000" pitchFamily="2" charset="0"/>
              </a:rPr>
              <a:t>it</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63411" y="3958242"/>
            <a:ext cx="1925683" cy="246221"/>
          </a:xfrm>
          <a:prstGeom prst="rect">
            <a:avLst/>
          </a:prstGeom>
          <a:noFill/>
        </p:spPr>
        <p:txBody>
          <a:bodyPr wrap="square">
            <a:spAutoFit/>
          </a:bodyPr>
          <a:lstStyle/>
          <a:p>
            <a:pPr algn="ctr"/>
            <a:r>
              <a:rPr lang="de-DE" sz="1000" dirty="0">
                <a:latin typeface="Pangolin" panose="00000500000000000000" pitchFamily="2" charset="0"/>
              </a:rPr>
              <a:t>Just </a:t>
            </a:r>
            <a:r>
              <a:rPr lang="de-DE" sz="1000" dirty="0" err="1">
                <a:latin typeface="Pangolin" panose="00000500000000000000" pitchFamily="2" charset="0"/>
              </a:rPr>
              <a:t>be</a:t>
            </a:r>
            <a:r>
              <a:rPr lang="de-DE" sz="1000" dirty="0">
                <a:latin typeface="Pangolin" panose="00000500000000000000" pitchFamily="2" charset="0"/>
              </a:rPr>
              <a:t> </a:t>
            </a:r>
            <a:r>
              <a:rPr lang="de-DE" sz="1000" dirty="0" err="1">
                <a:latin typeface="Pangolin" panose="00000500000000000000" pitchFamily="2" charset="0"/>
              </a:rPr>
              <a:t>mindful</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t>
            </a:r>
            <a:r>
              <a:rPr lang="de-DE" sz="1000" dirty="0" err="1">
                <a:latin typeface="Pangolin" panose="00000500000000000000" pitchFamily="2" charset="0"/>
              </a:rPr>
              <a:t>one</a:t>
            </a:r>
            <a:r>
              <a:rPr lang="de-DE" sz="1000" dirty="0">
                <a:latin typeface="Pangolin" panose="00000500000000000000" pitchFamily="2" charset="0"/>
              </a:rPr>
              <a:t> </a:t>
            </a:r>
            <a:r>
              <a:rPr lang="de-DE" sz="1000" dirty="0" err="1">
                <a:latin typeface="Pangolin" panose="00000500000000000000" pitchFamily="2" charset="0"/>
              </a:rPr>
              <a:t>thing</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p:nvPr/>
        </p:nvSpPr>
        <p:spPr>
          <a:xfrm>
            <a:off x="220637" y="6946152"/>
            <a:ext cx="2001066" cy="553998"/>
          </a:xfrm>
          <a:prstGeom prst="rect">
            <a:avLst/>
          </a:prstGeom>
          <a:noFill/>
        </p:spPr>
        <p:txBody>
          <a:bodyPr wrap="square">
            <a:spAutoFit/>
          </a:bodyPr>
          <a:lstStyle/>
          <a:p>
            <a:pPr algn="ctr"/>
            <a:r>
              <a:rPr lang="de-DE" sz="1000" dirty="0" err="1">
                <a:latin typeface="Pangolin" panose="00000500000000000000" pitchFamily="2" charset="0"/>
              </a:rPr>
              <a:t>You‘re</a:t>
            </a:r>
            <a:r>
              <a:rPr lang="de-DE" sz="1000" dirty="0">
                <a:latin typeface="Pangolin" panose="00000500000000000000" pitchFamily="2" charset="0"/>
              </a:rPr>
              <a:t> </a:t>
            </a:r>
            <a:r>
              <a:rPr lang="de-DE" sz="1000" dirty="0" err="1">
                <a:latin typeface="Pangolin" panose="00000500000000000000" pitchFamily="2" charset="0"/>
              </a:rPr>
              <a:t>actually</a:t>
            </a:r>
            <a:r>
              <a:rPr lang="de-DE" sz="1000" dirty="0">
                <a:latin typeface="Pangolin" panose="00000500000000000000" pitchFamily="2" charset="0"/>
              </a:rPr>
              <a:t> not </a:t>
            </a:r>
            <a:r>
              <a:rPr lang="de-DE" sz="1000" dirty="0" err="1">
                <a:latin typeface="Pangolin" panose="00000500000000000000" pitchFamily="2" charset="0"/>
              </a:rPr>
              <a:t>emptying</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original </a:t>
            </a:r>
            <a:r>
              <a:rPr lang="de-DE" sz="1000" dirty="0" err="1">
                <a:latin typeface="Pangolin" panose="00000500000000000000" pitchFamily="2" charset="0"/>
              </a:rPr>
              <a:t>glass</a:t>
            </a:r>
            <a:r>
              <a:rPr lang="de-DE" sz="1000" dirty="0">
                <a:latin typeface="Pangolin" panose="00000500000000000000" pitchFamily="2" charset="0"/>
              </a:rPr>
              <a:t> but </a:t>
            </a:r>
            <a:r>
              <a:rPr lang="de-DE" sz="1000" dirty="0" err="1">
                <a:latin typeface="Pangolin" panose="00000500000000000000" pitchFamily="2" charset="0"/>
              </a:rPr>
              <a:t>copying</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content</a:t>
            </a:r>
            <a:r>
              <a:rPr lang="de-DE" sz="1000" dirty="0">
                <a:latin typeface="Pangolin" panose="00000500000000000000" pitchFamily="2" charset="0"/>
              </a:rPr>
              <a:t> </a:t>
            </a:r>
            <a:r>
              <a:rPr lang="de-DE" sz="1000" dirty="0" err="1">
                <a:latin typeface="Pangolin" panose="00000500000000000000" pitchFamily="2" charset="0"/>
              </a:rPr>
              <a:t>into</a:t>
            </a:r>
            <a:r>
              <a:rPr lang="de-DE" sz="1000" dirty="0">
                <a:latin typeface="Pangolin" panose="00000500000000000000" pitchFamily="2" charset="0"/>
              </a:rPr>
              <a:t> a </a:t>
            </a:r>
            <a:r>
              <a:rPr lang="de-DE" sz="1000" dirty="0" err="1">
                <a:latin typeface="Pangolin" panose="00000500000000000000" pitchFamily="2" charset="0"/>
              </a:rPr>
              <a:t>new</a:t>
            </a:r>
            <a:r>
              <a:rPr lang="de-DE" sz="1000" dirty="0">
                <a:latin typeface="Pangolin" panose="00000500000000000000" pitchFamily="2" charset="0"/>
              </a:rPr>
              <a:t> </a:t>
            </a:r>
            <a:r>
              <a:rPr lang="de-DE" sz="1000" dirty="0" err="1">
                <a:latin typeface="Pangolin" panose="00000500000000000000" pitchFamily="2" charset="0"/>
              </a:rPr>
              <a:t>cup</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430032" y="6942825"/>
            <a:ext cx="2001066" cy="553998"/>
          </a:xfrm>
          <a:prstGeom prst="rect">
            <a:avLst/>
          </a:prstGeom>
          <a:noFill/>
        </p:spPr>
        <p:txBody>
          <a:bodyPr wrap="square">
            <a:spAutoFit/>
          </a:bodyPr>
          <a:lstStyle/>
          <a:p>
            <a:pPr algn="ctr"/>
            <a:r>
              <a:rPr lang="de-DE" sz="1000" dirty="0">
                <a:latin typeface="Pangolin" panose="00000500000000000000" pitchFamily="2" charset="0"/>
              </a:rPr>
              <a:t>Also,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t>
            </a:r>
            <a:r>
              <a:rPr lang="de-DE" sz="1000" dirty="0" err="1">
                <a:latin typeface="Pangolin" panose="00000500000000000000" pitchFamily="2" charset="0"/>
              </a:rPr>
              <a:t>always</a:t>
            </a:r>
            <a:r>
              <a:rPr lang="de-DE" sz="1000" dirty="0">
                <a:latin typeface="Pangolin" panose="00000500000000000000" pitchFamily="2" charset="0"/>
              </a:rPr>
              <a:t> </a:t>
            </a:r>
            <a:r>
              <a:rPr lang="de-DE" sz="1000" dirty="0" err="1">
                <a:latin typeface="Pangolin" panose="00000500000000000000" pitchFamily="2" charset="0"/>
              </a:rPr>
              <a:t>copy</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content</a:t>
            </a:r>
            <a:r>
              <a:rPr lang="de-DE" sz="1000" dirty="0">
                <a:latin typeface="Pangolin" panose="00000500000000000000" pitchFamily="2" charset="0"/>
              </a:rPr>
              <a:t> </a:t>
            </a:r>
            <a:r>
              <a:rPr lang="de-DE" sz="1000" dirty="0" err="1">
                <a:latin typeface="Pangolin" panose="00000500000000000000" pitchFamily="2" charset="0"/>
              </a:rPr>
              <a:t>of</a:t>
            </a:r>
            <a:r>
              <a:rPr lang="de-DE" sz="1000" dirty="0">
                <a:latin typeface="Pangolin" panose="00000500000000000000" pitchFamily="2" charset="0"/>
              </a:rPr>
              <a:t> a </a:t>
            </a:r>
            <a:r>
              <a:rPr lang="de-DE" sz="1000" dirty="0" err="1">
                <a:latin typeface="Pangolin" panose="00000500000000000000" pitchFamily="2" charset="0"/>
              </a:rPr>
              <a:t>smaller</a:t>
            </a:r>
            <a:r>
              <a:rPr lang="de-DE" sz="1000" dirty="0">
                <a:latin typeface="Pangolin" panose="00000500000000000000" pitchFamily="2" charset="0"/>
              </a:rPr>
              <a:t> </a:t>
            </a:r>
            <a:r>
              <a:rPr lang="de-DE" sz="1000" dirty="0" err="1">
                <a:latin typeface="Pangolin" panose="00000500000000000000" pitchFamily="2" charset="0"/>
              </a:rPr>
              <a:t>glass</a:t>
            </a:r>
            <a:r>
              <a:rPr lang="de-DE" sz="1000" dirty="0">
                <a:latin typeface="Pangolin" panose="00000500000000000000" pitchFamily="2" charset="0"/>
              </a:rPr>
              <a:t> </a:t>
            </a:r>
            <a:r>
              <a:rPr lang="de-DE" sz="1000" dirty="0" err="1">
                <a:latin typeface="Pangolin" panose="00000500000000000000" pitchFamily="2" charset="0"/>
              </a:rPr>
              <a:t>into</a:t>
            </a:r>
            <a:r>
              <a:rPr lang="de-DE" sz="1000" dirty="0">
                <a:latin typeface="Pangolin" panose="00000500000000000000" pitchFamily="2" charset="0"/>
              </a:rPr>
              <a:t> a larger </a:t>
            </a:r>
            <a:r>
              <a:rPr lang="de-DE" sz="1000" dirty="0" err="1">
                <a:latin typeface="Pangolin" panose="00000500000000000000" pitchFamily="2" charset="0"/>
              </a:rPr>
              <a:t>one</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597378" y="7025490"/>
            <a:ext cx="2001066" cy="400110"/>
          </a:xfrm>
          <a:prstGeom prst="rect">
            <a:avLst/>
          </a:prstGeom>
          <a:noFill/>
        </p:spPr>
        <p:txBody>
          <a:bodyPr wrap="square">
            <a:spAutoFit/>
          </a:bodyPr>
          <a:lstStyle/>
          <a:p>
            <a:pPr algn="ctr"/>
            <a:r>
              <a:rPr lang="de-DE" sz="1000" dirty="0">
                <a:latin typeface="Pangolin" panose="00000500000000000000" pitchFamily="2" charset="0"/>
              </a:rPr>
              <a:t>But </a:t>
            </a:r>
            <a:r>
              <a:rPr lang="de-DE" sz="1000" dirty="0" err="1">
                <a:latin typeface="Pangolin" panose="00000500000000000000" pitchFamily="2" charset="0"/>
              </a:rPr>
              <a:t>what</a:t>
            </a:r>
            <a:r>
              <a:rPr lang="de-DE" sz="1000" dirty="0">
                <a:latin typeface="Pangolin" panose="00000500000000000000" pitchFamily="2" charset="0"/>
              </a:rPr>
              <a:t> </a:t>
            </a:r>
            <a:r>
              <a:rPr lang="de-DE" sz="1000" dirty="0" err="1">
                <a:latin typeface="Pangolin" panose="00000500000000000000" pitchFamily="2" charset="0"/>
              </a:rPr>
              <a:t>happens</a:t>
            </a:r>
            <a:r>
              <a:rPr lang="de-DE" sz="1000" dirty="0">
                <a:latin typeface="Pangolin" panose="00000500000000000000" pitchFamily="2" charset="0"/>
              </a:rPr>
              <a:t> </a:t>
            </a:r>
            <a:r>
              <a:rPr lang="de-DE" sz="1000" dirty="0" err="1">
                <a:latin typeface="Pangolin" panose="00000500000000000000" pitchFamily="2" charset="0"/>
              </a:rPr>
              <a:t>when</a:t>
            </a:r>
            <a:r>
              <a:rPr lang="de-DE" sz="1000" dirty="0">
                <a:latin typeface="Pangolin" panose="00000500000000000000" pitchFamily="2" charset="0"/>
              </a:rPr>
              <a:t> </a:t>
            </a:r>
            <a:r>
              <a:rPr lang="de-DE" sz="1000" dirty="0" err="1">
                <a:latin typeface="Pangolin" panose="00000500000000000000" pitchFamily="2" charset="0"/>
              </a:rPr>
              <a:t>we</a:t>
            </a:r>
            <a:r>
              <a:rPr lang="de-DE" sz="1000" dirty="0">
                <a:latin typeface="Pangolin" panose="00000500000000000000" pitchFamily="2" charset="0"/>
              </a:rPr>
              <a:t> </a:t>
            </a:r>
            <a:r>
              <a:rPr lang="de-DE" sz="1000" dirty="0" err="1">
                <a:latin typeface="Pangolin" panose="00000500000000000000" pitchFamily="2" charset="0"/>
              </a:rPr>
              <a:t>pour</a:t>
            </a:r>
            <a:r>
              <a:rPr lang="de-DE" sz="1000" dirty="0">
                <a:latin typeface="Pangolin" panose="00000500000000000000" pitchFamily="2" charset="0"/>
              </a:rPr>
              <a:t> a </a:t>
            </a:r>
            <a:r>
              <a:rPr lang="de-DE" sz="1000" dirty="0" err="1">
                <a:latin typeface="Pangolin" panose="00000500000000000000" pitchFamily="2" charset="0"/>
              </a:rPr>
              <a:t>float</a:t>
            </a:r>
            <a:r>
              <a:rPr lang="de-DE" sz="1000" dirty="0">
                <a:latin typeface="Pangolin" panose="00000500000000000000" pitchFamily="2" charset="0"/>
              </a:rPr>
              <a:t> </a:t>
            </a:r>
            <a:r>
              <a:rPr lang="de-DE" sz="1000" dirty="0" err="1">
                <a:latin typeface="Pangolin" panose="00000500000000000000" pitchFamily="2" charset="0"/>
              </a:rPr>
              <a:t>into</a:t>
            </a:r>
            <a:r>
              <a:rPr lang="de-DE" sz="1000" dirty="0">
                <a:latin typeface="Pangolin" panose="00000500000000000000" pitchFamily="2" charset="0"/>
              </a:rPr>
              <a:t> a </a:t>
            </a:r>
            <a:r>
              <a:rPr lang="de-DE" sz="1000" dirty="0" err="1">
                <a:latin typeface="Pangolin" panose="00000500000000000000" pitchFamily="2" charset="0"/>
              </a:rPr>
              <a:t>short</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7" name="Grafik 36">
            <a:extLst>
              <a:ext uri="{FF2B5EF4-FFF2-40B4-BE49-F238E27FC236}">
                <a16:creationId xmlns:a16="http://schemas.microsoft.com/office/drawing/2014/main" id="{9AD545ED-18FB-D098-165F-D16B63FDFBA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3" name="Picture 2">
            <a:extLst>
              <a:ext uri="{FF2B5EF4-FFF2-40B4-BE49-F238E27FC236}">
                <a16:creationId xmlns:a16="http://schemas.microsoft.com/office/drawing/2014/main" id="{B4B5F40C-88AA-0AD0-C897-4688168D43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323" y="4429971"/>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6B3840DB-51DF-3751-0381-BB4053551A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9552" y="1285927"/>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CD11470B-2BE9-04AB-10C6-7962DA3E30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4274" y="1191670"/>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62DFA8EF-2B1C-E1EF-A544-81117E643D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13577" y="1145585"/>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39" name="Grafik 38">
            <a:extLst>
              <a:ext uri="{FF2B5EF4-FFF2-40B4-BE49-F238E27FC236}">
                <a16:creationId xmlns:a16="http://schemas.microsoft.com/office/drawing/2014/main" id="{5EBABF5D-946F-A110-2AA8-21D53264EB7C}"/>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t="36570"/>
          <a:stretch/>
        </p:blipFill>
        <p:spPr>
          <a:xfrm>
            <a:off x="0" y="3622675"/>
            <a:ext cx="6858000" cy="6283017"/>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5727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45031"/>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6579" y="551966"/>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3592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391555" y="6757611"/>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37345" y="674321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456960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B2402043-2606-47B6-9F31-997A13EA6E23}"/>
              </a:ext>
              <a:ext uri="{C183D7F6-B498-43B3-948B-1728B52AA6E4}">
                <adec:decorative xmlns:adec="http://schemas.microsoft.com/office/drawing/2017/decorative" val="1"/>
              </a:ext>
            </a:extLst>
          </p:cNvPr>
          <p:cNvSpPr/>
          <p:nvPr/>
        </p:nvSpPr>
        <p:spPr>
          <a:xfrm>
            <a:off x="2420370" y="363603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04376A3E-D165-FFBF-CC04-67F079FB9B0E}"/>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Primitive Data Types</a:t>
            </a:r>
          </a:p>
        </p:txBody>
      </p:sp>
      <p:sp>
        <p:nvSpPr>
          <p:cNvPr id="12" name="Textfeld 11">
            <a:extLst>
              <a:ext uri="{FF2B5EF4-FFF2-40B4-BE49-F238E27FC236}">
                <a16:creationId xmlns:a16="http://schemas.microsoft.com/office/drawing/2014/main" id="{32370669-B1FA-4A62-883F-48DF8C3FF9DD}"/>
              </a:ext>
            </a:extLst>
          </p:cNvPr>
          <p:cNvSpPr txBox="1">
            <a:spLocks noGrp="1"/>
          </p:cNvSpPr>
          <p:nvPr>
            <p:ph type="title" idx="4294967295"/>
          </p:nvPr>
        </p:nvSpPr>
        <p:spPr>
          <a:xfrm>
            <a:off x="206375" y="919579"/>
            <a:ext cx="2001066"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Only</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part</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of</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it</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will fit.</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594002" y="830545"/>
            <a:ext cx="1664942" cy="400110"/>
          </a:xfrm>
          <a:prstGeom prst="rect">
            <a:avLst/>
          </a:prstGeom>
          <a:noFill/>
        </p:spPr>
        <p:txBody>
          <a:bodyPr wrap="square">
            <a:spAutoFit/>
          </a:bodyPr>
          <a:lstStyle/>
          <a:p>
            <a:pPr algn="ctr"/>
            <a:r>
              <a:rPr lang="de-DE" sz="1000" dirty="0">
                <a:latin typeface="Pangolin" panose="00000500000000000000" pitchFamily="2" charset="0"/>
              </a:rPr>
              <a:t>And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rest</a:t>
            </a:r>
            <a:r>
              <a:rPr lang="de-DE" sz="1000" dirty="0">
                <a:latin typeface="Pangolin" panose="00000500000000000000" pitchFamily="2" charset="0"/>
              </a:rPr>
              <a:t> will </a:t>
            </a:r>
            <a:r>
              <a:rPr lang="de-DE" sz="1000" dirty="0" err="1">
                <a:latin typeface="Pangolin" panose="00000500000000000000" pitchFamily="2" charset="0"/>
              </a:rPr>
              <a:t>leave</a:t>
            </a:r>
            <a:r>
              <a:rPr lang="de-DE" sz="1000" dirty="0">
                <a:latin typeface="Pangolin" panose="00000500000000000000" pitchFamily="2" charset="0"/>
              </a:rPr>
              <a:t> a </a:t>
            </a:r>
            <a:r>
              <a:rPr lang="de-DE" sz="1000" dirty="0" err="1">
                <a:latin typeface="Pangolin" panose="00000500000000000000" pitchFamily="2" charset="0"/>
              </a:rPr>
              <a:t>huge</a:t>
            </a:r>
            <a:r>
              <a:rPr lang="de-DE" sz="1000" dirty="0">
                <a:latin typeface="Pangolin" panose="00000500000000000000" pitchFamily="2" charset="0"/>
              </a:rPr>
              <a:t> </a:t>
            </a:r>
            <a:r>
              <a:rPr lang="de-DE" sz="1000" dirty="0" err="1">
                <a:latin typeface="Pangolin" panose="00000500000000000000" pitchFamily="2" charset="0"/>
              </a:rPr>
              <a:t>mess</a:t>
            </a:r>
            <a:r>
              <a:rPr lang="de-DE" sz="1000" dirty="0">
                <a:latin typeface="Pangolin" panose="00000500000000000000" pitchFamily="2" charset="0"/>
              </a:rPr>
              <a:t> on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counter</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91866" y="871749"/>
            <a:ext cx="2051050" cy="400110"/>
          </a:xfrm>
          <a:prstGeom prst="rect">
            <a:avLst/>
          </a:prstGeom>
          <a:noFill/>
        </p:spPr>
        <p:txBody>
          <a:bodyPr wrap="square">
            <a:spAutoFit/>
          </a:bodyPr>
          <a:lstStyle/>
          <a:p>
            <a:pPr algn="ctr"/>
            <a:r>
              <a:rPr lang="en-US" sz="1000" dirty="0">
                <a:latin typeface="Pangolin" panose="00000500000000000000" pitchFamily="2" charset="0"/>
              </a:rPr>
              <a:t>And whether that’s bad depends on the manager you’re working with,</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89990" y="3928385"/>
            <a:ext cx="1893035" cy="553998"/>
          </a:xfrm>
          <a:prstGeom prst="rect">
            <a:avLst/>
          </a:prstGeom>
          <a:noFill/>
        </p:spPr>
        <p:txBody>
          <a:bodyPr wrap="square">
            <a:spAutoFit/>
          </a:bodyPr>
          <a:lstStyle/>
          <a:p>
            <a:pPr algn="ctr"/>
            <a:r>
              <a:rPr lang="en-US" sz="1000" dirty="0">
                <a:latin typeface="Pangolin" panose="00000500000000000000" pitchFamily="2" charset="0"/>
              </a:rPr>
              <a:t>See this person here? She won’t be bothered much and will clean it up for you.</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529711" y="3996700"/>
            <a:ext cx="1793524" cy="400110"/>
          </a:xfrm>
          <a:prstGeom prst="rect">
            <a:avLst/>
          </a:prstGeom>
          <a:noFill/>
        </p:spPr>
        <p:txBody>
          <a:bodyPr wrap="square">
            <a:spAutoFit/>
          </a:bodyPr>
          <a:lstStyle/>
          <a:p>
            <a:pPr algn="ctr"/>
            <a:r>
              <a:rPr lang="en-US" sz="1000" dirty="0">
                <a:latin typeface="Pangolin" panose="00000500000000000000" pitchFamily="2" charset="0"/>
              </a:rPr>
              <a:t>But NEVER do this under his watch. He will throw a fit!</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0C7EFAAF-7DFA-FE7C-D5E2-A7074C8EC5C3}"/>
              </a:ext>
            </a:extLst>
          </p:cNvPr>
          <p:cNvSpPr txBox="1"/>
          <p:nvPr/>
        </p:nvSpPr>
        <p:spPr>
          <a:xfrm>
            <a:off x="4589552" y="3928385"/>
            <a:ext cx="2001066" cy="400110"/>
          </a:xfrm>
          <a:prstGeom prst="rect">
            <a:avLst/>
          </a:prstGeom>
          <a:noFill/>
        </p:spPr>
        <p:txBody>
          <a:bodyPr wrap="square">
            <a:spAutoFit/>
          </a:bodyPr>
          <a:lstStyle/>
          <a:p>
            <a:pPr algn="ctr"/>
            <a:r>
              <a:rPr lang="de-DE" sz="1000" dirty="0">
                <a:latin typeface="Pangolin" panose="00000500000000000000" pitchFamily="2" charset="0"/>
              </a:rPr>
              <a:t>So </a:t>
            </a:r>
            <a:r>
              <a:rPr lang="de-DE" sz="1000" dirty="0" err="1">
                <a:latin typeface="Pangolin" panose="00000500000000000000" pitchFamily="2" charset="0"/>
              </a:rPr>
              <a:t>depending</a:t>
            </a:r>
            <a:r>
              <a:rPr lang="de-DE" sz="1000" dirty="0">
                <a:latin typeface="Pangolin" panose="00000500000000000000" pitchFamily="2" charset="0"/>
              </a:rPr>
              <a:t> on </a:t>
            </a:r>
            <a:r>
              <a:rPr lang="de-DE" sz="1000" dirty="0" err="1">
                <a:latin typeface="Pangolin" panose="00000500000000000000" pitchFamily="2" charset="0"/>
              </a:rPr>
              <a:t>what</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are</a:t>
            </a:r>
            <a:r>
              <a:rPr lang="de-DE" sz="1000" dirty="0">
                <a:latin typeface="Pangolin" panose="00000500000000000000" pitchFamily="2" charset="0"/>
              </a:rPr>
              <a:t> </a:t>
            </a:r>
            <a:r>
              <a:rPr lang="de-DE" sz="1000" dirty="0" err="1">
                <a:latin typeface="Pangolin" panose="00000500000000000000" pitchFamily="2" charset="0"/>
              </a:rPr>
              <a:t>working</a:t>
            </a:r>
            <a:r>
              <a:rPr lang="de-DE" sz="1000" dirty="0">
                <a:latin typeface="Pangolin" panose="00000500000000000000" pitchFamily="2" charset="0"/>
              </a:rPr>
              <a:t> on, </a:t>
            </a:r>
            <a:r>
              <a:rPr lang="de-DE" sz="1000" dirty="0" err="1">
                <a:latin typeface="Pangolin" panose="00000500000000000000" pitchFamily="2" charset="0"/>
              </a:rPr>
              <a:t>try</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avoid</a:t>
            </a:r>
            <a:r>
              <a:rPr lang="de-DE" sz="1000" dirty="0">
                <a:latin typeface="Pangolin" panose="00000500000000000000" pitchFamily="2" charset="0"/>
              </a:rPr>
              <a:t> it.</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382316" y="6842494"/>
            <a:ext cx="1708381" cy="600164"/>
          </a:xfrm>
          <a:prstGeom prst="rect">
            <a:avLst/>
          </a:prstGeom>
          <a:noFill/>
        </p:spPr>
        <p:txBody>
          <a:bodyPr wrap="square">
            <a:spAutoFit/>
          </a:bodyPr>
          <a:lstStyle/>
          <a:p>
            <a:r>
              <a:rPr lang="en-US" sz="1100" dirty="0">
                <a:solidFill>
                  <a:schemeClr val="tx1"/>
                </a:solidFill>
                <a:latin typeface="Pangolin" panose="00000500000000000000" pitchFamily="2" charset="0"/>
              </a:rPr>
              <a:t>You may ask yourself wh</a:t>
            </a:r>
            <a:r>
              <a:rPr lang="en-US" sz="1100" dirty="0">
                <a:latin typeface="Pangolin" panose="00000500000000000000" pitchFamily="2" charset="0"/>
              </a:rPr>
              <a:t>y don’t we just put everything into doubles.</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2433366" y="6912989"/>
            <a:ext cx="1598682" cy="600164"/>
          </a:xfrm>
          <a:prstGeom prst="rect">
            <a:avLst/>
          </a:prstGeom>
          <a:noFill/>
        </p:spPr>
        <p:txBody>
          <a:bodyPr wrap="square">
            <a:spAutoFit/>
          </a:bodyPr>
          <a:lstStyle/>
          <a:p>
            <a:r>
              <a:rPr lang="en-US" sz="1100" dirty="0">
                <a:solidFill>
                  <a:schemeClr val="tx1"/>
                </a:solidFill>
                <a:latin typeface="Pangolin" panose="00000500000000000000" pitchFamily="2" charset="0"/>
              </a:rPr>
              <a:t>…but there wouldn’t be much space left on the tables…</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4572365" y="9000435"/>
            <a:ext cx="1278892" cy="430887"/>
          </a:xfrm>
          <a:prstGeom prst="rect">
            <a:avLst/>
          </a:prstGeom>
          <a:noFill/>
        </p:spPr>
        <p:txBody>
          <a:bodyPr wrap="square">
            <a:spAutoFit/>
          </a:bodyPr>
          <a:lstStyle/>
          <a:p>
            <a:r>
              <a:rPr lang="en-US" sz="1100" dirty="0">
                <a:solidFill>
                  <a:schemeClr val="tx1"/>
                </a:solidFill>
                <a:latin typeface="Pangolin" panose="00000500000000000000" pitchFamily="2" charset="0"/>
              </a:rPr>
              <a:t>So please choose appropriate sizes.</a:t>
            </a:r>
            <a:endParaRPr lang="de-AT" sz="11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Grafik 27">
            <a:extLst>
              <a:ext uri="{FF2B5EF4-FFF2-40B4-BE49-F238E27FC236}">
                <a16:creationId xmlns:a16="http://schemas.microsoft.com/office/drawing/2014/main" id="{CF681732-E369-9F18-E93D-1D23013E427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15" name="Grafik 14">
            <a:extLst>
              <a:ext uri="{FF2B5EF4-FFF2-40B4-BE49-F238E27FC236}">
                <a16:creationId xmlns:a16="http://schemas.microsoft.com/office/drawing/2014/main" id="{0A767FE3-155B-8ADF-54C8-6254F7B2B2E9}"/>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b="67833"/>
          <a:stretch/>
        </p:blipFill>
        <p:spPr>
          <a:xfrm>
            <a:off x="0" y="308"/>
            <a:ext cx="6858000" cy="3186238"/>
          </a:xfrm>
          <a:prstGeom prst="rect">
            <a:avLst/>
          </a:prstGeom>
        </p:spPr>
      </p:pic>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C459F574-0429-28BD-4745-6B7E810DF460}"/>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Primitive Data Types</a:t>
            </a:r>
          </a:p>
        </p:txBody>
      </p:sp>
      <p:sp>
        <p:nvSpPr>
          <p:cNvPr id="18" name="Textfeld 17">
            <a:extLst>
              <a:ext uri="{FF2B5EF4-FFF2-40B4-BE49-F238E27FC236}">
                <a16:creationId xmlns:a16="http://schemas.microsoft.com/office/drawing/2014/main" id="{1A1AEC66-48A3-4E75-8540-E5458E8C506E}"/>
              </a:ext>
            </a:extLst>
          </p:cNvPr>
          <p:cNvSpPr txBox="1">
            <a:spLocks noGrp="1"/>
          </p:cNvSpPr>
          <p:nvPr>
            <p:ph type="title" idx="4294967295"/>
          </p:nvPr>
        </p:nvSpPr>
        <p:spPr>
          <a:xfrm>
            <a:off x="443163" y="726618"/>
            <a:ext cx="1604579" cy="55399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This is all you need to know to get started,  so enjoy your first da-</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1" name="Textfeld 30">
            <a:extLst>
              <a:ext uri="{FF2B5EF4-FFF2-40B4-BE49-F238E27FC236}">
                <a16:creationId xmlns:a16="http://schemas.microsoft.com/office/drawing/2014/main" id="{8D9F7D9D-801E-BB60-4569-06C9EE350A3C}"/>
              </a:ext>
            </a:extLst>
          </p:cNvPr>
          <p:cNvSpPr txBox="1"/>
          <p:nvPr/>
        </p:nvSpPr>
        <p:spPr>
          <a:xfrm>
            <a:off x="1581825" y="2795504"/>
            <a:ext cx="671982" cy="246221"/>
          </a:xfrm>
          <a:prstGeom prst="rect">
            <a:avLst/>
          </a:prstGeom>
          <a:noFill/>
        </p:spPr>
        <p:txBody>
          <a:bodyPr wrap="square">
            <a:spAutoFit/>
          </a:bodyPr>
          <a:lstStyle/>
          <a:p>
            <a:pPr algn="ctr"/>
            <a:r>
              <a:rPr lang="en-US" sz="1000" dirty="0">
                <a:solidFill>
                  <a:schemeClr val="tx1"/>
                </a:solidFill>
                <a:latin typeface="Pangolin" panose="00000500000000000000" pitchFamily="2" charset="0"/>
              </a:rPr>
              <a:t>Hello!</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481334" y="787580"/>
            <a:ext cx="1821638" cy="553998"/>
          </a:xfrm>
          <a:prstGeom prst="rect">
            <a:avLst/>
          </a:prstGeom>
          <a:noFill/>
        </p:spPr>
        <p:txBody>
          <a:bodyPr wrap="square">
            <a:spAutoFit/>
          </a:bodyPr>
          <a:lstStyle/>
          <a:p>
            <a:pPr algn="ctr"/>
            <a:r>
              <a:rPr lang="en-US" sz="1000" dirty="0">
                <a:latin typeface="Pangolin" panose="00000500000000000000" pitchFamily="2" charset="0"/>
              </a:rPr>
              <a:t>I’m the new hire and my first shift should start today. I was told to come to you.</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742488" y="713739"/>
            <a:ext cx="1729123" cy="659796"/>
          </a:xfrm>
          <a:prstGeom prst="rect">
            <a:avLst/>
          </a:prstGeom>
          <a:noFill/>
        </p:spPr>
        <p:txBody>
          <a:bodyPr wrap="square">
            <a:spAutoFit/>
          </a:bodyPr>
          <a:lstStyle/>
          <a:p>
            <a:pPr algn="ctr">
              <a:lnSpc>
                <a:spcPts val="1500"/>
              </a:lnSpc>
            </a:pPr>
            <a:r>
              <a:rPr lang="en-US" sz="1000" dirty="0">
                <a:latin typeface="Pangolin" panose="00000500000000000000" pitchFamily="2" charset="0"/>
              </a:rPr>
              <a:t>You know what? I’m quite busy, how about you explain them what to do!</a:t>
            </a:r>
            <a:endParaRPr lang="de-AT" sz="1000" dirty="0">
              <a:solidFill>
                <a:schemeClr val="tx1"/>
              </a:solidFill>
              <a:latin typeface="Pangolin" panose="00000500000000000000" pitchFamily="2" charset="0"/>
            </a:endParaRPr>
          </a:p>
        </p:txBody>
      </p:sp>
      <p:sp>
        <p:nvSpPr>
          <p:cNvPr id="12" name="Rechteck 2">
            <a:extLst>
              <a:ext uri="{FF2B5EF4-FFF2-40B4-BE49-F238E27FC236}">
                <a16:creationId xmlns:a16="http://schemas.microsoft.com/office/drawing/2014/main" id="{087991FA-73FB-6CDE-8F92-4948647DE704}"/>
              </a:ext>
            </a:extLst>
          </p:cNvPr>
          <p:cNvSpPr/>
          <p:nvPr/>
        </p:nvSpPr>
        <p:spPr>
          <a:xfrm>
            <a:off x="403784" y="3833750"/>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How </a:t>
            </a:r>
            <a:r>
              <a:rPr lang="de-DE" sz="1000" dirty="0" err="1">
                <a:solidFill>
                  <a:schemeClr val="tx1"/>
                </a:solidFill>
                <a:latin typeface="Pangolin" panose="00000500000000000000" pitchFamily="2" charset="0"/>
              </a:rPr>
              <a:t>would</a:t>
            </a:r>
            <a:r>
              <a:rPr lang="de-DE" sz="1000" dirty="0">
                <a:solidFill>
                  <a:schemeClr val="tx1"/>
                </a:solidFill>
                <a:latin typeface="Pangolin" panose="00000500000000000000" pitchFamily="2" charset="0"/>
              </a:rPr>
              <a:t> you </a:t>
            </a:r>
            <a:r>
              <a:rPr lang="de-DE" sz="1000" dirty="0" err="1">
                <a:solidFill>
                  <a:schemeClr val="tx1"/>
                </a:solidFill>
                <a:latin typeface="Pangolin" panose="00000500000000000000" pitchFamily="2" charset="0"/>
              </a:rPr>
              <a:t>explain</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concept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br>
              <a:rPr lang="de-DE" sz="1000" dirty="0">
                <a:solidFill>
                  <a:schemeClr val="tx1"/>
                </a:solidFill>
                <a:latin typeface="Pangolin" panose="00000500000000000000" pitchFamily="2" charset="0"/>
              </a:rPr>
            </a:br>
            <a:r>
              <a:rPr lang="de-DE" sz="1000" dirty="0">
                <a:solidFill>
                  <a:schemeClr val="tx1"/>
                </a:solidFill>
                <a:latin typeface="Pangolin" panose="00000500000000000000" pitchFamily="2" charset="0"/>
              </a:rPr>
              <a:t>primitive </a:t>
            </a:r>
            <a:r>
              <a:rPr lang="de-DE" sz="1000" dirty="0" err="1">
                <a:solidFill>
                  <a:schemeClr val="tx1"/>
                </a:solidFill>
                <a:latin typeface="Pangolin" panose="00000500000000000000" pitchFamily="2" charset="0"/>
              </a:rPr>
              <a:t>data</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types</a:t>
            </a:r>
            <a:r>
              <a:rPr lang="de-DE" sz="1000" dirty="0">
                <a:solidFill>
                  <a:schemeClr val="tx1"/>
                </a:solidFill>
                <a:latin typeface="Pangolin" panose="00000500000000000000" pitchFamily="2" charset="0"/>
              </a:rPr>
              <a:t> to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new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employee</a:t>
            </a:r>
            <a:r>
              <a:rPr lang="de-DE" sz="1000" dirty="0">
                <a:solidFill>
                  <a:schemeClr val="tx1"/>
                </a:solidFill>
                <a:latin typeface="Pangolin" panose="00000500000000000000" pitchFamily="2" charset="0"/>
              </a:rPr>
              <a:t>? </a:t>
            </a:r>
            <a:br>
              <a:rPr lang="de-DE" sz="1000" dirty="0">
                <a:solidFill>
                  <a:schemeClr val="tx1"/>
                </a:solidFill>
                <a:latin typeface="Pangolin" panose="00000500000000000000" pitchFamily="2" charset="0"/>
              </a:rPr>
            </a:br>
            <a:r>
              <a:rPr lang="de-DE" sz="1000" dirty="0">
                <a:solidFill>
                  <a:schemeClr val="tx1"/>
                </a:solidFill>
                <a:latin typeface="Pangolin" panose="00000500000000000000" pitchFamily="2" charset="0"/>
              </a:rPr>
              <a:t>Use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space</a:t>
            </a:r>
            <a:r>
              <a:rPr lang="de-DE" sz="1000" dirty="0">
                <a:solidFill>
                  <a:schemeClr val="tx1"/>
                </a:solidFill>
                <a:latin typeface="Pangolin" panose="00000500000000000000" pitchFamily="2" charset="0"/>
              </a:rPr>
              <a:t> to </a:t>
            </a:r>
            <a:r>
              <a:rPr lang="de-DE" sz="1000" dirty="0" err="1">
                <a:solidFill>
                  <a:schemeClr val="tx1"/>
                </a:solidFill>
                <a:latin typeface="Pangolin" panose="00000500000000000000" pitchFamily="2" charset="0"/>
              </a:rPr>
              <a:t>make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notes</a:t>
            </a:r>
            <a:r>
              <a:rPr lang="de-DE" sz="1000" dirty="0">
                <a:solidFill>
                  <a:schemeClr val="tx1"/>
                </a:solidFill>
                <a:latin typeface="Pangolin" panose="00000500000000000000" pitchFamily="2" charset="0"/>
              </a:rPr>
              <a:t> and </a:t>
            </a:r>
            <a:r>
              <a:rPr lang="de-DE" sz="1000" dirty="0" err="1">
                <a:solidFill>
                  <a:schemeClr val="tx1"/>
                </a:solidFill>
                <a:latin typeface="Pangolin" panose="00000500000000000000" pitchFamily="2" charset="0"/>
              </a:rPr>
              <a:t>drawings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pic>
        <p:nvPicPr>
          <p:cNvPr id="13" name="Grafik 4">
            <a:extLst>
              <a:ext uri="{FF2B5EF4-FFF2-40B4-BE49-F238E27FC236}">
                <a16:creationId xmlns:a16="http://schemas.microsoft.com/office/drawing/2014/main" id="{10F2B2FA-C82D-6FEC-2D7E-5134381D377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799" y="3759524"/>
            <a:ext cx="304801" cy="256033"/>
          </a:xfrm>
          <a:prstGeom prst="rect">
            <a:avLst/>
          </a:prstGeom>
        </p:spPr>
      </p:pic>
      <p:sp>
        <p:nvSpPr>
          <p:cNvPr id="14" name="Rechteck 1">
            <a:extLst>
              <a:ext uri="{FF2B5EF4-FFF2-40B4-BE49-F238E27FC236}">
                <a16:creationId xmlns:a16="http://schemas.microsoft.com/office/drawing/2014/main" id="{CD026B19-8F30-75E5-8AE2-1FFE09BC4A40}"/>
              </a:ext>
              <a:ext uri="{C183D7F6-B498-43B3-948B-1728B52AA6E4}">
                <adec:decorative xmlns:adec="http://schemas.microsoft.com/office/drawing/2017/decorative" val="1"/>
              </a:ext>
            </a:extLst>
          </p:cNvPr>
          <p:cNvSpPr/>
          <p:nvPr/>
        </p:nvSpPr>
        <p:spPr>
          <a:xfrm>
            <a:off x="225424" y="3619500"/>
            <a:ext cx="6407151" cy="6053138"/>
          </a:xfrm>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196068" y="15329"/>
                  <a:pt x="318082" y="-21016"/>
                  <a:pt x="448501" y="0"/>
                </a:cubicBezTo>
                <a:cubicBezTo>
                  <a:pt x="587211" y="20172"/>
                  <a:pt x="817771" y="-50283"/>
                  <a:pt x="961073" y="0"/>
                </a:cubicBezTo>
                <a:cubicBezTo>
                  <a:pt x="1126110" y="-25695"/>
                  <a:pt x="1435281" y="12224"/>
                  <a:pt x="1601788" y="0"/>
                </a:cubicBezTo>
                <a:cubicBezTo>
                  <a:pt x="1764430" y="21066"/>
                  <a:pt x="2056869" y="44389"/>
                  <a:pt x="2178431" y="0"/>
                </a:cubicBezTo>
                <a:cubicBezTo>
                  <a:pt x="2330077" y="-41640"/>
                  <a:pt x="2611171" y="16842"/>
                  <a:pt x="2691003" y="0"/>
                </a:cubicBezTo>
                <a:cubicBezTo>
                  <a:pt x="2848033" y="-48073"/>
                  <a:pt x="3182600" y="63574"/>
                  <a:pt x="3395790" y="0"/>
                </a:cubicBezTo>
                <a:cubicBezTo>
                  <a:pt x="3624554" y="70194"/>
                  <a:pt x="3817622" y="87847"/>
                  <a:pt x="4100577" y="0"/>
                </a:cubicBezTo>
                <a:cubicBezTo>
                  <a:pt x="4324049" y="-48698"/>
                  <a:pt x="4530152" y="-22606"/>
                  <a:pt x="4869435" y="0"/>
                </a:cubicBezTo>
                <a:cubicBezTo>
                  <a:pt x="5218729" y="-37000"/>
                  <a:pt x="5164127" y="-11526"/>
                  <a:pt x="5446078" y="0"/>
                </a:cubicBezTo>
                <a:cubicBezTo>
                  <a:pt x="5759736" y="6929"/>
                  <a:pt x="5944562" y="-10364"/>
                  <a:pt x="6407151" y="0"/>
                </a:cubicBezTo>
                <a:cubicBezTo>
                  <a:pt x="6410224" y="147178"/>
                  <a:pt x="6407279" y="197085"/>
                  <a:pt x="6407151" y="432366"/>
                </a:cubicBezTo>
                <a:cubicBezTo>
                  <a:pt x="6415455" y="630609"/>
                  <a:pt x="6413092" y="631948"/>
                  <a:pt x="6407151" y="683139"/>
                </a:cubicBezTo>
                <a:cubicBezTo>
                  <a:pt x="6453496" y="750976"/>
                  <a:pt x="6439334" y="1003805"/>
                  <a:pt x="6407151" y="1236569"/>
                </a:cubicBezTo>
                <a:cubicBezTo>
                  <a:pt x="6382799" y="1450379"/>
                  <a:pt x="6394174" y="1427392"/>
                  <a:pt x="6407151" y="1487342"/>
                </a:cubicBezTo>
                <a:cubicBezTo>
                  <a:pt x="6406249" y="1568113"/>
                  <a:pt x="6382118" y="1790647"/>
                  <a:pt x="6407151" y="1859177"/>
                </a:cubicBezTo>
                <a:cubicBezTo>
                  <a:pt x="6413796" y="1943395"/>
                  <a:pt x="6397418" y="2017934"/>
                  <a:pt x="6407151" y="2109950"/>
                </a:cubicBezTo>
                <a:cubicBezTo>
                  <a:pt x="6444574" y="2195632"/>
                  <a:pt x="6419218" y="2412534"/>
                  <a:pt x="6407151" y="2542317"/>
                </a:cubicBezTo>
                <a:cubicBezTo>
                  <a:pt x="6340591" y="2654146"/>
                  <a:pt x="6432922" y="2884432"/>
                  <a:pt x="6407151" y="3035216"/>
                </a:cubicBezTo>
                <a:cubicBezTo>
                  <a:pt x="6351284" y="3168506"/>
                  <a:pt x="6454637" y="3366846"/>
                  <a:pt x="6407151" y="3528114"/>
                </a:cubicBezTo>
                <a:cubicBezTo>
                  <a:pt x="6403480" y="3663838"/>
                  <a:pt x="6417098" y="3666454"/>
                  <a:pt x="6407151" y="3778887"/>
                </a:cubicBezTo>
                <a:cubicBezTo>
                  <a:pt x="6404974" y="3876055"/>
                  <a:pt x="6399609" y="4009076"/>
                  <a:pt x="6407151" y="4150722"/>
                </a:cubicBezTo>
                <a:cubicBezTo>
                  <a:pt x="6440535" y="4280639"/>
                  <a:pt x="6408434" y="4404604"/>
                  <a:pt x="6407151" y="4643621"/>
                </a:cubicBezTo>
                <a:cubicBezTo>
                  <a:pt x="6400652" y="4857554"/>
                  <a:pt x="6376917" y="4896453"/>
                  <a:pt x="6407151" y="5136520"/>
                </a:cubicBezTo>
                <a:cubicBezTo>
                  <a:pt x="6429556" y="5321729"/>
                  <a:pt x="6318298" y="5687483"/>
                  <a:pt x="6407151" y="6053138"/>
                </a:cubicBezTo>
                <a:cubicBezTo>
                  <a:pt x="6212842" y="6041098"/>
                  <a:pt x="6060498" y="6087421"/>
                  <a:pt x="5830507" y="6053138"/>
                </a:cubicBezTo>
                <a:cubicBezTo>
                  <a:pt x="5639354" y="6079878"/>
                  <a:pt x="5549317" y="6080845"/>
                  <a:pt x="5253864" y="6053138"/>
                </a:cubicBezTo>
                <a:cubicBezTo>
                  <a:pt x="4967978" y="6058827"/>
                  <a:pt x="4879724" y="6067349"/>
                  <a:pt x="4677220" y="6053138"/>
                </a:cubicBezTo>
                <a:cubicBezTo>
                  <a:pt x="4417793" y="6059476"/>
                  <a:pt x="4169811" y="6073832"/>
                  <a:pt x="3908362" y="6053138"/>
                </a:cubicBezTo>
                <a:cubicBezTo>
                  <a:pt x="3713238" y="6069905"/>
                  <a:pt x="3581757" y="6087619"/>
                  <a:pt x="3267647" y="6053138"/>
                </a:cubicBezTo>
                <a:cubicBezTo>
                  <a:pt x="2957457" y="6076699"/>
                  <a:pt x="2685105" y="6098723"/>
                  <a:pt x="2498789" y="6053138"/>
                </a:cubicBezTo>
                <a:cubicBezTo>
                  <a:pt x="2293775" y="6087442"/>
                  <a:pt x="2115942" y="6027076"/>
                  <a:pt x="1986217" y="6053138"/>
                </a:cubicBezTo>
                <a:cubicBezTo>
                  <a:pt x="1891988" y="6067275"/>
                  <a:pt x="1584739" y="6084752"/>
                  <a:pt x="1345502" y="6053138"/>
                </a:cubicBezTo>
                <a:cubicBezTo>
                  <a:pt x="1110579" y="6114605"/>
                  <a:pt x="835112" y="6108739"/>
                  <a:pt x="576644" y="6053138"/>
                </a:cubicBezTo>
                <a:cubicBezTo>
                  <a:pt x="292107" y="6026239"/>
                  <a:pt x="267276" y="6067002"/>
                  <a:pt x="0" y="6053138"/>
                </a:cubicBezTo>
                <a:cubicBezTo>
                  <a:pt x="27391" y="5926924"/>
                  <a:pt x="60547" y="5790787"/>
                  <a:pt x="0" y="5620771"/>
                </a:cubicBezTo>
                <a:cubicBezTo>
                  <a:pt x="12793" y="5399347"/>
                  <a:pt x="25579" y="5305195"/>
                  <a:pt x="0" y="5067341"/>
                </a:cubicBezTo>
                <a:cubicBezTo>
                  <a:pt x="-41946" y="4866887"/>
                  <a:pt x="-15555" y="4875449"/>
                  <a:pt x="0" y="4816568"/>
                </a:cubicBezTo>
                <a:cubicBezTo>
                  <a:pt x="69292" y="4756024"/>
                  <a:pt x="-47314" y="4618909"/>
                  <a:pt x="0" y="4323670"/>
                </a:cubicBezTo>
                <a:cubicBezTo>
                  <a:pt x="10244" y="4100823"/>
                  <a:pt x="10048" y="4115985"/>
                  <a:pt x="0" y="4012365"/>
                </a:cubicBezTo>
                <a:cubicBezTo>
                  <a:pt x="32124" y="3890795"/>
                  <a:pt x="48828" y="3701844"/>
                  <a:pt x="0" y="3579998"/>
                </a:cubicBezTo>
                <a:cubicBezTo>
                  <a:pt x="-17612" y="3445905"/>
                  <a:pt x="-371" y="3421473"/>
                  <a:pt x="0" y="3268694"/>
                </a:cubicBezTo>
                <a:cubicBezTo>
                  <a:pt x="6479" y="3126181"/>
                  <a:pt x="39742" y="2948882"/>
                  <a:pt x="0" y="2775795"/>
                </a:cubicBezTo>
                <a:cubicBezTo>
                  <a:pt x="-15009" y="2546485"/>
                  <a:pt x="22166" y="2541484"/>
                  <a:pt x="0" y="2403960"/>
                </a:cubicBezTo>
                <a:cubicBezTo>
                  <a:pt x="-50768" y="2295242"/>
                  <a:pt x="-19479" y="2100075"/>
                  <a:pt x="0" y="1971593"/>
                </a:cubicBezTo>
                <a:cubicBezTo>
                  <a:pt x="-23340" y="1848244"/>
                  <a:pt x="-4868" y="1830230"/>
                  <a:pt x="0" y="1720820"/>
                </a:cubicBezTo>
                <a:cubicBezTo>
                  <a:pt x="38512" y="1604767"/>
                  <a:pt x="-25110" y="1493005"/>
                  <a:pt x="0" y="1409516"/>
                </a:cubicBezTo>
                <a:cubicBezTo>
                  <a:pt x="44304" y="1312134"/>
                  <a:pt x="26134" y="1094791"/>
                  <a:pt x="0" y="977149"/>
                </a:cubicBezTo>
                <a:cubicBezTo>
                  <a:pt x="-21652" y="811167"/>
                  <a:pt x="-37422" y="762749"/>
                  <a:pt x="0" y="605313"/>
                </a:cubicBezTo>
                <a:cubicBezTo>
                  <a:pt x="-29592" y="454285"/>
                  <a:pt x="-52347" y="18292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202567" y="8564"/>
                          <a:pt x="332467" y="-16405"/>
                          <a:pt x="448501" y="0"/>
                        </a:cubicBezTo>
                        <a:cubicBezTo>
                          <a:pt x="578316" y="18244"/>
                          <a:pt x="799501" y="-14476"/>
                          <a:pt x="961073" y="0"/>
                        </a:cubicBezTo>
                        <a:cubicBezTo>
                          <a:pt x="1131634" y="-21346"/>
                          <a:pt x="1443799" y="11238"/>
                          <a:pt x="1601788" y="0"/>
                        </a:cubicBezTo>
                        <a:cubicBezTo>
                          <a:pt x="1753412" y="9282"/>
                          <a:pt x="2038101" y="29422"/>
                          <a:pt x="2178431" y="0"/>
                        </a:cubicBezTo>
                        <a:cubicBezTo>
                          <a:pt x="2333645" y="-22517"/>
                          <a:pt x="2591651" y="15464"/>
                          <a:pt x="2691003" y="0"/>
                        </a:cubicBezTo>
                        <a:cubicBezTo>
                          <a:pt x="2807171" y="-23400"/>
                          <a:pt x="3188068" y="30939"/>
                          <a:pt x="3395790" y="0"/>
                        </a:cubicBezTo>
                        <a:cubicBezTo>
                          <a:pt x="3603840" y="25684"/>
                          <a:pt x="3843374" y="42415"/>
                          <a:pt x="4100577" y="0"/>
                        </a:cubicBezTo>
                        <a:cubicBezTo>
                          <a:pt x="4333611" y="-6648"/>
                          <a:pt x="4510910" y="9324"/>
                          <a:pt x="4869435" y="0"/>
                        </a:cubicBezTo>
                        <a:cubicBezTo>
                          <a:pt x="5229900" y="-29377"/>
                          <a:pt x="5164550" y="-8686"/>
                          <a:pt x="5446078" y="0"/>
                        </a:cubicBezTo>
                        <a:cubicBezTo>
                          <a:pt x="5753720" y="6456"/>
                          <a:pt x="5985092" y="-910"/>
                          <a:pt x="6407151" y="0"/>
                        </a:cubicBezTo>
                        <a:cubicBezTo>
                          <a:pt x="6417714" y="138993"/>
                          <a:pt x="6405498" y="205902"/>
                          <a:pt x="6407151" y="432366"/>
                        </a:cubicBezTo>
                        <a:cubicBezTo>
                          <a:pt x="6414962" y="630403"/>
                          <a:pt x="6413001" y="631531"/>
                          <a:pt x="6407151" y="683139"/>
                        </a:cubicBezTo>
                        <a:cubicBezTo>
                          <a:pt x="6407087" y="736697"/>
                          <a:pt x="6442828" y="1015784"/>
                          <a:pt x="6407151" y="1236569"/>
                        </a:cubicBezTo>
                        <a:cubicBezTo>
                          <a:pt x="6375537" y="1450227"/>
                          <a:pt x="6400808" y="1421571"/>
                          <a:pt x="6407151" y="1487342"/>
                        </a:cubicBezTo>
                        <a:cubicBezTo>
                          <a:pt x="6410439" y="1557210"/>
                          <a:pt x="6397005" y="1777896"/>
                          <a:pt x="6407151" y="1859177"/>
                        </a:cubicBezTo>
                        <a:cubicBezTo>
                          <a:pt x="6409473" y="1947119"/>
                          <a:pt x="6397196" y="2025816"/>
                          <a:pt x="6407151" y="2109950"/>
                        </a:cubicBezTo>
                        <a:cubicBezTo>
                          <a:pt x="6437975" y="2191968"/>
                          <a:pt x="6419840" y="2420457"/>
                          <a:pt x="6407151" y="2542317"/>
                        </a:cubicBezTo>
                        <a:cubicBezTo>
                          <a:pt x="6370663" y="2654402"/>
                          <a:pt x="6435023" y="2906810"/>
                          <a:pt x="6407151" y="3035216"/>
                        </a:cubicBezTo>
                        <a:cubicBezTo>
                          <a:pt x="6363868" y="3162981"/>
                          <a:pt x="6429772" y="3381173"/>
                          <a:pt x="6407151" y="3528114"/>
                        </a:cubicBezTo>
                        <a:cubicBezTo>
                          <a:pt x="6405598" y="3662852"/>
                          <a:pt x="6415192" y="3665071"/>
                          <a:pt x="6407151" y="3778887"/>
                        </a:cubicBezTo>
                        <a:cubicBezTo>
                          <a:pt x="6403790" y="3880679"/>
                          <a:pt x="6397236" y="3995750"/>
                          <a:pt x="6407151" y="4150722"/>
                        </a:cubicBezTo>
                        <a:cubicBezTo>
                          <a:pt x="6432753" y="4292232"/>
                          <a:pt x="6419666" y="4432488"/>
                          <a:pt x="6407151" y="4643621"/>
                        </a:cubicBezTo>
                        <a:cubicBezTo>
                          <a:pt x="6397581" y="4854490"/>
                          <a:pt x="6384419" y="4904956"/>
                          <a:pt x="6407151" y="5136520"/>
                        </a:cubicBezTo>
                        <a:cubicBezTo>
                          <a:pt x="6428668" y="5333619"/>
                          <a:pt x="6333307" y="5680346"/>
                          <a:pt x="6407151" y="6053138"/>
                        </a:cubicBezTo>
                        <a:cubicBezTo>
                          <a:pt x="6205454" y="6041205"/>
                          <a:pt x="6037678" y="6063901"/>
                          <a:pt x="5830507" y="6053138"/>
                        </a:cubicBezTo>
                        <a:cubicBezTo>
                          <a:pt x="5642087" y="6070678"/>
                          <a:pt x="5541907" y="6076101"/>
                          <a:pt x="5253864" y="6053138"/>
                        </a:cubicBezTo>
                        <a:cubicBezTo>
                          <a:pt x="4984025" y="6045089"/>
                          <a:pt x="4882488" y="6060222"/>
                          <a:pt x="4677220" y="6053138"/>
                        </a:cubicBezTo>
                        <a:cubicBezTo>
                          <a:pt x="4442208" y="6061678"/>
                          <a:pt x="4162837" y="6072409"/>
                          <a:pt x="3908362" y="6053138"/>
                        </a:cubicBezTo>
                        <a:cubicBezTo>
                          <a:pt x="3711647" y="6066159"/>
                          <a:pt x="3585057" y="6077502"/>
                          <a:pt x="3267647" y="6053138"/>
                        </a:cubicBezTo>
                        <a:cubicBezTo>
                          <a:pt x="2953942" y="6059718"/>
                          <a:pt x="2676176" y="6059474"/>
                          <a:pt x="2498789" y="6053138"/>
                        </a:cubicBezTo>
                        <a:cubicBezTo>
                          <a:pt x="2313230" y="6067596"/>
                          <a:pt x="2116067" y="6032218"/>
                          <a:pt x="1986217" y="6053138"/>
                        </a:cubicBezTo>
                        <a:cubicBezTo>
                          <a:pt x="1874208" y="6065094"/>
                          <a:pt x="1563074" y="6063156"/>
                          <a:pt x="1345502" y="6053138"/>
                        </a:cubicBezTo>
                        <a:cubicBezTo>
                          <a:pt x="1116136" y="6097771"/>
                          <a:pt x="839581" y="6093744"/>
                          <a:pt x="576644" y="6053138"/>
                        </a:cubicBezTo>
                        <a:cubicBezTo>
                          <a:pt x="301264" y="6027465"/>
                          <a:pt x="277491" y="6064749"/>
                          <a:pt x="0" y="6053138"/>
                        </a:cubicBezTo>
                        <a:cubicBezTo>
                          <a:pt x="25316" y="5930588"/>
                          <a:pt x="35540" y="5796072"/>
                          <a:pt x="0" y="5620771"/>
                        </a:cubicBezTo>
                        <a:cubicBezTo>
                          <a:pt x="2619" y="5421266"/>
                          <a:pt x="34042" y="5273463"/>
                          <a:pt x="0" y="5067341"/>
                        </a:cubicBezTo>
                        <a:cubicBezTo>
                          <a:pt x="-40272" y="4866824"/>
                          <a:pt x="-15109" y="4876564"/>
                          <a:pt x="0" y="4816568"/>
                        </a:cubicBezTo>
                        <a:cubicBezTo>
                          <a:pt x="36259" y="4754963"/>
                          <a:pt x="-29048" y="4590859"/>
                          <a:pt x="0" y="4323670"/>
                        </a:cubicBezTo>
                        <a:cubicBezTo>
                          <a:pt x="10058" y="4096914"/>
                          <a:pt x="9022" y="4119246"/>
                          <a:pt x="0" y="4012365"/>
                        </a:cubicBezTo>
                        <a:cubicBezTo>
                          <a:pt x="18143" y="3892641"/>
                          <a:pt x="42237" y="3701424"/>
                          <a:pt x="0" y="3579998"/>
                        </a:cubicBezTo>
                        <a:cubicBezTo>
                          <a:pt x="-21151" y="3453679"/>
                          <a:pt x="1730" y="3415678"/>
                          <a:pt x="0" y="3268694"/>
                        </a:cubicBezTo>
                        <a:cubicBezTo>
                          <a:pt x="307" y="3130147"/>
                          <a:pt x="35389" y="2978041"/>
                          <a:pt x="0" y="2775795"/>
                        </a:cubicBezTo>
                        <a:cubicBezTo>
                          <a:pt x="-21825" y="2544498"/>
                          <a:pt x="23228" y="2538807"/>
                          <a:pt x="0" y="2403960"/>
                        </a:cubicBezTo>
                        <a:cubicBezTo>
                          <a:pt x="-38727" y="2286455"/>
                          <a:pt x="4638" y="2094478"/>
                          <a:pt x="0" y="1971593"/>
                        </a:cubicBezTo>
                        <a:cubicBezTo>
                          <a:pt x="-20017" y="1851605"/>
                          <a:pt x="-6093" y="1829936"/>
                          <a:pt x="0" y="1720820"/>
                        </a:cubicBezTo>
                        <a:cubicBezTo>
                          <a:pt x="20479" y="1610408"/>
                          <a:pt x="-23417" y="1487675"/>
                          <a:pt x="0" y="1409516"/>
                        </a:cubicBezTo>
                        <a:cubicBezTo>
                          <a:pt x="34170" y="1323347"/>
                          <a:pt x="25681" y="1098718"/>
                          <a:pt x="0" y="977149"/>
                        </a:cubicBezTo>
                        <a:cubicBezTo>
                          <a:pt x="-21962" y="815923"/>
                          <a:pt x="-26129" y="755633"/>
                          <a:pt x="0" y="605313"/>
                        </a:cubicBezTo>
                        <a:cubicBezTo>
                          <a:pt x="-9158" y="455607"/>
                          <a:pt x="-33730" y="167075"/>
                          <a:pt x="0" y="0"/>
                        </a:cubicBezTo>
                        <a:close/>
                      </a:path>
                    </a:pathLst>
                  </a:cu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76FD234E-A2A0-3C84-D038-1C475B3E64E0}"/>
              </a:ext>
            </a:extLst>
          </p:cNvPr>
          <p:cNvGrpSpPr/>
          <p:nvPr/>
        </p:nvGrpSpPr>
        <p:grpSpPr>
          <a:xfrm>
            <a:off x="455545" y="834411"/>
            <a:ext cx="3991534" cy="1935723"/>
            <a:chOff x="476251" y="4070465"/>
            <a:chExt cx="3991534" cy="1935723"/>
          </a:xfrm>
        </p:grpSpPr>
        <p:grpSp>
          <p:nvGrpSpPr>
            <p:cNvPr id="39" name="Group 38">
              <a:extLst>
                <a:ext uri="{FF2B5EF4-FFF2-40B4-BE49-F238E27FC236}">
                  <a16:creationId xmlns:a16="http://schemas.microsoft.com/office/drawing/2014/main" id="{AA49ADDA-88DA-FA29-FCD8-DC570293266F}"/>
                </a:ext>
              </a:extLst>
            </p:cNvPr>
            <p:cNvGrpSpPr/>
            <p:nvPr/>
          </p:nvGrpSpPr>
          <p:grpSpPr>
            <a:xfrm>
              <a:off x="476251" y="4584286"/>
              <a:ext cx="3991534" cy="1421902"/>
              <a:chOff x="471488" y="4593812"/>
              <a:chExt cx="3991534" cy="1421902"/>
            </a:xfrm>
          </p:grpSpPr>
          <p:pic>
            <p:nvPicPr>
              <p:cNvPr id="35" name="Grafik 12">
                <a:extLst>
                  <a:ext uri="{FF2B5EF4-FFF2-40B4-BE49-F238E27FC236}">
                    <a16:creationId xmlns:a16="http://schemas.microsoft.com/office/drawing/2014/main" id="{C5DC6928-5AFE-6363-6589-AB588CE9A2F7}"/>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8718" t="16053" r="4468" b="64395"/>
              <a:stretch/>
            </p:blipFill>
            <p:spPr>
              <a:xfrm>
                <a:off x="595392" y="4593812"/>
                <a:ext cx="3867630" cy="1421902"/>
              </a:xfrm>
              <a:prstGeom prst="rect">
                <a:avLst/>
              </a:prstGeom>
            </p:spPr>
          </p:pic>
          <p:sp>
            <p:nvSpPr>
              <p:cNvPr id="38" name="Freeform: Shape 37">
                <a:extLst>
                  <a:ext uri="{FF2B5EF4-FFF2-40B4-BE49-F238E27FC236}">
                    <a16:creationId xmlns:a16="http://schemas.microsoft.com/office/drawing/2014/main" id="{F72B423D-B3C2-6BBC-5B78-998EF334792E}"/>
                  </a:ext>
                </a:extLst>
              </p:cNvPr>
              <p:cNvSpPr/>
              <p:nvPr/>
            </p:nvSpPr>
            <p:spPr>
              <a:xfrm>
                <a:off x="471488" y="5214938"/>
                <a:ext cx="420809" cy="647856"/>
              </a:xfrm>
              <a:custGeom>
                <a:avLst/>
                <a:gdLst>
                  <a:gd name="connsiteX0" fmla="*/ 100012 w 420809"/>
                  <a:gd name="connsiteY0" fmla="*/ 585787 h 647856"/>
                  <a:gd name="connsiteX1" fmla="*/ 128587 w 420809"/>
                  <a:gd name="connsiteY1" fmla="*/ 495300 h 647856"/>
                  <a:gd name="connsiteX2" fmla="*/ 161925 w 420809"/>
                  <a:gd name="connsiteY2" fmla="*/ 461962 h 647856"/>
                  <a:gd name="connsiteX3" fmla="*/ 171450 w 420809"/>
                  <a:gd name="connsiteY3" fmla="*/ 438150 h 647856"/>
                  <a:gd name="connsiteX4" fmla="*/ 228600 w 420809"/>
                  <a:gd name="connsiteY4" fmla="*/ 414337 h 647856"/>
                  <a:gd name="connsiteX5" fmla="*/ 304800 w 420809"/>
                  <a:gd name="connsiteY5" fmla="*/ 404812 h 647856"/>
                  <a:gd name="connsiteX6" fmla="*/ 357187 w 420809"/>
                  <a:gd name="connsiteY6" fmla="*/ 381000 h 647856"/>
                  <a:gd name="connsiteX7" fmla="*/ 395287 w 420809"/>
                  <a:gd name="connsiteY7" fmla="*/ 352425 h 647856"/>
                  <a:gd name="connsiteX8" fmla="*/ 409575 w 420809"/>
                  <a:gd name="connsiteY8" fmla="*/ 328612 h 647856"/>
                  <a:gd name="connsiteX9" fmla="*/ 419100 w 420809"/>
                  <a:gd name="connsiteY9" fmla="*/ 138112 h 647856"/>
                  <a:gd name="connsiteX10" fmla="*/ 381000 w 420809"/>
                  <a:gd name="connsiteY10" fmla="*/ 23812 h 647856"/>
                  <a:gd name="connsiteX11" fmla="*/ 266700 w 420809"/>
                  <a:gd name="connsiteY11" fmla="*/ 0 h 647856"/>
                  <a:gd name="connsiteX12" fmla="*/ 214312 w 420809"/>
                  <a:gd name="connsiteY12" fmla="*/ 4762 h 647856"/>
                  <a:gd name="connsiteX13" fmla="*/ 133350 w 420809"/>
                  <a:gd name="connsiteY13" fmla="*/ 28575 h 647856"/>
                  <a:gd name="connsiteX14" fmla="*/ 90487 w 420809"/>
                  <a:gd name="connsiteY14" fmla="*/ 38100 h 647856"/>
                  <a:gd name="connsiteX15" fmla="*/ 66675 w 420809"/>
                  <a:gd name="connsiteY15" fmla="*/ 57150 h 647856"/>
                  <a:gd name="connsiteX16" fmla="*/ 61912 w 420809"/>
                  <a:gd name="connsiteY16" fmla="*/ 80962 h 647856"/>
                  <a:gd name="connsiteX17" fmla="*/ 42862 w 420809"/>
                  <a:gd name="connsiteY17" fmla="*/ 128587 h 647856"/>
                  <a:gd name="connsiteX18" fmla="*/ 33337 w 420809"/>
                  <a:gd name="connsiteY18" fmla="*/ 157162 h 647856"/>
                  <a:gd name="connsiteX19" fmla="*/ 19050 w 420809"/>
                  <a:gd name="connsiteY19" fmla="*/ 195262 h 647856"/>
                  <a:gd name="connsiteX20" fmla="*/ 0 w 420809"/>
                  <a:gd name="connsiteY20" fmla="*/ 261937 h 647856"/>
                  <a:gd name="connsiteX21" fmla="*/ 4762 w 420809"/>
                  <a:gd name="connsiteY21" fmla="*/ 633412 h 647856"/>
                  <a:gd name="connsiteX22" fmla="*/ 14287 w 420809"/>
                  <a:gd name="connsiteY22" fmla="*/ 647700 h 647856"/>
                  <a:gd name="connsiteX23" fmla="*/ 61912 w 420809"/>
                  <a:gd name="connsiteY23" fmla="*/ 638175 h 647856"/>
                  <a:gd name="connsiteX24" fmla="*/ 95250 w 420809"/>
                  <a:gd name="connsiteY24" fmla="*/ 609600 h 647856"/>
                  <a:gd name="connsiteX25" fmla="*/ 104775 w 420809"/>
                  <a:gd name="connsiteY25" fmla="*/ 585787 h 647856"/>
                  <a:gd name="connsiteX26" fmla="*/ 100012 w 420809"/>
                  <a:gd name="connsiteY26" fmla="*/ 585787 h 647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20809" h="647856">
                    <a:moveTo>
                      <a:pt x="100012" y="585787"/>
                    </a:moveTo>
                    <a:cubicBezTo>
                      <a:pt x="103981" y="570706"/>
                      <a:pt x="106104" y="522280"/>
                      <a:pt x="128587" y="495300"/>
                    </a:cubicBezTo>
                    <a:cubicBezTo>
                      <a:pt x="138648" y="483227"/>
                      <a:pt x="161925" y="461962"/>
                      <a:pt x="161925" y="461962"/>
                    </a:cubicBezTo>
                    <a:cubicBezTo>
                      <a:pt x="165100" y="454025"/>
                      <a:pt x="166919" y="445399"/>
                      <a:pt x="171450" y="438150"/>
                    </a:cubicBezTo>
                    <a:cubicBezTo>
                      <a:pt x="184839" y="416727"/>
                      <a:pt x="203603" y="418336"/>
                      <a:pt x="228600" y="414337"/>
                    </a:cubicBezTo>
                    <a:cubicBezTo>
                      <a:pt x="253876" y="410293"/>
                      <a:pt x="304800" y="404812"/>
                      <a:pt x="304800" y="404812"/>
                    </a:cubicBezTo>
                    <a:cubicBezTo>
                      <a:pt x="329734" y="396501"/>
                      <a:pt x="322582" y="399633"/>
                      <a:pt x="357187" y="381000"/>
                    </a:cubicBezTo>
                    <a:cubicBezTo>
                      <a:pt x="372477" y="372767"/>
                      <a:pt x="384857" y="366331"/>
                      <a:pt x="395287" y="352425"/>
                    </a:cubicBezTo>
                    <a:cubicBezTo>
                      <a:pt x="400841" y="345020"/>
                      <a:pt x="404812" y="336550"/>
                      <a:pt x="409575" y="328612"/>
                    </a:cubicBezTo>
                    <a:cubicBezTo>
                      <a:pt x="419768" y="257257"/>
                      <a:pt x="423245" y="241749"/>
                      <a:pt x="419100" y="138112"/>
                    </a:cubicBezTo>
                    <a:cubicBezTo>
                      <a:pt x="418080" y="112615"/>
                      <a:pt x="412946" y="45109"/>
                      <a:pt x="381000" y="23812"/>
                    </a:cubicBezTo>
                    <a:cubicBezTo>
                      <a:pt x="360263" y="9987"/>
                      <a:pt x="284232" y="2505"/>
                      <a:pt x="266700" y="0"/>
                    </a:cubicBezTo>
                    <a:cubicBezTo>
                      <a:pt x="249237" y="1587"/>
                      <a:pt x="231457" y="1088"/>
                      <a:pt x="214312" y="4762"/>
                    </a:cubicBezTo>
                    <a:cubicBezTo>
                      <a:pt x="186806" y="10656"/>
                      <a:pt x="160513" y="21262"/>
                      <a:pt x="133350" y="28575"/>
                    </a:cubicBezTo>
                    <a:cubicBezTo>
                      <a:pt x="119217" y="32380"/>
                      <a:pt x="104775" y="34925"/>
                      <a:pt x="90487" y="38100"/>
                    </a:cubicBezTo>
                    <a:cubicBezTo>
                      <a:pt x="82550" y="44450"/>
                      <a:pt x="72313" y="48692"/>
                      <a:pt x="66675" y="57150"/>
                    </a:cubicBezTo>
                    <a:cubicBezTo>
                      <a:pt x="62185" y="63885"/>
                      <a:pt x="64472" y="73283"/>
                      <a:pt x="61912" y="80962"/>
                    </a:cubicBezTo>
                    <a:cubicBezTo>
                      <a:pt x="56505" y="97182"/>
                      <a:pt x="48269" y="112367"/>
                      <a:pt x="42862" y="128587"/>
                    </a:cubicBezTo>
                    <a:cubicBezTo>
                      <a:pt x="39687" y="138112"/>
                      <a:pt x="36714" y="147707"/>
                      <a:pt x="33337" y="157162"/>
                    </a:cubicBezTo>
                    <a:cubicBezTo>
                      <a:pt x="28775" y="169935"/>
                      <a:pt x="23162" y="182337"/>
                      <a:pt x="19050" y="195262"/>
                    </a:cubicBezTo>
                    <a:cubicBezTo>
                      <a:pt x="12042" y="217288"/>
                      <a:pt x="6350" y="239712"/>
                      <a:pt x="0" y="261937"/>
                    </a:cubicBezTo>
                    <a:cubicBezTo>
                      <a:pt x="1587" y="385762"/>
                      <a:pt x="179" y="509662"/>
                      <a:pt x="4762" y="633412"/>
                    </a:cubicBezTo>
                    <a:cubicBezTo>
                      <a:pt x="4974" y="639132"/>
                      <a:pt x="8583" y="647225"/>
                      <a:pt x="14287" y="647700"/>
                    </a:cubicBezTo>
                    <a:cubicBezTo>
                      <a:pt x="30420" y="649045"/>
                      <a:pt x="46037" y="641350"/>
                      <a:pt x="61912" y="638175"/>
                    </a:cubicBezTo>
                    <a:cubicBezTo>
                      <a:pt x="73025" y="628650"/>
                      <a:pt x="85982" y="620928"/>
                      <a:pt x="95250" y="609600"/>
                    </a:cubicBezTo>
                    <a:cubicBezTo>
                      <a:pt x="100664" y="602983"/>
                      <a:pt x="101407" y="593645"/>
                      <a:pt x="104775" y="585787"/>
                    </a:cubicBezTo>
                    <a:cubicBezTo>
                      <a:pt x="106173" y="582524"/>
                      <a:pt x="96043" y="600868"/>
                      <a:pt x="100012" y="585787"/>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grpSp>
        <p:sp>
          <p:nvSpPr>
            <p:cNvPr id="40" name="Textfeld 38">
              <a:extLst>
                <a:ext uri="{FF2B5EF4-FFF2-40B4-BE49-F238E27FC236}">
                  <a16:creationId xmlns:a16="http://schemas.microsoft.com/office/drawing/2014/main" id="{9F4E5CC5-A528-93D1-085F-5DE4840A3973}"/>
                </a:ext>
                <a:ext uri="{C183D7F6-B498-43B3-948B-1728B52AA6E4}">
                  <adec:decorative xmlns:adec="http://schemas.microsoft.com/office/drawing/2017/decorative" val="1"/>
                </a:ext>
              </a:extLst>
            </p:cNvPr>
            <p:cNvSpPr txBox="1"/>
            <p:nvPr/>
          </p:nvSpPr>
          <p:spPr>
            <a:xfrm>
              <a:off x="715228" y="5149832"/>
              <a:ext cx="579564" cy="400110"/>
            </a:xfrm>
            <a:prstGeom prst="rect">
              <a:avLst/>
            </a:prstGeom>
            <a:noFill/>
          </p:spPr>
          <p:txBody>
            <a:bodyPr wrap="square">
              <a:spAutoFit/>
            </a:bodyPr>
            <a:lstStyle/>
            <a:p>
              <a:pPr algn="ctr"/>
              <a:r>
                <a:rPr lang="de-DE" sz="1000" dirty="0">
                  <a:latin typeface="Pangolin" panose="00000500000000000000" pitchFamily="2" charset="0"/>
                </a:rPr>
                <a:t>-128</a:t>
              </a:r>
            </a:p>
            <a:p>
              <a:pPr algn="ctr"/>
              <a:r>
                <a:rPr lang="de-DE" sz="1000" dirty="0">
                  <a:solidFill>
                    <a:schemeClr val="tx1"/>
                  </a:solidFill>
                  <a:latin typeface="Pangolin" panose="00000500000000000000" pitchFamily="2" charset="0"/>
                </a:rPr>
                <a:t>+127</a:t>
              </a:r>
              <a:endParaRPr lang="de-AT" sz="1000" dirty="0">
                <a:solidFill>
                  <a:schemeClr val="tx1"/>
                </a:solidFill>
                <a:latin typeface="Pangolin" panose="00000500000000000000" pitchFamily="2" charset="0"/>
              </a:endParaRPr>
            </a:p>
          </p:txBody>
        </p:sp>
        <p:sp>
          <p:nvSpPr>
            <p:cNvPr id="41" name="Textfeld 39">
              <a:extLst>
                <a:ext uri="{FF2B5EF4-FFF2-40B4-BE49-F238E27FC236}">
                  <a16:creationId xmlns:a16="http://schemas.microsoft.com/office/drawing/2014/main" id="{6E91409D-4B32-1E3C-0578-0406E0192CE5}"/>
                </a:ext>
                <a:ext uri="{C183D7F6-B498-43B3-948B-1728B52AA6E4}">
                  <adec:decorative xmlns:adec="http://schemas.microsoft.com/office/drawing/2017/decorative" val="1"/>
                </a:ext>
              </a:extLst>
            </p:cNvPr>
            <p:cNvSpPr txBox="1"/>
            <p:nvPr/>
          </p:nvSpPr>
          <p:spPr>
            <a:xfrm>
              <a:off x="1152378" y="5049873"/>
              <a:ext cx="691068" cy="400110"/>
            </a:xfrm>
            <a:prstGeom prst="rect">
              <a:avLst/>
            </a:prstGeom>
            <a:noFill/>
          </p:spPr>
          <p:txBody>
            <a:bodyPr wrap="square">
              <a:spAutoFit/>
            </a:bodyPr>
            <a:lstStyle/>
            <a:p>
              <a:pPr algn="ctr"/>
              <a:r>
                <a:rPr lang="de-DE" sz="1000" dirty="0">
                  <a:latin typeface="Pangolin" panose="00000500000000000000" pitchFamily="2" charset="0"/>
                </a:rPr>
                <a:t>-32768</a:t>
              </a:r>
            </a:p>
            <a:p>
              <a:pPr algn="ctr"/>
              <a:r>
                <a:rPr lang="de-DE" sz="1000" dirty="0">
                  <a:latin typeface="Pangolin" panose="00000500000000000000" pitchFamily="2" charset="0"/>
                </a:rPr>
                <a:t>+ 32767</a:t>
              </a:r>
            </a:p>
          </p:txBody>
        </p:sp>
        <p:sp>
          <p:nvSpPr>
            <p:cNvPr id="42" name="Textfeld 40">
              <a:extLst>
                <a:ext uri="{FF2B5EF4-FFF2-40B4-BE49-F238E27FC236}">
                  <a16:creationId xmlns:a16="http://schemas.microsoft.com/office/drawing/2014/main" id="{DB87E8B8-484D-041D-51EF-E28AEEBAA643}"/>
                </a:ext>
                <a:ext uri="{C183D7F6-B498-43B3-948B-1728B52AA6E4}">
                  <adec:decorative xmlns:adec="http://schemas.microsoft.com/office/drawing/2017/decorative" val="1"/>
                </a:ext>
              </a:extLst>
            </p:cNvPr>
            <p:cNvSpPr txBox="1"/>
            <p:nvPr/>
          </p:nvSpPr>
          <p:spPr>
            <a:xfrm>
              <a:off x="1633691" y="4818964"/>
              <a:ext cx="794580" cy="553998"/>
            </a:xfrm>
            <a:prstGeom prst="rect">
              <a:avLst/>
            </a:prstGeom>
            <a:noFill/>
          </p:spPr>
          <p:txBody>
            <a:bodyPr wrap="square">
              <a:spAutoFit/>
            </a:bodyPr>
            <a:lstStyle/>
            <a:p>
              <a:pPr algn="ctr"/>
              <a:r>
                <a:rPr lang="de-DE" sz="1000" dirty="0">
                  <a:latin typeface="Pangolin" panose="00000500000000000000" pitchFamily="2" charset="0"/>
                </a:rPr>
                <a:t>- 2 x10^9</a:t>
              </a:r>
            </a:p>
            <a:p>
              <a:pPr algn="ctr"/>
              <a:r>
                <a:rPr lang="de-DE" sz="1000" dirty="0">
                  <a:latin typeface="Pangolin" panose="00000500000000000000" pitchFamily="2" charset="0"/>
                </a:rPr>
                <a:t>+ 2 x10^9</a:t>
              </a:r>
            </a:p>
            <a:p>
              <a:pPr algn="ctr"/>
              <a:endParaRPr lang="de-DE" sz="1000" dirty="0">
                <a:latin typeface="Pangolin" panose="00000500000000000000" pitchFamily="2" charset="0"/>
              </a:endParaRPr>
            </a:p>
          </p:txBody>
        </p:sp>
        <p:sp>
          <p:nvSpPr>
            <p:cNvPr id="43" name="Textfeld 41">
              <a:extLst>
                <a:ext uri="{FF2B5EF4-FFF2-40B4-BE49-F238E27FC236}">
                  <a16:creationId xmlns:a16="http://schemas.microsoft.com/office/drawing/2014/main" id="{5F7EBEE7-E2D4-1777-E928-C9FD04C3EFB6}"/>
                </a:ext>
                <a:ext uri="{C183D7F6-B498-43B3-948B-1728B52AA6E4}">
                  <adec:decorative xmlns:adec="http://schemas.microsoft.com/office/drawing/2017/decorative" val="1"/>
                </a:ext>
              </a:extLst>
            </p:cNvPr>
            <p:cNvSpPr txBox="1"/>
            <p:nvPr/>
          </p:nvSpPr>
          <p:spPr>
            <a:xfrm>
              <a:off x="2207311" y="4538197"/>
              <a:ext cx="794580" cy="400110"/>
            </a:xfrm>
            <a:prstGeom prst="rect">
              <a:avLst/>
            </a:prstGeom>
            <a:noFill/>
          </p:spPr>
          <p:txBody>
            <a:bodyPr wrap="square">
              <a:spAutoFit/>
            </a:bodyPr>
            <a:lstStyle/>
            <a:p>
              <a:pPr algn="ctr"/>
              <a:r>
                <a:rPr lang="de-DE" sz="1000" dirty="0">
                  <a:latin typeface="Pangolin" panose="00000500000000000000" pitchFamily="2" charset="0"/>
                </a:rPr>
                <a:t>- 9 x10^18</a:t>
              </a:r>
            </a:p>
            <a:p>
              <a:pPr algn="ctr"/>
              <a:r>
                <a:rPr lang="de-DE" sz="1000" dirty="0">
                  <a:latin typeface="Pangolin" panose="00000500000000000000" pitchFamily="2" charset="0"/>
                </a:rPr>
                <a:t>+ 9 x10^18</a:t>
              </a:r>
            </a:p>
          </p:txBody>
        </p:sp>
        <p:sp>
          <p:nvSpPr>
            <p:cNvPr id="44" name="Textfeld 42">
              <a:extLst>
                <a:ext uri="{FF2B5EF4-FFF2-40B4-BE49-F238E27FC236}">
                  <a16:creationId xmlns:a16="http://schemas.microsoft.com/office/drawing/2014/main" id="{FA79DCF1-1F17-90CC-5BA4-B9516CE59732}"/>
                </a:ext>
                <a:ext uri="{C183D7F6-B498-43B3-948B-1728B52AA6E4}">
                  <adec:decorative xmlns:adec="http://schemas.microsoft.com/office/drawing/2017/decorative" val="1"/>
                </a:ext>
              </a:extLst>
            </p:cNvPr>
            <p:cNvSpPr txBox="1"/>
            <p:nvPr/>
          </p:nvSpPr>
          <p:spPr>
            <a:xfrm>
              <a:off x="2749013" y="4290468"/>
              <a:ext cx="933987" cy="400110"/>
            </a:xfrm>
            <a:prstGeom prst="rect">
              <a:avLst/>
            </a:prstGeom>
            <a:noFill/>
          </p:spPr>
          <p:txBody>
            <a:bodyPr wrap="square">
              <a:spAutoFit/>
            </a:bodyPr>
            <a:lstStyle/>
            <a:p>
              <a:pPr algn="ctr"/>
              <a:r>
                <a:rPr lang="de-DE" sz="1000" dirty="0">
                  <a:latin typeface="Pangolin" panose="00000500000000000000" pitchFamily="2" charset="0"/>
                </a:rPr>
                <a:t>- 3.40e38</a:t>
              </a:r>
            </a:p>
            <a:p>
              <a:pPr algn="ctr"/>
              <a:r>
                <a:rPr lang="de-DE" sz="1000" dirty="0">
                  <a:latin typeface="Pangolin" panose="00000500000000000000" pitchFamily="2" charset="0"/>
                </a:rPr>
                <a:t>+ 3.40e38</a:t>
              </a:r>
            </a:p>
          </p:txBody>
        </p:sp>
        <p:sp>
          <p:nvSpPr>
            <p:cNvPr id="45" name="Textfeld 43">
              <a:extLst>
                <a:ext uri="{FF2B5EF4-FFF2-40B4-BE49-F238E27FC236}">
                  <a16:creationId xmlns:a16="http://schemas.microsoft.com/office/drawing/2014/main" id="{FEF164DB-F8A9-F0F6-721A-3D1B1DCF19D4}"/>
                </a:ext>
                <a:ext uri="{C183D7F6-B498-43B3-948B-1728B52AA6E4}">
                  <adec:decorative xmlns:adec="http://schemas.microsoft.com/office/drawing/2017/decorative" val="1"/>
                </a:ext>
              </a:extLst>
            </p:cNvPr>
            <p:cNvSpPr txBox="1"/>
            <p:nvPr/>
          </p:nvSpPr>
          <p:spPr>
            <a:xfrm>
              <a:off x="3458368" y="4070465"/>
              <a:ext cx="933987" cy="400110"/>
            </a:xfrm>
            <a:prstGeom prst="rect">
              <a:avLst/>
            </a:prstGeom>
            <a:noFill/>
          </p:spPr>
          <p:txBody>
            <a:bodyPr wrap="square">
              <a:spAutoFit/>
            </a:bodyPr>
            <a:lstStyle/>
            <a:p>
              <a:pPr algn="ctr"/>
              <a:r>
                <a:rPr lang="de-DE" sz="1000" dirty="0">
                  <a:latin typeface="Pangolin" panose="00000500000000000000" pitchFamily="2" charset="0"/>
                </a:rPr>
                <a:t>- 1.80e308</a:t>
              </a:r>
            </a:p>
            <a:p>
              <a:pPr algn="ctr"/>
              <a:r>
                <a:rPr lang="de-DE" sz="1000" dirty="0">
                  <a:latin typeface="Pangolin" panose="00000500000000000000" pitchFamily="2" charset="0"/>
                </a:rPr>
                <a:t>+ 1.80e308</a:t>
              </a:r>
            </a:p>
          </p:txBody>
        </p:sp>
        <p:sp>
          <p:nvSpPr>
            <p:cNvPr id="46" name="Textfeld 44">
              <a:extLst>
                <a:ext uri="{FF2B5EF4-FFF2-40B4-BE49-F238E27FC236}">
                  <a16:creationId xmlns:a16="http://schemas.microsoft.com/office/drawing/2014/main" id="{9F814A4D-C20D-50CF-9E25-7C946B82382B}"/>
                </a:ext>
                <a:ext uri="{C183D7F6-B498-43B3-948B-1728B52AA6E4}">
                  <adec:decorative xmlns:adec="http://schemas.microsoft.com/office/drawing/2017/decorative" val="1"/>
                </a:ext>
              </a:extLst>
            </p:cNvPr>
            <p:cNvSpPr txBox="1"/>
            <p:nvPr/>
          </p:nvSpPr>
          <p:spPr>
            <a:xfrm>
              <a:off x="732610" y="5700757"/>
              <a:ext cx="579564" cy="246221"/>
            </a:xfrm>
            <a:prstGeom prst="rect">
              <a:avLst/>
            </a:prstGeom>
            <a:noFill/>
          </p:spPr>
          <p:txBody>
            <a:bodyPr wrap="square">
              <a:spAutoFit/>
            </a:bodyPr>
            <a:lstStyle/>
            <a:p>
              <a:pPr algn="ctr"/>
              <a:r>
                <a:rPr lang="de-DE" sz="1000" dirty="0" err="1">
                  <a:latin typeface="Pangolin" panose="00000500000000000000" pitchFamily="2" charset="0"/>
                </a:rPr>
                <a:t>sbyte</a:t>
              </a:r>
              <a:endParaRPr lang="de-AT" sz="1000" dirty="0">
                <a:solidFill>
                  <a:schemeClr val="tx1"/>
                </a:solidFill>
                <a:latin typeface="Pangolin" panose="00000500000000000000" pitchFamily="2" charset="0"/>
              </a:endParaRPr>
            </a:p>
          </p:txBody>
        </p:sp>
        <p:sp>
          <p:nvSpPr>
            <p:cNvPr id="47" name="Textfeld 45">
              <a:extLst>
                <a:ext uri="{FF2B5EF4-FFF2-40B4-BE49-F238E27FC236}">
                  <a16:creationId xmlns:a16="http://schemas.microsoft.com/office/drawing/2014/main" id="{A99AB91E-F487-7F29-5BE5-11B73E1E7C6D}"/>
                </a:ext>
                <a:ext uri="{C183D7F6-B498-43B3-948B-1728B52AA6E4}">
                  <adec:decorative xmlns:adec="http://schemas.microsoft.com/office/drawing/2017/decorative" val="1"/>
                </a:ext>
              </a:extLst>
            </p:cNvPr>
            <p:cNvSpPr txBox="1"/>
            <p:nvPr/>
          </p:nvSpPr>
          <p:spPr>
            <a:xfrm>
              <a:off x="1236270" y="5683700"/>
              <a:ext cx="579564" cy="246221"/>
            </a:xfrm>
            <a:prstGeom prst="rect">
              <a:avLst/>
            </a:prstGeom>
            <a:noFill/>
          </p:spPr>
          <p:txBody>
            <a:bodyPr wrap="square">
              <a:spAutoFit/>
            </a:bodyPr>
            <a:lstStyle/>
            <a:p>
              <a:pPr algn="ctr"/>
              <a:r>
                <a:rPr lang="de-DE" sz="1000" dirty="0" err="1">
                  <a:latin typeface="Pangolin" panose="00000500000000000000" pitchFamily="2" charset="0"/>
                </a:rPr>
                <a:t>short</a:t>
              </a:r>
              <a:endParaRPr lang="de-AT" sz="1000" dirty="0">
                <a:solidFill>
                  <a:schemeClr val="tx1"/>
                </a:solidFill>
                <a:latin typeface="Pangolin" panose="00000500000000000000" pitchFamily="2" charset="0"/>
              </a:endParaRPr>
            </a:p>
          </p:txBody>
        </p:sp>
        <p:sp>
          <p:nvSpPr>
            <p:cNvPr id="48" name="Textfeld 46">
              <a:extLst>
                <a:ext uri="{FF2B5EF4-FFF2-40B4-BE49-F238E27FC236}">
                  <a16:creationId xmlns:a16="http://schemas.microsoft.com/office/drawing/2014/main" id="{0BD39620-2162-C6BD-85B5-2A6ABD1CFF35}"/>
                </a:ext>
                <a:ext uri="{C183D7F6-B498-43B3-948B-1728B52AA6E4}">
                  <adec:decorative xmlns:adec="http://schemas.microsoft.com/office/drawing/2017/decorative" val="1"/>
                </a:ext>
              </a:extLst>
            </p:cNvPr>
            <p:cNvSpPr txBox="1"/>
            <p:nvPr/>
          </p:nvSpPr>
          <p:spPr>
            <a:xfrm>
              <a:off x="1752813" y="5691321"/>
              <a:ext cx="579564" cy="246221"/>
            </a:xfrm>
            <a:prstGeom prst="rect">
              <a:avLst/>
            </a:prstGeom>
            <a:noFill/>
          </p:spPr>
          <p:txBody>
            <a:bodyPr wrap="square">
              <a:spAutoFit/>
            </a:bodyPr>
            <a:lstStyle/>
            <a:p>
              <a:pPr algn="ctr"/>
              <a:r>
                <a:rPr lang="de-DE" sz="1000" dirty="0" err="1">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49" name="Textfeld 47">
              <a:extLst>
                <a:ext uri="{FF2B5EF4-FFF2-40B4-BE49-F238E27FC236}">
                  <a16:creationId xmlns:a16="http://schemas.microsoft.com/office/drawing/2014/main" id="{62145D81-CD2D-2523-E446-EE54936ADB16}"/>
                </a:ext>
                <a:ext uri="{C183D7F6-B498-43B3-948B-1728B52AA6E4}">
                  <adec:decorative xmlns:adec="http://schemas.microsoft.com/office/drawing/2017/decorative" val="1"/>
                </a:ext>
              </a:extLst>
            </p:cNvPr>
            <p:cNvSpPr txBox="1"/>
            <p:nvPr/>
          </p:nvSpPr>
          <p:spPr>
            <a:xfrm>
              <a:off x="2314819" y="5682922"/>
              <a:ext cx="579564" cy="246221"/>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long</a:t>
              </a:r>
              <a:endParaRPr lang="de-AT" sz="1000" dirty="0">
                <a:solidFill>
                  <a:schemeClr val="tx1"/>
                </a:solidFill>
                <a:latin typeface="Pangolin" panose="00000500000000000000" pitchFamily="2" charset="0"/>
              </a:endParaRPr>
            </a:p>
          </p:txBody>
        </p:sp>
        <p:sp>
          <p:nvSpPr>
            <p:cNvPr id="50" name="Textfeld 48">
              <a:extLst>
                <a:ext uri="{FF2B5EF4-FFF2-40B4-BE49-F238E27FC236}">
                  <a16:creationId xmlns:a16="http://schemas.microsoft.com/office/drawing/2014/main" id="{1304DFA3-F4A2-47A8-4EFD-72A02CE3880A}"/>
                </a:ext>
                <a:ext uri="{C183D7F6-B498-43B3-948B-1728B52AA6E4}">
                  <adec:decorative xmlns:adec="http://schemas.microsoft.com/office/drawing/2017/decorative" val="1"/>
                </a:ext>
              </a:extLst>
            </p:cNvPr>
            <p:cNvSpPr txBox="1"/>
            <p:nvPr/>
          </p:nvSpPr>
          <p:spPr>
            <a:xfrm>
              <a:off x="2867112" y="5674892"/>
              <a:ext cx="579564" cy="246221"/>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float</a:t>
              </a:r>
              <a:endParaRPr lang="de-AT" sz="1000" dirty="0">
                <a:solidFill>
                  <a:schemeClr val="tx1"/>
                </a:solidFill>
                <a:latin typeface="Pangolin" panose="00000500000000000000" pitchFamily="2" charset="0"/>
              </a:endParaRPr>
            </a:p>
          </p:txBody>
        </p:sp>
        <p:sp>
          <p:nvSpPr>
            <p:cNvPr id="51" name="Textfeld 49">
              <a:extLst>
                <a:ext uri="{FF2B5EF4-FFF2-40B4-BE49-F238E27FC236}">
                  <a16:creationId xmlns:a16="http://schemas.microsoft.com/office/drawing/2014/main" id="{F2437AE8-0321-E13F-B89B-5D8A0FBEE5A6}"/>
                </a:ext>
                <a:ext uri="{C183D7F6-B498-43B3-948B-1728B52AA6E4}">
                  <adec:decorative xmlns:adec="http://schemas.microsoft.com/office/drawing/2017/decorative" val="1"/>
                </a:ext>
              </a:extLst>
            </p:cNvPr>
            <p:cNvSpPr txBox="1"/>
            <p:nvPr/>
          </p:nvSpPr>
          <p:spPr>
            <a:xfrm>
              <a:off x="3526085" y="5675302"/>
              <a:ext cx="695761" cy="246221"/>
            </a:xfrm>
            <a:prstGeom prst="rect">
              <a:avLst/>
            </a:prstGeom>
            <a:noFill/>
          </p:spPr>
          <p:txBody>
            <a:bodyPr wrap="square">
              <a:spAutoFit/>
            </a:bodyPr>
            <a:lstStyle/>
            <a:p>
              <a:pPr algn="ctr"/>
              <a:r>
                <a:rPr lang="de-DE" sz="1000" dirty="0">
                  <a:latin typeface="Pangolin" panose="00000500000000000000" pitchFamily="2" charset="0"/>
                </a:rPr>
                <a:t>double</a:t>
              </a:r>
              <a:endParaRPr lang="de-AT" sz="1000" dirty="0">
                <a:solidFill>
                  <a:schemeClr val="tx1"/>
                </a:solidFill>
                <a:latin typeface="Pangolin" panose="00000500000000000000" pitchFamily="2" charset="0"/>
              </a:endParaRPr>
            </a:p>
          </p:txBody>
        </p:sp>
      </p:grpSp>
      <p:pic>
        <p:nvPicPr>
          <p:cNvPr id="54" name="Picture 6">
            <a:extLst>
              <a:ext uri="{FF2B5EF4-FFF2-40B4-BE49-F238E27FC236}">
                <a16:creationId xmlns:a16="http://schemas.microsoft.com/office/drawing/2014/main" id="{E536BA91-A9B8-F4FC-3962-6B3042770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227371" y="9105871"/>
            <a:ext cx="4241269" cy="51052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6">
            <a:extLst>
              <a:ext uri="{FF2B5EF4-FFF2-40B4-BE49-F238E27FC236}">
                <a16:creationId xmlns:a16="http://schemas.microsoft.com/office/drawing/2014/main" id="{78CD46DF-C6F9-EF5D-5D56-83713B255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219752" y="2728271"/>
            <a:ext cx="4241269" cy="510523"/>
          </a:xfrm>
          <a:prstGeom prst="rect">
            <a:avLst/>
          </a:prstGeom>
          <a:noFill/>
          <a:extLst>
            <a:ext uri="{909E8E84-426E-40DD-AFC4-6F175D3DCCD1}">
              <a14:hiddenFill xmlns:a14="http://schemas.microsoft.com/office/drawing/2010/main">
                <a:solidFill>
                  <a:srgbClr val="FFFFFF"/>
                </a:solidFill>
              </a14:hiddenFill>
            </a:ext>
          </a:extLst>
        </p:spPr>
      </p:pic>
      <p:sp>
        <p:nvSpPr>
          <p:cNvPr id="2" name="Rechteck 1">
            <a:extLst>
              <a:ext uri="{FF2B5EF4-FFF2-40B4-BE49-F238E27FC236}">
                <a16:creationId xmlns:a16="http://schemas.microsoft.com/office/drawing/2014/main" id="{6E3A2BAA-805E-4FBE-BA1E-9F82609634CB}"/>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030" name="Picture 6">
            <a:extLst>
              <a:ext uri="{FF2B5EF4-FFF2-40B4-BE49-F238E27FC236}">
                <a16:creationId xmlns:a16="http://schemas.microsoft.com/office/drawing/2014/main" id="{361D9650-CD80-3E7F-4B49-CF1107D205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240012" y="5991831"/>
            <a:ext cx="4241269" cy="51052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3EFEDDF7-D484-E1D5-6A3E-304A1D92E9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8912" y="7708220"/>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28EC0386-16E6-0A09-566C-3BECF3D4E8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8912" y="4575848"/>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348C5CE8-E851-4916-0149-DD8D380C34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9552" y="1400227"/>
            <a:ext cx="2063330" cy="472369"/>
          </a:xfrm>
          <a:prstGeom prst="rect">
            <a:avLst/>
          </a:prstGeom>
          <a:noFill/>
          <a:extLst>
            <a:ext uri="{909E8E84-426E-40DD-AFC4-6F175D3DCCD1}">
              <a14:hiddenFill xmlns:a14="http://schemas.microsoft.com/office/drawing/2010/main">
                <a:solidFill>
                  <a:srgbClr val="FFFFFF"/>
                </a:solidFill>
              </a14:hiddenFill>
            </a:ext>
          </a:extLst>
        </p:spPr>
      </p:pic>
      <p:sp>
        <p:nvSpPr>
          <p:cNvPr id="3" name="Rechteck 2">
            <a:extLst>
              <a:ext uri="{FF2B5EF4-FFF2-40B4-BE49-F238E27FC236}">
                <a16:creationId xmlns:a16="http://schemas.microsoft.com/office/drawing/2014/main" id="{27AAB86D-39EA-4172-8AA1-586D161286A9}"/>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F7FBDDE3-39AB-4048-A594-94C20E7180CA}"/>
              </a:ext>
              <a:ext uri="{C183D7F6-B498-43B3-948B-1728B52AA6E4}">
                <adec:decorative xmlns:adec="http://schemas.microsoft.com/office/drawing/2017/decorative" val="1"/>
              </a:ext>
            </a:extLst>
          </p:cNvPr>
          <p:cNvSpPr/>
          <p:nvPr/>
        </p:nvSpPr>
        <p:spPr>
          <a:xfrm>
            <a:off x="225425" y="36226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C89ED32-83EB-47D1-9753-1AC48065D69A}"/>
              </a:ext>
              <a:ext uri="{C183D7F6-B498-43B3-948B-1728B52AA6E4}">
                <adec:decorative xmlns:adec="http://schemas.microsoft.com/office/drawing/2017/decorative" val="1"/>
              </a:ext>
            </a:extLst>
          </p:cNvPr>
          <p:cNvSpPr/>
          <p:nvPr/>
        </p:nvSpPr>
        <p:spPr>
          <a:xfrm>
            <a:off x="4581525" y="36242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4A7003EA-8517-4733-9CF8-C7B2246F0B01}"/>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C45E850A-6298-4C65-9625-CA0A47CDE0FE}"/>
              </a:ext>
              <a:ext uri="{C183D7F6-B498-43B3-948B-1728B52AA6E4}">
                <adec:decorative xmlns:adec="http://schemas.microsoft.com/office/drawing/2017/decorative" val="1"/>
              </a:ext>
            </a:extLst>
          </p:cNvPr>
          <p:cNvSpPr/>
          <p:nvPr/>
        </p:nvSpPr>
        <p:spPr>
          <a:xfrm>
            <a:off x="4581525" y="67230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39" name="Textfeld 138">
            <a:extLst>
              <a:ext uri="{FF2B5EF4-FFF2-40B4-BE49-F238E27FC236}">
                <a16:creationId xmlns:a16="http://schemas.microsoft.com/office/drawing/2014/main" id="{7DF46593-FDC1-43BF-A1DE-F467E9DB3007}"/>
              </a:ext>
            </a:extLst>
          </p:cNvPr>
          <p:cNvSpPr txBox="1">
            <a:spLocks noGrp="1"/>
          </p:cNvSpPr>
          <p:nvPr>
            <p:ph type="title" idx="4294967295"/>
          </p:nvPr>
        </p:nvSpPr>
        <p:spPr>
          <a:xfrm>
            <a:off x="114551" y="221488"/>
            <a:ext cx="3985335" cy="23468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1000" dirty="0">
                <a:latin typeface="Pangolin" panose="00000500000000000000" pitchFamily="2" charset="0"/>
              </a:rPr>
              <a:t>Primitive Data Types</a:t>
            </a:r>
          </a:p>
        </p:txBody>
      </p:sp>
      <p:sp>
        <p:nvSpPr>
          <p:cNvPr id="15" name="Textfeld 14">
            <a:extLst>
              <a:ext uri="{FF2B5EF4-FFF2-40B4-BE49-F238E27FC236}">
                <a16:creationId xmlns:a16="http://schemas.microsoft.com/office/drawing/2014/main" id="{6610DFC2-B3B2-4A1D-B639-460D315FDEC5}"/>
              </a:ext>
            </a:extLst>
          </p:cNvPr>
          <p:cNvSpPr txBox="1"/>
          <p:nvPr/>
        </p:nvSpPr>
        <p:spPr>
          <a:xfrm>
            <a:off x="232306" y="593080"/>
            <a:ext cx="3031594" cy="307777"/>
          </a:xfrm>
          <a:prstGeom prst="rect">
            <a:avLst/>
          </a:prstGeom>
          <a:noFill/>
        </p:spPr>
        <p:txBody>
          <a:bodyPr wrap="square">
            <a:spAutoFit/>
          </a:bodyPr>
          <a:lstStyle/>
          <a:p>
            <a:r>
              <a:rPr lang="de-DE" sz="1400" b="1" dirty="0">
                <a:latin typeface="Pangolin" panose="00000500000000000000" pitchFamily="2" charset="0"/>
              </a:rPr>
              <a:t>C# (C-Sharp)</a:t>
            </a:r>
            <a:endParaRPr lang="de-AT" sz="1400" b="1" dirty="0">
              <a:solidFill>
                <a:schemeClr val="tx1"/>
              </a:solidFill>
              <a:latin typeface="Pangolin" panose="00000500000000000000" pitchFamily="2" charset="0"/>
            </a:endParaRPr>
          </a:p>
        </p:txBody>
      </p:sp>
      <p:sp>
        <p:nvSpPr>
          <p:cNvPr id="12" name="Textfeld 11">
            <a:extLst>
              <a:ext uri="{FF2B5EF4-FFF2-40B4-BE49-F238E27FC236}">
                <a16:creationId xmlns:a16="http://schemas.microsoft.com/office/drawing/2014/main" id="{9E275761-C4B2-4E02-9B6B-11C49F354887}"/>
              </a:ext>
            </a:extLst>
          </p:cNvPr>
          <p:cNvSpPr txBox="1"/>
          <p:nvPr/>
        </p:nvSpPr>
        <p:spPr>
          <a:xfrm>
            <a:off x="4581524" y="734897"/>
            <a:ext cx="2044169" cy="707886"/>
          </a:xfrm>
          <a:prstGeom prst="rect">
            <a:avLst/>
          </a:prstGeom>
          <a:noFill/>
        </p:spPr>
        <p:txBody>
          <a:bodyPr wrap="square">
            <a:spAutoFit/>
          </a:bodyPr>
          <a:lstStyle/>
          <a:p>
            <a:pPr algn="ctr"/>
            <a:r>
              <a:rPr lang="en-US" sz="1000" dirty="0">
                <a:highlight>
                  <a:srgbClr val="C0C0C0"/>
                </a:highlight>
                <a:latin typeface="Pangolin" panose="00000500000000000000" pitchFamily="2" charset="0"/>
              </a:rPr>
              <a:t>Primitive types</a:t>
            </a:r>
            <a:r>
              <a:rPr lang="en-US" sz="1000" dirty="0">
                <a:latin typeface="Pangolin" panose="00000500000000000000" pitchFamily="2" charset="0"/>
              </a:rPr>
              <a:t> are predefined by the programming language itself. Here are the equivalent types and their ranges for other languages.</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8A9EA24-6A62-46F6-8F78-DDE2F08CEDA1}"/>
              </a:ext>
            </a:extLst>
          </p:cNvPr>
          <p:cNvSpPr txBox="1"/>
          <p:nvPr/>
        </p:nvSpPr>
        <p:spPr>
          <a:xfrm>
            <a:off x="232306" y="3682879"/>
            <a:ext cx="3450694" cy="307777"/>
          </a:xfrm>
          <a:prstGeom prst="rect">
            <a:avLst/>
          </a:prstGeom>
          <a:noFill/>
        </p:spPr>
        <p:txBody>
          <a:bodyPr wrap="square">
            <a:spAutoFit/>
          </a:bodyPr>
          <a:lstStyle/>
          <a:p>
            <a:r>
              <a:rPr lang="de-DE" sz="1400" b="1" dirty="0" err="1">
                <a:solidFill>
                  <a:schemeClr val="tx1"/>
                </a:solidFill>
                <a:latin typeface="Pangolin" panose="00000500000000000000" pitchFamily="2" charset="0"/>
              </a:rPr>
              <a:t>Javascript</a:t>
            </a:r>
            <a:endParaRPr lang="de-AT" sz="1400" b="1"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E615401-E674-45E7-9EB1-0F33502FC537}"/>
              </a:ext>
            </a:extLst>
          </p:cNvPr>
          <p:cNvSpPr txBox="1"/>
          <p:nvPr/>
        </p:nvSpPr>
        <p:spPr>
          <a:xfrm>
            <a:off x="232306" y="6777944"/>
            <a:ext cx="2044169" cy="307777"/>
          </a:xfrm>
          <a:prstGeom prst="rect">
            <a:avLst/>
          </a:prstGeom>
          <a:noFill/>
        </p:spPr>
        <p:txBody>
          <a:bodyPr wrap="square">
            <a:spAutoFit/>
          </a:bodyPr>
          <a:lstStyle/>
          <a:p>
            <a:r>
              <a:rPr lang="de-DE" sz="1400" b="1" dirty="0">
                <a:latin typeface="Pangolin" panose="00000500000000000000" pitchFamily="2" charset="0"/>
              </a:rPr>
              <a:t>Python</a:t>
            </a:r>
            <a:endParaRPr lang="de-AT" sz="1400" b="1"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0FFBA7D3-0B48-4C9E-91CF-00440C387117}"/>
              </a:ext>
            </a:extLst>
          </p:cNvPr>
          <p:cNvSpPr txBox="1"/>
          <p:nvPr/>
        </p:nvSpPr>
        <p:spPr>
          <a:xfrm>
            <a:off x="4581525" y="6844957"/>
            <a:ext cx="2044169" cy="1015663"/>
          </a:xfrm>
          <a:prstGeom prst="rect">
            <a:avLst/>
          </a:prstGeom>
          <a:noFill/>
        </p:spPr>
        <p:txBody>
          <a:bodyPr wrap="square">
            <a:spAutoFit/>
          </a:bodyPr>
          <a:lstStyle/>
          <a:p>
            <a:pPr algn="ctr"/>
            <a:r>
              <a:rPr lang="en-US" sz="1000" dirty="0">
                <a:latin typeface="Pangolin" panose="00000500000000000000" pitchFamily="2" charset="0"/>
              </a:rPr>
              <a:t>While many languages share similar primitive types such as integers, </a:t>
            </a:r>
            <a:r>
              <a:rPr lang="en-US" sz="1000" dirty="0" err="1">
                <a:latin typeface="Pangolin" panose="00000500000000000000" pitchFamily="2" charset="0"/>
              </a:rPr>
              <a:t>boolean</a:t>
            </a:r>
            <a:r>
              <a:rPr lang="en-US" sz="1000" dirty="0">
                <a:latin typeface="Pangolin" panose="00000500000000000000" pitchFamily="2" charset="0"/>
              </a:rPr>
              <a:t> values, and characters, the specific names, ranges, and behaviors of these types can </a:t>
            </a:r>
            <a:r>
              <a:rPr lang="en-US" sz="1000" dirty="0">
                <a:highlight>
                  <a:srgbClr val="C0C0C0"/>
                </a:highlight>
                <a:latin typeface="Pangolin" panose="00000500000000000000" pitchFamily="2" charset="0"/>
              </a:rPr>
              <a:t>vary between languages</a:t>
            </a:r>
            <a:r>
              <a:rPr lang="en-US" sz="1000" dirty="0">
                <a:latin typeface="Pangolin" panose="00000500000000000000" pitchFamily="2" charset="0"/>
              </a:rPr>
              <a:t>. </a:t>
            </a:r>
            <a:endParaRPr lang="de-AT" sz="1000" dirty="0">
              <a:solidFill>
                <a:schemeClr val="tx1"/>
              </a:solidFill>
              <a:latin typeface="Pangolin" panose="00000500000000000000" pitchFamily="2" charset="0"/>
            </a:endParaRPr>
          </a:p>
        </p:txBody>
      </p:sp>
      <p:pic>
        <p:nvPicPr>
          <p:cNvPr id="24" name="Picture 23">
            <a:extLst>
              <a:ext uri="{FF2B5EF4-FFF2-40B4-BE49-F238E27FC236}">
                <a16:creationId xmlns:a16="http://schemas.microsoft.com/office/drawing/2014/main" id="{15A7691F-32E3-0D7D-968E-0553D2DA04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1001" y="8118158"/>
            <a:ext cx="1212313" cy="1554480"/>
          </a:xfrm>
          <a:prstGeom prst="rect">
            <a:avLst/>
          </a:prstGeom>
        </p:spPr>
      </p:pic>
      <p:pic>
        <p:nvPicPr>
          <p:cNvPr id="30" name="Picture 29">
            <a:extLst>
              <a:ext uri="{FF2B5EF4-FFF2-40B4-BE49-F238E27FC236}">
                <a16:creationId xmlns:a16="http://schemas.microsoft.com/office/drawing/2014/main" id="{87CD613C-1BEE-155D-ABFE-C478D3109C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893968" y="1929289"/>
            <a:ext cx="1135704" cy="1554480"/>
          </a:xfrm>
          <a:prstGeom prst="rect">
            <a:avLst/>
          </a:prstGeom>
        </p:spPr>
      </p:pic>
      <p:sp>
        <p:nvSpPr>
          <p:cNvPr id="9" name="Textfeld 11">
            <a:extLst>
              <a:ext uri="{FF2B5EF4-FFF2-40B4-BE49-F238E27FC236}">
                <a16:creationId xmlns:a16="http://schemas.microsoft.com/office/drawing/2014/main" id="{5A6E3F4E-84A8-A3D2-0DE4-68DB17EAC17F}"/>
              </a:ext>
            </a:extLst>
          </p:cNvPr>
          <p:cNvSpPr txBox="1"/>
          <p:nvPr/>
        </p:nvSpPr>
        <p:spPr>
          <a:xfrm>
            <a:off x="4581524" y="3740029"/>
            <a:ext cx="2044170" cy="1015663"/>
          </a:xfrm>
          <a:prstGeom prst="rect">
            <a:avLst/>
          </a:prstGeom>
          <a:noFill/>
        </p:spPr>
        <p:txBody>
          <a:bodyPr wrap="square">
            <a:spAutoFit/>
          </a:bodyPr>
          <a:lstStyle/>
          <a:p>
            <a:pPr algn="ctr"/>
            <a:r>
              <a:rPr lang="en-US" sz="1000" dirty="0">
                <a:latin typeface="Pangolin" panose="00000500000000000000" pitchFamily="2" charset="0"/>
              </a:rPr>
              <a:t>Be aware that primitive types provide the programmer with essential data types for </a:t>
            </a:r>
            <a:r>
              <a:rPr lang="en-US" sz="1000" dirty="0">
                <a:highlight>
                  <a:srgbClr val="C0C0C0"/>
                </a:highlight>
                <a:latin typeface="Pangolin" panose="00000500000000000000" pitchFamily="2" charset="0"/>
              </a:rPr>
              <a:t>storing and manipulating data</a:t>
            </a:r>
            <a:r>
              <a:rPr lang="en-US" sz="1000" dirty="0">
                <a:latin typeface="Pangolin" panose="00000500000000000000" pitchFamily="2" charset="0"/>
              </a:rPr>
              <a:t> efficiently, often optimized for performance and memory usage.</a:t>
            </a:r>
            <a:endParaRPr lang="de-AT" sz="1000" dirty="0">
              <a:solidFill>
                <a:schemeClr val="tx1"/>
              </a:solidFill>
              <a:latin typeface="Pangolin" panose="00000500000000000000" pitchFamily="2" charset="0"/>
            </a:endParaRPr>
          </a:p>
        </p:txBody>
      </p:sp>
      <p:pic>
        <p:nvPicPr>
          <p:cNvPr id="1026" name="Picture 2">
            <a:extLst>
              <a:ext uri="{FF2B5EF4-FFF2-40B4-BE49-F238E27FC236}">
                <a16:creationId xmlns:a16="http://schemas.microsoft.com/office/drawing/2014/main" id="{5D3B7C01-3045-6D1D-285D-9238E2DE2E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9764" y="5020763"/>
            <a:ext cx="827685" cy="155448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9AD64F54-AEFA-E616-A295-7DEC2FA8F8F2}"/>
              </a:ext>
            </a:extLst>
          </p:cNvPr>
          <p:cNvSpPr txBox="1"/>
          <p:nvPr/>
        </p:nvSpPr>
        <p:spPr>
          <a:xfrm>
            <a:off x="867784" y="4187237"/>
            <a:ext cx="3555137" cy="1477328"/>
          </a:xfrm>
          <a:prstGeom prst="rect">
            <a:avLst/>
          </a:prstGeom>
          <a:noFill/>
        </p:spPr>
        <p:txBody>
          <a:bodyPr wrap="square" rtlCol="0">
            <a:spAutoFit/>
          </a:bodyPr>
          <a:lstStyle/>
          <a:p>
            <a:r>
              <a:rPr lang="en-US" sz="1000" b="1" dirty="0">
                <a:latin typeface="Pangolin" panose="00000500000000000000" pitchFamily="2" charset="0"/>
              </a:rPr>
              <a:t>Number</a:t>
            </a:r>
            <a:r>
              <a:rPr lang="en-US" sz="1000" dirty="0">
                <a:latin typeface="Pangolin" panose="00000500000000000000" pitchFamily="2" charset="0"/>
              </a:rPr>
              <a:t>: Represents all numeric values*</a:t>
            </a:r>
          </a:p>
          <a:p>
            <a:endParaRPr lang="en-US" sz="1000" dirty="0">
              <a:latin typeface="Pangolin" panose="00000500000000000000" pitchFamily="2" charset="0"/>
            </a:endParaRPr>
          </a:p>
          <a:p>
            <a:r>
              <a:rPr lang="en-US" sz="1000" b="1" dirty="0">
                <a:latin typeface="Pangolin" panose="00000500000000000000" pitchFamily="2" charset="0"/>
              </a:rPr>
              <a:t>Boolean</a:t>
            </a:r>
            <a:r>
              <a:rPr lang="en-US" sz="1000" dirty="0">
                <a:latin typeface="Pangolin" panose="00000500000000000000" pitchFamily="2" charset="0"/>
              </a:rPr>
              <a:t>: Represents a </a:t>
            </a:r>
            <a:r>
              <a:rPr lang="en-US" sz="1000" dirty="0" err="1">
                <a:latin typeface="Pangolin" panose="00000500000000000000" pitchFamily="2" charset="0"/>
              </a:rPr>
              <a:t>boolean</a:t>
            </a:r>
            <a:r>
              <a:rPr lang="en-US" sz="1000" dirty="0">
                <a:latin typeface="Pangolin" panose="00000500000000000000" pitchFamily="2" charset="0"/>
              </a:rPr>
              <a:t> value (true or false)</a:t>
            </a:r>
          </a:p>
          <a:p>
            <a:endParaRPr lang="en-US" sz="1000" dirty="0">
              <a:latin typeface="Pangolin" panose="00000500000000000000" pitchFamily="2" charset="0"/>
            </a:endParaRPr>
          </a:p>
          <a:p>
            <a:r>
              <a:rPr lang="en-US" sz="1000" b="1" dirty="0">
                <a:latin typeface="Pangolin" panose="00000500000000000000" pitchFamily="2" charset="0"/>
              </a:rPr>
              <a:t>String</a:t>
            </a:r>
            <a:r>
              <a:rPr lang="en-US" sz="1000" dirty="0">
                <a:latin typeface="Pangolin" panose="00000500000000000000" pitchFamily="2" charset="0"/>
              </a:rPr>
              <a:t>: Represents a sequence of characters</a:t>
            </a:r>
          </a:p>
          <a:p>
            <a:endParaRPr lang="en-US" sz="1000" dirty="0">
              <a:latin typeface="Pangolin" panose="00000500000000000000" pitchFamily="2" charset="0"/>
            </a:endParaRPr>
          </a:p>
          <a:p>
            <a:r>
              <a:rPr lang="en-US" sz="1000" b="1" dirty="0">
                <a:latin typeface="Pangolin" panose="00000500000000000000" pitchFamily="2" charset="0"/>
              </a:rPr>
              <a:t>Undefined</a:t>
            </a:r>
            <a:r>
              <a:rPr lang="en-US" sz="1000" dirty="0">
                <a:latin typeface="Pangolin" panose="00000500000000000000" pitchFamily="2" charset="0"/>
              </a:rPr>
              <a:t>: Represents an uninitialized or undefined value</a:t>
            </a:r>
          </a:p>
          <a:p>
            <a:endParaRPr lang="en-US" sz="1000" dirty="0">
              <a:latin typeface="Pangolin" panose="00000500000000000000" pitchFamily="2" charset="0"/>
            </a:endParaRPr>
          </a:p>
          <a:p>
            <a:r>
              <a:rPr lang="en-US" sz="1000" b="1" dirty="0">
                <a:latin typeface="Pangolin" panose="00000500000000000000" pitchFamily="2" charset="0"/>
              </a:rPr>
              <a:t>Null</a:t>
            </a:r>
            <a:r>
              <a:rPr lang="en-US" sz="1000" dirty="0">
                <a:latin typeface="Pangolin" panose="00000500000000000000" pitchFamily="2" charset="0"/>
              </a:rPr>
              <a:t>: Represents an intentional absence of any object value</a:t>
            </a:r>
            <a:endParaRPr lang="es-419" sz="1000" dirty="0">
              <a:latin typeface="Pangolin" panose="00000500000000000000" pitchFamily="2" charset="0"/>
            </a:endParaRPr>
          </a:p>
        </p:txBody>
      </p:sp>
      <p:sp>
        <p:nvSpPr>
          <p:cNvPr id="21" name="TextBox 20">
            <a:extLst>
              <a:ext uri="{FF2B5EF4-FFF2-40B4-BE49-F238E27FC236}">
                <a16:creationId xmlns:a16="http://schemas.microsoft.com/office/drawing/2014/main" id="{849BA101-214A-87EB-B061-C52CCF5E22B0}"/>
              </a:ext>
            </a:extLst>
          </p:cNvPr>
          <p:cNvSpPr txBox="1"/>
          <p:nvPr/>
        </p:nvSpPr>
        <p:spPr>
          <a:xfrm>
            <a:off x="496656" y="6102244"/>
            <a:ext cx="3744286" cy="400110"/>
          </a:xfrm>
          <a:prstGeom prst="rect">
            <a:avLst/>
          </a:prstGeom>
          <a:noFill/>
        </p:spPr>
        <p:txBody>
          <a:bodyPr wrap="square" rtlCol="0">
            <a:spAutoFit/>
          </a:bodyPr>
          <a:lstStyle/>
          <a:p>
            <a:pPr algn="ctr"/>
            <a:r>
              <a:rPr lang="en-US" sz="1000" dirty="0">
                <a:latin typeface="Pangolin" panose="00000500000000000000" pitchFamily="2" charset="0"/>
              </a:rPr>
              <a:t>*The type “number” includes integers and floating-point numbers.  </a:t>
            </a:r>
            <a:br>
              <a:rPr lang="en-US" sz="1000" dirty="0">
                <a:latin typeface="Pangolin" panose="00000500000000000000" pitchFamily="2" charset="0"/>
              </a:rPr>
            </a:br>
            <a:r>
              <a:rPr lang="en-US" sz="1000" dirty="0">
                <a:latin typeface="Pangolin" panose="00000500000000000000" pitchFamily="2" charset="0"/>
              </a:rPr>
              <a:t>JavaScript doesn't have specific types like byte, short, or long.</a:t>
            </a:r>
            <a:endParaRPr lang="es-419" sz="1000" dirty="0">
              <a:latin typeface="Pangolin" panose="00000500000000000000" pitchFamily="2" charset="0"/>
            </a:endParaRPr>
          </a:p>
        </p:txBody>
      </p:sp>
      <p:pic>
        <p:nvPicPr>
          <p:cNvPr id="1032" name="Picture 8">
            <a:extLst>
              <a:ext uri="{FF2B5EF4-FFF2-40B4-BE49-F238E27FC236}">
                <a16:creationId xmlns:a16="http://schemas.microsoft.com/office/drawing/2014/main" id="{345B88E8-7363-B4E9-F791-5023A70C3B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2010" y="4496088"/>
            <a:ext cx="247824" cy="22717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A group of people with speech bubbles&#10;&#10;Description automatically generated">
            <a:extLst>
              <a:ext uri="{FF2B5EF4-FFF2-40B4-BE49-F238E27FC236}">
                <a16:creationId xmlns:a16="http://schemas.microsoft.com/office/drawing/2014/main" id="{70148CC0-F701-BC6C-D6F6-A022AF56C8D3}"/>
              </a:ext>
            </a:extLst>
          </p:cNvPr>
          <p:cNvPicPr>
            <a:picLocks noChangeAspect="1"/>
          </p:cNvPicPr>
          <p:nvPr/>
        </p:nvPicPr>
        <p:blipFill rotWithShape="1">
          <a:blip r:embed="rId9">
            <a:biLevel thresh="75000"/>
            <a:extLst>
              <a:ext uri="{28A0092B-C50C-407E-A947-70E740481C1C}">
                <a14:useLocalDpi xmlns:a14="http://schemas.microsoft.com/office/drawing/2010/main" val="0"/>
              </a:ext>
            </a:extLst>
          </a:blip>
          <a:srcRect l="36297" t="22626" r="55150" b="63969"/>
          <a:stretch/>
        </p:blipFill>
        <p:spPr>
          <a:xfrm>
            <a:off x="432445" y="4211040"/>
            <a:ext cx="124621" cy="207168"/>
          </a:xfrm>
          <a:prstGeom prst="rect">
            <a:avLst/>
          </a:prstGeom>
        </p:spPr>
      </p:pic>
      <p:pic>
        <p:nvPicPr>
          <p:cNvPr id="1036" name="Picture 12">
            <a:extLst>
              <a:ext uri="{FF2B5EF4-FFF2-40B4-BE49-F238E27FC236}">
                <a16:creationId xmlns:a16="http://schemas.microsoft.com/office/drawing/2014/main" id="{6EF0F467-C98B-BAFC-BD52-81DA4B9ABD4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4424" y="5423162"/>
            <a:ext cx="406302" cy="16748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B8A3657D-B936-5D97-B845-7AAB5CEDEDA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3098" y="5138789"/>
            <a:ext cx="88205" cy="173960"/>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Group 31">
            <a:extLst>
              <a:ext uri="{FF2B5EF4-FFF2-40B4-BE49-F238E27FC236}">
                <a16:creationId xmlns:a16="http://schemas.microsoft.com/office/drawing/2014/main" id="{9AC58AAF-CE4B-F82D-489C-730385D0DA2B}"/>
              </a:ext>
            </a:extLst>
          </p:cNvPr>
          <p:cNvGrpSpPr/>
          <p:nvPr/>
        </p:nvGrpSpPr>
        <p:grpSpPr>
          <a:xfrm>
            <a:off x="523028" y="4789353"/>
            <a:ext cx="227162" cy="252604"/>
            <a:chOff x="515322" y="1736048"/>
            <a:chExt cx="227162" cy="252604"/>
          </a:xfrm>
        </p:grpSpPr>
        <p:pic>
          <p:nvPicPr>
            <p:cNvPr id="1034" name="Picture 10">
              <a:extLst>
                <a:ext uri="{FF2B5EF4-FFF2-40B4-BE49-F238E27FC236}">
                  <a16:creationId xmlns:a16="http://schemas.microsoft.com/office/drawing/2014/main" id="{ECCE0AF3-877F-4905-9669-9056CF90DA8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5322" y="1736048"/>
              <a:ext cx="227162" cy="252604"/>
            </a:xfrm>
            <a:prstGeom prst="rect">
              <a:avLst/>
            </a:prstGeom>
            <a:noFill/>
            <a:extLst>
              <a:ext uri="{909E8E84-426E-40DD-AFC4-6F175D3DCCD1}">
                <a14:hiddenFill xmlns:a14="http://schemas.microsoft.com/office/drawing/2010/main">
                  <a:solidFill>
                    <a:srgbClr val="FFFFFF"/>
                  </a:solidFill>
                </a14:hiddenFill>
              </a:ext>
            </a:extLst>
          </p:spPr>
        </p:pic>
        <p:sp>
          <p:nvSpPr>
            <p:cNvPr id="31" name="Freeform: Shape 30">
              <a:extLst>
                <a:ext uri="{FF2B5EF4-FFF2-40B4-BE49-F238E27FC236}">
                  <a16:creationId xmlns:a16="http://schemas.microsoft.com/office/drawing/2014/main" id="{A8107EB9-8D17-0F76-A8C3-130F394640FE}"/>
                </a:ext>
              </a:extLst>
            </p:cNvPr>
            <p:cNvSpPr/>
            <p:nvPr/>
          </p:nvSpPr>
          <p:spPr>
            <a:xfrm>
              <a:off x="569119" y="1769269"/>
              <a:ext cx="113849" cy="142875"/>
            </a:xfrm>
            <a:custGeom>
              <a:avLst/>
              <a:gdLst>
                <a:gd name="connsiteX0" fmla="*/ 69056 w 113849"/>
                <a:gd name="connsiteY0" fmla="*/ 142875 h 142875"/>
                <a:gd name="connsiteX1" fmla="*/ 88106 w 113849"/>
                <a:gd name="connsiteY1" fmla="*/ 140494 h 142875"/>
                <a:gd name="connsiteX2" fmla="*/ 90487 w 113849"/>
                <a:gd name="connsiteY2" fmla="*/ 133350 h 142875"/>
                <a:gd name="connsiteX3" fmla="*/ 92869 w 113849"/>
                <a:gd name="connsiteY3" fmla="*/ 119062 h 142875"/>
                <a:gd name="connsiteX4" fmla="*/ 104775 w 113849"/>
                <a:gd name="connsiteY4" fmla="*/ 107156 h 142875"/>
                <a:gd name="connsiteX5" fmla="*/ 107156 w 113849"/>
                <a:gd name="connsiteY5" fmla="*/ 33337 h 142875"/>
                <a:gd name="connsiteX6" fmla="*/ 100012 w 113849"/>
                <a:gd name="connsiteY6" fmla="*/ 23812 h 142875"/>
                <a:gd name="connsiteX7" fmla="*/ 97631 w 113849"/>
                <a:gd name="connsiteY7" fmla="*/ 16669 h 142875"/>
                <a:gd name="connsiteX8" fmla="*/ 88106 w 113849"/>
                <a:gd name="connsiteY8" fmla="*/ 9525 h 142875"/>
                <a:gd name="connsiteX9" fmla="*/ 69056 w 113849"/>
                <a:gd name="connsiteY9" fmla="*/ 0 h 142875"/>
                <a:gd name="connsiteX10" fmla="*/ 16669 w 113849"/>
                <a:gd name="connsiteY10" fmla="*/ 2381 h 142875"/>
                <a:gd name="connsiteX11" fmla="*/ 9525 w 113849"/>
                <a:gd name="connsiteY11" fmla="*/ 9525 h 142875"/>
                <a:gd name="connsiteX12" fmla="*/ 4762 w 113849"/>
                <a:gd name="connsiteY12" fmla="*/ 19050 h 142875"/>
                <a:gd name="connsiteX13" fmla="*/ 0 w 113849"/>
                <a:gd name="connsiteY13" fmla="*/ 26194 h 142875"/>
                <a:gd name="connsiteX14" fmla="*/ 7144 w 113849"/>
                <a:gd name="connsiteY14" fmla="*/ 76200 h 142875"/>
                <a:gd name="connsiteX15" fmla="*/ 11906 w 113849"/>
                <a:gd name="connsiteY15" fmla="*/ 83344 h 142875"/>
                <a:gd name="connsiteX16" fmla="*/ 16669 w 113849"/>
                <a:gd name="connsiteY16" fmla="*/ 97631 h 142875"/>
                <a:gd name="connsiteX17" fmla="*/ 19050 w 113849"/>
                <a:gd name="connsiteY17" fmla="*/ 104775 h 142875"/>
                <a:gd name="connsiteX18" fmla="*/ 33337 w 113849"/>
                <a:gd name="connsiteY18" fmla="*/ 128587 h 142875"/>
                <a:gd name="connsiteX19" fmla="*/ 69056 w 113849"/>
                <a:gd name="connsiteY19"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849" h="142875">
                  <a:moveTo>
                    <a:pt x="69056" y="142875"/>
                  </a:moveTo>
                  <a:cubicBezTo>
                    <a:pt x="75406" y="142081"/>
                    <a:pt x="82258" y="143093"/>
                    <a:pt x="88106" y="140494"/>
                  </a:cubicBezTo>
                  <a:cubicBezTo>
                    <a:pt x="90400" y="139475"/>
                    <a:pt x="89942" y="135800"/>
                    <a:pt x="90487" y="133350"/>
                  </a:cubicBezTo>
                  <a:cubicBezTo>
                    <a:pt x="91534" y="128637"/>
                    <a:pt x="90557" y="123301"/>
                    <a:pt x="92869" y="119062"/>
                  </a:cubicBezTo>
                  <a:cubicBezTo>
                    <a:pt x="95557" y="114135"/>
                    <a:pt x="100806" y="111125"/>
                    <a:pt x="104775" y="107156"/>
                  </a:cubicBezTo>
                  <a:cubicBezTo>
                    <a:pt x="118306" y="80091"/>
                    <a:pt x="114629" y="91255"/>
                    <a:pt x="107156" y="33337"/>
                  </a:cubicBezTo>
                  <a:cubicBezTo>
                    <a:pt x="106648" y="29401"/>
                    <a:pt x="102393" y="26987"/>
                    <a:pt x="100012" y="23812"/>
                  </a:cubicBezTo>
                  <a:cubicBezTo>
                    <a:pt x="99218" y="21431"/>
                    <a:pt x="99238" y="18597"/>
                    <a:pt x="97631" y="16669"/>
                  </a:cubicBezTo>
                  <a:cubicBezTo>
                    <a:pt x="95090" y="13620"/>
                    <a:pt x="91408" y="11727"/>
                    <a:pt x="88106" y="9525"/>
                  </a:cubicBezTo>
                  <a:cubicBezTo>
                    <a:pt x="76859" y="2026"/>
                    <a:pt x="79066" y="3336"/>
                    <a:pt x="69056" y="0"/>
                  </a:cubicBezTo>
                  <a:cubicBezTo>
                    <a:pt x="51594" y="794"/>
                    <a:pt x="33930" y="-381"/>
                    <a:pt x="16669" y="2381"/>
                  </a:cubicBezTo>
                  <a:cubicBezTo>
                    <a:pt x="13344" y="2913"/>
                    <a:pt x="11483" y="6785"/>
                    <a:pt x="9525" y="9525"/>
                  </a:cubicBezTo>
                  <a:cubicBezTo>
                    <a:pt x="7462" y="12414"/>
                    <a:pt x="6523" y="15968"/>
                    <a:pt x="4762" y="19050"/>
                  </a:cubicBezTo>
                  <a:cubicBezTo>
                    <a:pt x="3342" y="21535"/>
                    <a:pt x="1587" y="23813"/>
                    <a:pt x="0" y="26194"/>
                  </a:cubicBezTo>
                  <a:cubicBezTo>
                    <a:pt x="384" y="31184"/>
                    <a:pt x="1451" y="67660"/>
                    <a:pt x="7144" y="76200"/>
                  </a:cubicBezTo>
                  <a:cubicBezTo>
                    <a:pt x="8731" y="78581"/>
                    <a:pt x="10744" y="80729"/>
                    <a:pt x="11906" y="83344"/>
                  </a:cubicBezTo>
                  <a:cubicBezTo>
                    <a:pt x="13945" y="87931"/>
                    <a:pt x="15081" y="92869"/>
                    <a:pt x="16669" y="97631"/>
                  </a:cubicBezTo>
                  <a:cubicBezTo>
                    <a:pt x="17463" y="100012"/>
                    <a:pt x="17759" y="102623"/>
                    <a:pt x="19050" y="104775"/>
                  </a:cubicBezTo>
                  <a:cubicBezTo>
                    <a:pt x="23812" y="112712"/>
                    <a:pt x="26792" y="122042"/>
                    <a:pt x="33337" y="128587"/>
                  </a:cubicBezTo>
                  <a:lnTo>
                    <a:pt x="69056" y="142875"/>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grpSp>
      <p:sp>
        <p:nvSpPr>
          <p:cNvPr id="34" name="TextBox 33">
            <a:extLst>
              <a:ext uri="{FF2B5EF4-FFF2-40B4-BE49-F238E27FC236}">
                <a16:creationId xmlns:a16="http://schemas.microsoft.com/office/drawing/2014/main" id="{1FD7134B-311E-D163-5A45-E6583E0DA3A0}"/>
              </a:ext>
            </a:extLst>
          </p:cNvPr>
          <p:cNvSpPr txBox="1"/>
          <p:nvPr/>
        </p:nvSpPr>
        <p:spPr>
          <a:xfrm>
            <a:off x="468244" y="2879326"/>
            <a:ext cx="3705941" cy="553998"/>
          </a:xfrm>
          <a:prstGeom prst="rect">
            <a:avLst/>
          </a:prstGeom>
          <a:noFill/>
        </p:spPr>
        <p:txBody>
          <a:bodyPr wrap="square" rtlCol="0">
            <a:spAutoFit/>
          </a:bodyPr>
          <a:lstStyle/>
          <a:p>
            <a:pPr algn="ctr"/>
            <a:r>
              <a:rPr lang="en-US" sz="1000" dirty="0">
                <a:latin typeface="Pangolin" panose="00000500000000000000" pitchFamily="2" charset="0"/>
              </a:rPr>
              <a:t>C# also includes:</a:t>
            </a:r>
          </a:p>
          <a:p>
            <a:pPr algn="ctr"/>
            <a:r>
              <a:rPr lang="en-US" sz="1000" b="1" dirty="0">
                <a:latin typeface="Pangolin" panose="00000500000000000000" pitchFamily="2" charset="0"/>
              </a:rPr>
              <a:t>bool</a:t>
            </a:r>
            <a:r>
              <a:rPr lang="en-US" sz="1000" dirty="0">
                <a:latin typeface="Pangolin" panose="00000500000000000000" pitchFamily="2" charset="0"/>
              </a:rPr>
              <a:t>: a </a:t>
            </a:r>
            <a:r>
              <a:rPr lang="en-US" sz="1000" dirty="0" err="1">
                <a:latin typeface="Pangolin" panose="00000500000000000000" pitchFamily="2" charset="0"/>
              </a:rPr>
              <a:t>boolean</a:t>
            </a:r>
            <a:r>
              <a:rPr lang="en-US" sz="1000" dirty="0">
                <a:latin typeface="Pangolin" panose="00000500000000000000" pitchFamily="2" charset="0"/>
              </a:rPr>
              <a:t> value (true or false).</a:t>
            </a:r>
          </a:p>
          <a:p>
            <a:pPr algn="ctr"/>
            <a:r>
              <a:rPr lang="en-US" sz="1000" b="1" dirty="0">
                <a:latin typeface="Pangolin" panose="00000500000000000000" pitchFamily="2" charset="0"/>
              </a:rPr>
              <a:t>char</a:t>
            </a:r>
            <a:r>
              <a:rPr lang="en-US" sz="1000" dirty="0">
                <a:latin typeface="Pangolin" panose="00000500000000000000" pitchFamily="2" charset="0"/>
              </a:rPr>
              <a:t>: a Unicode character (U+0000 to U+FFFF).</a:t>
            </a:r>
            <a:endParaRPr lang="es-419" sz="1000" dirty="0">
              <a:latin typeface="Pangolin" panose="00000500000000000000" pitchFamily="2" charset="0"/>
            </a:endParaRPr>
          </a:p>
        </p:txBody>
      </p:sp>
      <p:sp>
        <p:nvSpPr>
          <p:cNvPr id="53" name="TextBox 52">
            <a:extLst>
              <a:ext uri="{FF2B5EF4-FFF2-40B4-BE49-F238E27FC236}">
                <a16:creationId xmlns:a16="http://schemas.microsoft.com/office/drawing/2014/main" id="{5C0D5335-D946-3DC8-1AED-3CBAA060E763}"/>
              </a:ext>
            </a:extLst>
          </p:cNvPr>
          <p:cNvSpPr txBox="1"/>
          <p:nvPr/>
        </p:nvSpPr>
        <p:spPr>
          <a:xfrm>
            <a:off x="876354" y="7152374"/>
            <a:ext cx="3555137" cy="1631216"/>
          </a:xfrm>
          <a:prstGeom prst="rect">
            <a:avLst/>
          </a:prstGeom>
          <a:noFill/>
        </p:spPr>
        <p:txBody>
          <a:bodyPr wrap="square" rtlCol="0">
            <a:spAutoFit/>
          </a:bodyPr>
          <a:lstStyle/>
          <a:p>
            <a:r>
              <a:rPr lang="en-US" sz="1000" b="1" dirty="0">
                <a:latin typeface="Pangolin" panose="00000500000000000000" pitchFamily="2" charset="0"/>
              </a:rPr>
              <a:t>int</a:t>
            </a:r>
            <a:r>
              <a:rPr lang="en-US" sz="1000" dirty="0">
                <a:latin typeface="Pangolin" panose="00000500000000000000" pitchFamily="2" charset="0"/>
              </a:rPr>
              <a:t>: Represents arbitrary precision signed integers.</a:t>
            </a:r>
          </a:p>
          <a:p>
            <a:endParaRPr lang="en-US" sz="1000" dirty="0">
              <a:latin typeface="Pangolin" panose="00000500000000000000" pitchFamily="2" charset="0"/>
            </a:endParaRPr>
          </a:p>
          <a:p>
            <a:r>
              <a:rPr lang="en-US" sz="1000" b="1" dirty="0">
                <a:latin typeface="Pangolin" panose="00000500000000000000" pitchFamily="2" charset="0"/>
              </a:rPr>
              <a:t>float</a:t>
            </a:r>
            <a:r>
              <a:rPr lang="en-US" sz="1000" dirty="0">
                <a:latin typeface="Pangolin" panose="00000500000000000000" pitchFamily="2" charset="0"/>
              </a:rPr>
              <a:t>: Represents floating-point numbers*</a:t>
            </a:r>
          </a:p>
          <a:p>
            <a:endParaRPr lang="en-US" sz="1000" dirty="0">
              <a:latin typeface="Pangolin" panose="00000500000000000000" pitchFamily="2" charset="0"/>
            </a:endParaRPr>
          </a:p>
          <a:p>
            <a:r>
              <a:rPr lang="en-US" sz="1000" b="1" dirty="0">
                <a:latin typeface="Pangolin" panose="00000500000000000000" pitchFamily="2" charset="0"/>
              </a:rPr>
              <a:t>bool</a:t>
            </a:r>
            <a:r>
              <a:rPr lang="en-US" sz="1000" dirty="0">
                <a:latin typeface="Pangolin" panose="00000500000000000000" pitchFamily="2" charset="0"/>
              </a:rPr>
              <a:t>: Represents a </a:t>
            </a:r>
            <a:r>
              <a:rPr lang="en-US" sz="1000" dirty="0" err="1">
                <a:latin typeface="Pangolin" panose="00000500000000000000" pitchFamily="2" charset="0"/>
              </a:rPr>
              <a:t>boolean</a:t>
            </a:r>
            <a:r>
              <a:rPr lang="en-US" sz="1000" dirty="0">
                <a:latin typeface="Pangolin" panose="00000500000000000000" pitchFamily="2" charset="0"/>
              </a:rPr>
              <a:t> value (true or false).</a:t>
            </a:r>
          </a:p>
          <a:p>
            <a:endParaRPr lang="en-US" sz="1000" dirty="0">
              <a:latin typeface="Pangolin" panose="00000500000000000000" pitchFamily="2" charset="0"/>
            </a:endParaRPr>
          </a:p>
          <a:p>
            <a:r>
              <a:rPr lang="en-US" sz="1000" b="1" dirty="0">
                <a:latin typeface="Pangolin" panose="00000500000000000000" pitchFamily="2" charset="0"/>
              </a:rPr>
              <a:t>str</a:t>
            </a:r>
            <a:r>
              <a:rPr lang="en-US" sz="1000" dirty="0">
                <a:latin typeface="Pangolin" panose="00000500000000000000" pitchFamily="2" charset="0"/>
              </a:rPr>
              <a:t>: Represents a sequence of Unicode characters.</a:t>
            </a:r>
          </a:p>
          <a:p>
            <a:endParaRPr lang="en-US" sz="1000" dirty="0">
              <a:latin typeface="Pangolin" panose="00000500000000000000" pitchFamily="2" charset="0"/>
            </a:endParaRPr>
          </a:p>
          <a:p>
            <a:r>
              <a:rPr lang="en-US" sz="1000" b="1" dirty="0" err="1">
                <a:latin typeface="Pangolin" panose="00000500000000000000" pitchFamily="2" charset="0"/>
              </a:rPr>
              <a:t>NoneType</a:t>
            </a:r>
            <a:r>
              <a:rPr lang="en-US" sz="1000" dirty="0">
                <a:latin typeface="Pangolin" panose="00000500000000000000" pitchFamily="2" charset="0"/>
              </a:rPr>
              <a:t>: Represents the absence of a value, often used as a placeholder or default return value.</a:t>
            </a:r>
            <a:endParaRPr lang="es-419" sz="1000" dirty="0">
              <a:latin typeface="Pangolin" panose="00000500000000000000" pitchFamily="2" charset="0"/>
            </a:endParaRPr>
          </a:p>
        </p:txBody>
      </p:sp>
      <p:sp>
        <p:nvSpPr>
          <p:cNvPr id="55" name="TextBox 54">
            <a:extLst>
              <a:ext uri="{FF2B5EF4-FFF2-40B4-BE49-F238E27FC236}">
                <a16:creationId xmlns:a16="http://schemas.microsoft.com/office/drawing/2014/main" id="{AD7F9951-46D9-CBF8-AAA9-B6FC9FCFF1F5}"/>
              </a:ext>
            </a:extLst>
          </p:cNvPr>
          <p:cNvSpPr txBox="1"/>
          <p:nvPr/>
        </p:nvSpPr>
        <p:spPr>
          <a:xfrm>
            <a:off x="729253" y="9270896"/>
            <a:ext cx="3289683" cy="246221"/>
          </a:xfrm>
          <a:prstGeom prst="rect">
            <a:avLst/>
          </a:prstGeom>
          <a:noFill/>
        </p:spPr>
        <p:txBody>
          <a:bodyPr wrap="none" rtlCol="0">
            <a:spAutoFit/>
          </a:bodyPr>
          <a:lstStyle/>
          <a:p>
            <a:r>
              <a:rPr lang="en-US" sz="1000" dirty="0">
                <a:latin typeface="Pangolin" panose="00000500000000000000" pitchFamily="2" charset="0"/>
              </a:rPr>
              <a:t>*The range of float is approximately 1.7e-308 to 1.7e+308</a:t>
            </a:r>
          </a:p>
        </p:txBody>
      </p:sp>
      <p:pic>
        <p:nvPicPr>
          <p:cNvPr id="56" name="Picture 12">
            <a:extLst>
              <a:ext uri="{FF2B5EF4-FFF2-40B4-BE49-F238E27FC236}">
                <a16:creationId xmlns:a16="http://schemas.microsoft.com/office/drawing/2014/main" id="{7CC48DEB-F589-A6BE-424D-AE2AF5C8D3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1173" y="8418650"/>
            <a:ext cx="406302" cy="167483"/>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oup 56">
            <a:extLst>
              <a:ext uri="{FF2B5EF4-FFF2-40B4-BE49-F238E27FC236}">
                <a16:creationId xmlns:a16="http://schemas.microsoft.com/office/drawing/2014/main" id="{2B10A185-9124-2972-124A-1752D65AD5F1}"/>
              </a:ext>
            </a:extLst>
          </p:cNvPr>
          <p:cNvGrpSpPr/>
          <p:nvPr/>
        </p:nvGrpSpPr>
        <p:grpSpPr>
          <a:xfrm>
            <a:off x="561102" y="8077529"/>
            <a:ext cx="227162" cy="252604"/>
            <a:chOff x="515322" y="1736048"/>
            <a:chExt cx="227162" cy="252604"/>
          </a:xfrm>
        </p:grpSpPr>
        <p:pic>
          <p:nvPicPr>
            <p:cNvPr id="58" name="Picture 10">
              <a:extLst>
                <a:ext uri="{FF2B5EF4-FFF2-40B4-BE49-F238E27FC236}">
                  <a16:creationId xmlns:a16="http://schemas.microsoft.com/office/drawing/2014/main" id="{EDFDB97A-34DA-4A3F-2C3B-8D30D66E59B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5322" y="1736048"/>
              <a:ext cx="227162" cy="252604"/>
            </a:xfrm>
            <a:prstGeom prst="rect">
              <a:avLst/>
            </a:prstGeom>
            <a:noFill/>
            <a:extLst>
              <a:ext uri="{909E8E84-426E-40DD-AFC4-6F175D3DCCD1}">
                <a14:hiddenFill xmlns:a14="http://schemas.microsoft.com/office/drawing/2010/main">
                  <a:solidFill>
                    <a:srgbClr val="FFFFFF"/>
                  </a:solidFill>
                </a14:hiddenFill>
              </a:ext>
            </a:extLst>
          </p:spPr>
        </p:pic>
        <p:sp>
          <p:nvSpPr>
            <p:cNvPr id="59" name="Freeform: Shape 58">
              <a:extLst>
                <a:ext uri="{FF2B5EF4-FFF2-40B4-BE49-F238E27FC236}">
                  <a16:creationId xmlns:a16="http://schemas.microsoft.com/office/drawing/2014/main" id="{2E2EE3D5-F253-38FF-AC67-D60FC508CD92}"/>
                </a:ext>
              </a:extLst>
            </p:cNvPr>
            <p:cNvSpPr/>
            <p:nvPr/>
          </p:nvSpPr>
          <p:spPr>
            <a:xfrm>
              <a:off x="569119" y="1769269"/>
              <a:ext cx="113849" cy="142875"/>
            </a:xfrm>
            <a:custGeom>
              <a:avLst/>
              <a:gdLst>
                <a:gd name="connsiteX0" fmla="*/ 69056 w 113849"/>
                <a:gd name="connsiteY0" fmla="*/ 142875 h 142875"/>
                <a:gd name="connsiteX1" fmla="*/ 88106 w 113849"/>
                <a:gd name="connsiteY1" fmla="*/ 140494 h 142875"/>
                <a:gd name="connsiteX2" fmla="*/ 90487 w 113849"/>
                <a:gd name="connsiteY2" fmla="*/ 133350 h 142875"/>
                <a:gd name="connsiteX3" fmla="*/ 92869 w 113849"/>
                <a:gd name="connsiteY3" fmla="*/ 119062 h 142875"/>
                <a:gd name="connsiteX4" fmla="*/ 104775 w 113849"/>
                <a:gd name="connsiteY4" fmla="*/ 107156 h 142875"/>
                <a:gd name="connsiteX5" fmla="*/ 107156 w 113849"/>
                <a:gd name="connsiteY5" fmla="*/ 33337 h 142875"/>
                <a:gd name="connsiteX6" fmla="*/ 100012 w 113849"/>
                <a:gd name="connsiteY6" fmla="*/ 23812 h 142875"/>
                <a:gd name="connsiteX7" fmla="*/ 97631 w 113849"/>
                <a:gd name="connsiteY7" fmla="*/ 16669 h 142875"/>
                <a:gd name="connsiteX8" fmla="*/ 88106 w 113849"/>
                <a:gd name="connsiteY8" fmla="*/ 9525 h 142875"/>
                <a:gd name="connsiteX9" fmla="*/ 69056 w 113849"/>
                <a:gd name="connsiteY9" fmla="*/ 0 h 142875"/>
                <a:gd name="connsiteX10" fmla="*/ 16669 w 113849"/>
                <a:gd name="connsiteY10" fmla="*/ 2381 h 142875"/>
                <a:gd name="connsiteX11" fmla="*/ 9525 w 113849"/>
                <a:gd name="connsiteY11" fmla="*/ 9525 h 142875"/>
                <a:gd name="connsiteX12" fmla="*/ 4762 w 113849"/>
                <a:gd name="connsiteY12" fmla="*/ 19050 h 142875"/>
                <a:gd name="connsiteX13" fmla="*/ 0 w 113849"/>
                <a:gd name="connsiteY13" fmla="*/ 26194 h 142875"/>
                <a:gd name="connsiteX14" fmla="*/ 7144 w 113849"/>
                <a:gd name="connsiteY14" fmla="*/ 76200 h 142875"/>
                <a:gd name="connsiteX15" fmla="*/ 11906 w 113849"/>
                <a:gd name="connsiteY15" fmla="*/ 83344 h 142875"/>
                <a:gd name="connsiteX16" fmla="*/ 16669 w 113849"/>
                <a:gd name="connsiteY16" fmla="*/ 97631 h 142875"/>
                <a:gd name="connsiteX17" fmla="*/ 19050 w 113849"/>
                <a:gd name="connsiteY17" fmla="*/ 104775 h 142875"/>
                <a:gd name="connsiteX18" fmla="*/ 33337 w 113849"/>
                <a:gd name="connsiteY18" fmla="*/ 128587 h 142875"/>
                <a:gd name="connsiteX19" fmla="*/ 69056 w 113849"/>
                <a:gd name="connsiteY19"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849" h="142875">
                  <a:moveTo>
                    <a:pt x="69056" y="142875"/>
                  </a:moveTo>
                  <a:cubicBezTo>
                    <a:pt x="75406" y="142081"/>
                    <a:pt x="82258" y="143093"/>
                    <a:pt x="88106" y="140494"/>
                  </a:cubicBezTo>
                  <a:cubicBezTo>
                    <a:pt x="90400" y="139475"/>
                    <a:pt x="89942" y="135800"/>
                    <a:pt x="90487" y="133350"/>
                  </a:cubicBezTo>
                  <a:cubicBezTo>
                    <a:pt x="91534" y="128637"/>
                    <a:pt x="90557" y="123301"/>
                    <a:pt x="92869" y="119062"/>
                  </a:cubicBezTo>
                  <a:cubicBezTo>
                    <a:pt x="95557" y="114135"/>
                    <a:pt x="100806" y="111125"/>
                    <a:pt x="104775" y="107156"/>
                  </a:cubicBezTo>
                  <a:cubicBezTo>
                    <a:pt x="118306" y="80091"/>
                    <a:pt x="114629" y="91255"/>
                    <a:pt x="107156" y="33337"/>
                  </a:cubicBezTo>
                  <a:cubicBezTo>
                    <a:pt x="106648" y="29401"/>
                    <a:pt x="102393" y="26987"/>
                    <a:pt x="100012" y="23812"/>
                  </a:cubicBezTo>
                  <a:cubicBezTo>
                    <a:pt x="99218" y="21431"/>
                    <a:pt x="99238" y="18597"/>
                    <a:pt x="97631" y="16669"/>
                  </a:cubicBezTo>
                  <a:cubicBezTo>
                    <a:pt x="95090" y="13620"/>
                    <a:pt x="91408" y="11727"/>
                    <a:pt x="88106" y="9525"/>
                  </a:cubicBezTo>
                  <a:cubicBezTo>
                    <a:pt x="76859" y="2026"/>
                    <a:pt x="79066" y="3336"/>
                    <a:pt x="69056" y="0"/>
                  </a:cubicBezTo>
                  <a:cubicBezTo>
                    <a:pt x="51594" y="794"/>
                    <a:pt x="33930" y="-381"/>
                    <a:pt x="16669" y="2381"/>
                  </a:cubicBezTo>
                  <a:cubicBezTo>
                    <a:pt x="13344" y="2913"/>
                    <a:pt x="11483" y="6785"/>
                    <a:pt x="9525" y="9525"/>
                  </a:cubicBezTo>
                  <a:cubicBezTo>
                    <a:pt x="7462" y="12414"/>
                    <a:pt x="6523" y="15968"/>
                    <a:pt x="4762" y="19050"/>
                  </a:cubicBezTo>
                  <a:cubicBezTo>
                    <a:pt x="3342" y="21535"/>
                    <a:pt x="1587" y="23813"/>
                    <a:pt x="0" y="26194"/>
                  </a:cubicBezTo>
                  <a:cubicBezTo>
                    <a:pt x="384" y="31184"/>
                    <a:pt x="1451" y="67660"/>
                    <a:pt x="7144" y="76200"/>
                  </a:cubicBezTo>
                  <a:cubicBezTo>
                    <a:pt x="8731" y="78581"/>
                    <a:pt x="10744" y="80729"/>
                    <a:pt x="11906" y="83344"/>
                  </a:cubicBezTo>
                  <a:cubicBezTo>
                    <a:pt x="13945" y="87931"/>
                    <a:pt x="15081" y="92869"/>
                    <a:pt x="16669" y="97631"/>
                  </a:cubicBezTo>
                  <a:cubicBezTo>
                    <a:pt x="17463" y="100012"/>
                    <a:pt x="17759" y="102623"/>
                    <a:pt x="19050" y="104775"/>
                  </a:cubicBezTo>
                  <a:cubicBezTo>
                    <a:pt x="23812" y="112712"/>
                    <a:pt x="26792" y="122042"/>
                    <a:pt x="33337" y="128587"/>
                  </a:cubicBezTo>
                  <a:lnTo>
                    <a:pt x="69056" y="142875"/>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grpSp>
      <p:pic>
        <p:nvPicPr>
          <p:cNvPr id="60" name="Picture 8">
            <a:extLst>
              <a:ext uri="{FF2B5EF4-FFF2-40B4-BE49-F238E27FC236}">
                <a16:creationId xmlns:a16="http://schemas.microsoft.com/office/drawing/2014/main" id="{1EFF938D-92A1-57CA-35EC-E8B4CD8889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0771" y="7763926"/>
            <a:ext cx="247824" cy="227172"/>
          </a:xfrm>
          <a:prstGeom prst="rect">
            <a:avLst/>
          </a:prstGeom>
          <a:noFill/>
          <a:extLst>
            <a:ext uri="{909E8E84-426E-40DD-AFC4-6F175D3DCCD1}">
              <a14:hiddenFill xmlns:a14="http://schemas.microsoft.com/office/drawing/2010/main">
                <a:solidFill>
                  <a:srgbClr val="FFFFFF"/>
                </a:solidFill>
              </a14:hiddenFill>
            </a:ext>
          </a:extLst>
        </p:spPr>
      </p:pic>
      <p:grpSp>
        <p:nvGrpSpPr>
          <p:cNvPr id="62" name="Group 61">
            <a:extLst>
              <a:ext uri="{FF2B5EF4-FFF2-40B4-BE49-F238E27FC236}">
                <a16:creationId xmlns:a16="http://schemas.microsoft.com/office/drawing/2014/main" id="{49FC647B-8463-C0A9-3144-EDD6524D6E65}"/>
              </a:ext>
            </a:extLst>
          </p:cNvPr>
          <p:cNvGrpSpPr/>
          <p:nvPr/>
        </p:nvGrpSpPr>
        <p:grpSpPr>
          <a:xfrm>
            <a:off x="596660" y="4213400"/>
            <a:ext cx="281395" cy="199073"/>
            <a:chOff x="631761" y="4209934"/>
            <a:chExt cx="281395" cy="199073"/>
          </a:xfrm>
        </p:grpSpPr>
        <p:pic>
          <p:nvPicPr>
            <p:cNvPr id="23" name="Picture 22" descr="A group of people with speech bubbles&#10;&#10;Description automatically generated">
              <a:extLst>
                <a:ext uri="{FF2B5EF4-FFF2-40B4-BE49-F238E27FC236}">
                  <a16:creationId xmlns:a16="http://schemas.microsoft.com/office/drawing/2014/main" id="{4FF7ADB9-CCCA-7547-E944-907C1D4B0CA6}"/>
                </a:ext>
              </a:extLst>
            </p:cNvPr>
            <p:cNvPicPr>
              <a:picLocks noChangeAspect="1"/>
            </p:cNvPicPr>
            <p:nvPr/>
          </p:nvPicPr>
          <p:blipFill rotWithShape="1">
            <a:blip r:embed="rId9">
              <a:biLevel thresh="75000"/>
              <a:extLst>
                <a:ext uri="{28A0092B-C50C-407E-A947-70E740481C1C}">
                  <a14:useLocalDpi xmlns:a14="http://schemas.microsoft.com/office/drawing/2010/main" val="0"/>
                </a:ext>
              </a:extLst>
            </a:blip>
            <a:srcRect l="6919" t="4860" r="83165" b="84303"/>
            <a:stretch/>
          </p:blipFill>
          <p:spPr>
            <a:xfrm>
              <a:off x="631761" y="4221263"/>
              <a:ext cx="144464" cy="167482"/>
            </a:xfrm>
            <a:prstGeom prst="rect">
              <a:avLst/>
            </a:prstGeom>
          </p:spPr>
        </p:pic>
        <p:pic>
          <p:nvPicPr>
            <p:cNvPr id="25" name="Picture 24" descr="A group of people with speech bubbles&#10;&#10;Description automatically generated">
              <a:extLst>
                <a:ext uri="{FF2B5EF4-FFF2-40B4-BE49-F238E27FC236}">
                  <a16:creationId xmlns:a16="http://schemas.microsoft.com/office/drawing/2014/main" id="{7AAB2752-551F-4CDE-9A11-6CB4CDE76145}"/>
                </a:ext>
              </a:extLst>
            </p:cNvPr>
            <p:cNvPicPr>
              <a:picLocks noChangeAspect="1"/>
            </p:cNvPicPr>
            <p:nvPr/>
          </p:nvPicPr>
          <p:blipFill rotWithShape="1">
            <a:blip r:embed="rId9">
              <a:biLevel thresh="75000"/>
              <a:extLst>
                <a:ext uri="{28A0092B-C50C-407E-A947-70E740481C1C}">
                  <a14:useLocalDpi xmlns:a14="http://schemas.microsoft.com/office/drawing/2010/main" val="0"/>
                </a:ext>
              </a:extLst>
            </a:blip>
            <a:srcRect l="62628" t="2260" r="27860" b="84858"/>
            <a:stretch/>
          </p:blipFill>
          <p:spPr>
            <a:xfrm>
              <a:off x="774567" y="4209934"/>
              <a:ext cx="138589" cy="199073"/>
            </a:xfrm>
            <a:prstGeom prst="rect">
              <a:avLst/>
            </a:prstGeom>
          </p:spPr>
        </p:pic>
        <p:sp>
          <p:nvSpPr>
            <p:cNvPr id="61" name="Oval 60">
              <a:extLst>
                <a:ext uri="{FF2B5EF4-FFF2-40B4-BE49-F238E27FC236}">
                  <a16:creationId xmlns:a16="http://schemas.microsoft.com/office/drawing/2014/main" id="{EE3D4F63-93C9-6D73-5565-77030FD3C1E0}"/>
                </a:ext>
              </a:extLst>
            </p:cNvPr>
            <p:cNvSpPr/>
            <p:nvPr/>
          </p:nvSpPr>
          <p:spPr>
            <a:xfrm>
              <a:off x="757174" y="4338440"/>
              <a:ext cx="36576" cy="3657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grpSp>
      <p:grpSp>
        <p:nvGrpSpPr>
          <p:cNvPr id="63" name="Group 62">
            <a:extLst>
              <a:ext uri="{FF2B5EF4-FFF2-40B4-BE49-F238E27FC236}">
                <a16:creationId xmlns:a16="http://schemas.microsoft.com/office/drawing/2014/main" id="{42D12A17-49F8-2D1C-3467-B00EF33E18FF}"/>
              </a:ext>
            </a:extLst>
          </p:cNvPr>
          <p:cNvGrpSpPr/>
          <p:nvPr/>
        </p:nvGrpSpPr>
        <p:grpSpPr>
          <a:xfrm>
            <a:off x="531877" y="7471314"/>
            <a:ext cx="281395" cy="199073"/>
            <a:chOff x="631761" y="4209934"/>
            <a:chExt cx="281395" cy="199073"/>
          </a:xfrm>
        </p:grpSpPr>
        <p:pic>
          <p:nvPicPr>
            <p:cNvPr id="128" name="Picture 127" descr="A group of people with speech bubbles&#10;&#10;Description automatically generated">
              <a:extLst>
                <a:ext uri="{FF2B5EF4-FFF2-40B4-BE49-F238E27FC236}">
                  <a16:creationId xmlns:a16="http://schemas.microsoft.com/office/drawing/2014/main" id="{37AA9DCC-1AB0-2476-5AA5-7FA931474407}"/>
                </a:ext>
              </a:extLst>
            </p:cNvPr>
            <p:cNvPicPr>
              <a:picLocks noChangeAspect="1"/>
            </p:cNvPicPr>
            <p:nvPr/>
          </p:nvPicPr>
          <p:blipFill rotWithShape="1">
            <a:blip r:embed="rId9">
              <a:biLevel thresh="75000"/>
              <a:extLst>
                <a:ext uri="{28A0092B-C50C-407E-A947-70E740481C1C}">
                  <a14:useLocalDpi xmlns:a14="http://schemas.microsoft.com/office/drawing/2010/main" val="0"/>
                </a:ext>
              </a:extLst>
            </a:blip>
            <a:srcRect l="6919" t="4860" r="83165" b="84303"/>
            <a:stretch/>
          </p:blipFill>
          <p:spPr>
            <a:xfrm>
              <a:off x="631761" y="4221263"/>
              <a:ext cx="144464" cy="167482"/>
            </a:xfrm>
            <a:prstGeom prst="rect">
              <a:avLst/>
            </a:prstGeom>
          </p:spPr>
        </p:pic>
        <p:pic>
          <p:nvPicPr>
            <p:cNvPr id="129" name="Picture 128" descr="A group of people with speech bubbles&#10;&#10;Description automatically generated">
              <a:extLst>
                <a:ext uri="{FF2B5EF4-FFF2-40B4-BE49-F238E27FC236}">
                  <a16:creationId xmlns:a16="http://schemas.microsoft.com/office/drawing/2014/main" id="{9D2561BF-E9C0-67CC-9A3B-3AC57C46955E}"/>
                </a:ext>
              </a:extLst>
            </p:cNvPr>
            <p:cNvPicPr>
              <a:picLocks noChangeAspect="1"/>
            </p:cNvPicPr>
            <p:nvPr/>
          </p:nvPicPr>
          <p:blipFill rotWithShape="1">
            <a:blip r:embed="rId9">
              <a:biLevel thresh="75000"/>
              <a:extLst>
                <a:ext uri="{28A0092B-C50C-407E-A947-70E740481C1C}">
                  <a14:useLocalDpi xmlns:a14="http://schemas.microsoft.com/office/drawing/2010/main" val="0"/>
                </a:ext>
              </a:extLst>
            </a:blip>
            <a:srcRect l="62628" t="2260" r="27860" b="84858"/>
            <a:stretch/>
          </p:blipFill>
          <p:spPr>
            <a:xfrm>
              <a:off x="774567" y="4209934"/>
              <a:ext cx="138589" cy="199073"/>
            </a:xfrm>
            <a:prstGeom prst="rect">
              <a:avLst/>
            </a:prstGeom>
          </p:spPr>
        </p:pic>
        <p:sp>
          <p:nvSpPr>
            <p:cNvPr id="130" name="Oval 129">
              <a:extLst>
                <a:ext uri="{FF2B5EF4-FFF2-40B4-BE49-F238E27FC236}">
                  <a16:creationId xmlns:a16="http://schemas.microsoft.com/office/drawing/2014/main" id="{297D7A74-153A-C28B-0C2C-77C89468D4D6}"/>
                </a:ext>
              </a:extLst>
            </p:cNvPr>
            <p:cNvSpPr/>
            <p:nvPr/>
          </p:nvSpPr>
          <p:spPr>
            <a:xfrm>
              <a:off x="757174" y="4338440"/>
              <a:ext cx="36576" cy="3657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grpSp>
      <p:pic>
        <p:nvPicPr>
          <p:cNvPr id="131" name="Picture 130" descr="A group of people with speech bubbles&#10;&#10;Description automatically generated">
            <a:extLst>
              <a:ext uri="{FF2B5EF4-FFF2-40B4-BE49-F238E27FC236}">
                <a16:creationId xmlns:a16="http://schemas.microsoft.com/office/drawing/2014/main" id="{65390A2A-196E-0530-6132-0E27F5BA03B6}"/>
              </a:ext>
            </a:extLst>
          </p:cNvPr>
          <p:cNvPicPr>
            <a:picLocks noChangeAspect="1"/>
          </p:cNvPicPr>
          <p:nvPr/>
        </p:nvPicPr>
        <p:blipFill rotWithShape="1">
          <a:blip r:embed="rId9">
            <a:biLevel thresh="75000"/>
            <a:extLst>
              <a:ext uri="{28A0092B-C50C-407E-A947-70E740481C1C}">
                <a14:useLocalDpi xmlns:a14="http://schemas.microsoft.com/office/drawing/2010/main" val="0"/>
              </a:ext>
            </a:extLst>
          </a:blip>
          <a:srcRect l="36297" t="22626" r="55150" b="63969"/>
          <a:stretch/>
        </p:blipFill>
        <p:spPr>
          <a:xfrm>
            <a:off x="625569" y="7170156"/>
            <a:ext cx="124621" cy="207168"/>
          </a:xfrm>
          <a:prstGeom prst="rect">
            <a:avLst/>
          </a:prstGeom>
        </p:spPr>
      </p:pic>
    </p:spTree>
    <p:extLst>
      <p:ext uri="{BB962C8B-B14F-4D97-AF65-F5344CB8AC3E}">
        <p14:creationId xmlns:p14="http://schemas.microsoft.com/office/powerpoint/2010/main" val="387239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990C19-6EC2-B88C-1A2A-55EA9D63707D}"/>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6F30592E-2B59-53F6-00A7-302C7D36EEC3}"/>
              </a:ext>
            </a:extLst>
          </p:cNvPr>
          <p:cNvSpPr txBox="1">
            <a:spLocks noGrp="1"/>
          </p:cNvSpPr>
          <p:nvPr>
            <p:ph type="title" idx="4294967295"/>
          </p:nvPr>
        </p:nvSpPr>
        <p:spPr>
          <a:xfrm>
            <a:off x="599280" y="6991767"/>
            <a:ext cx="5028787"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de-DE" sz="1100" b="1" dirty="0">
                <a:latin typeface="Segoe UI" panose="020B0502040204020203" pitchFamily="34" charset="0"/>
                <a:cs typeface="Segoe UI" panose="020B0502040204020203" pitchFamily="34" charset="0"/>
              </a:rPr>
              <a:t>How to cite this document:</a:t>
            </a:r>
            <a:br>
              <a:rPr lang="de-DE" sz="1100" i="1" dirty="0">
                <a:latin typeface="Segoe UI" panose="020B0502040204020203" pitchFamily="34" charset="0"/>
                <a:cs typeface="Segoe UI" panose="020B0502040204020203" pitchFamily="34" charset="0"/>
              </a:rPr>
            </a:br>
            <a:br>
              <a:rPr lang="de-DE" sz="1100" i="1" dirty="0">
                <a:latin typeface="Segoe UI" panose="020B0502040204020203" pitchFamily="34" charset="0"/>
                <a:cs typeface="Segoe UI" panose="020B0502040204020203" pitchFamily="34" charset="0"/>
              </a:rPr>
            </a:br>
            <a:r>
              <a:rPr lang="de-DE" sz="1100" i="1" dirty="0">
                <a:latin typeface="Segoe UI" panose="020B0502040204020203" pitchFamily="34" charset="0"/>
                <a:cs typeface="Segoe UI" panose="020B0502040204020203" pitchFamily="34" charset="0"/>
              </a:rPr>
              <a:t>Boucher, M., Boucher, A., Wu, H.-Y., &amp; Stoiber, C., &amp; De-Jesus-Oliveira, V.-A. (2025). Primitive Types. University of Applied Sciences St. Pölten (USTP). https://www.comixplain.cc</a:t>
            </a:r>
            <a:br>
              <a:rPr lang="de-AT" sz="1100" dirty="0">
                <a:solidFill>
                  <a:schemeClr val="accent1"/>
                </a:solidFill>
                <a:latin typeface="Segoe UI" panose="020B0502040204020203" pitchFamily="34" charset="0"/>
                <a:cs typeface="Segoe UI" panose="020B0502040204020203" pitchFamily="34" charset="0"/>
              </a:rPr>
            </a:br>
            <a:br>
              <a:rPr lang="de-DE" sz="1100" b="1" dirty="0">
                <a:latin typeface="Segoe UI" panose="020B0502040204020203" pitchFamily="34" charset="0"/>
                <a:cs typeface="Segoe UI" panose="020B0502040204020203" pitchFamily="34" charset="0"/>
              </a:rPr>
            </a:br>
            <a:r>
              <a:rPr lang="de-DE" sz="1100" b="1" dirty="0">
                <a:latin typeface="Segoe UI" panose="020B0502040204020203" pitchFamily="34" charset="0"/>
                <a:cs typeface="Segoe UI" panose="020B0502040204020203" pitchFamily="34" charset="0"/>
              </a:rPr>
              <a:t>This comic book was adapted from: </a:t>
            </a:r>
            <a:br>
              <a:rPr lang="de-DE" sz="1100" b="1" dirty="0">
                <a:latin typeface="Segoe UI" panose="020B0502040204020203" pitchFamily="34" charset="0"/>
                <a:cs typeface="Segoe UI" panose="020B0502040204020203" pitchFamily="34" charset="0"/>
              </a:rPr>
            </a:br>
            <a:br>
              <a:rPr lang="de-DE" sz="1100" b="1" dirty="0">
                <a:latin typeface="Segoe UI" panose="020B0502040204020203" pitchFamily="34" charset="0"/>
                <a:cs typeface="Segoe UI" panose="020B0502040204020203" pitchFamily="34" charset="0"/>
              </a:rPr>
            </a:b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Primitive Data Types © 2024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2" name="Textfeld 1">
            <a:extLst>
              <a:ext uri="{FF2B5EF4-FFF2-40B4-BE49-F238E27FC236}">
                <a16:creationId xmlns:a16="http://schemas.microsoft.com/office/drawing/2014/main" id="{25A64C5E-623F-A882-FA58-9654E8A87319}"/>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Sources:</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Knudsen, J., &amp; Niemeyer, P. (2005). Learning Java. O'Reilly.</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Mughal</a:t>
            </a:r>
            <a:r>
              <a:rPr lang="de-AT" sz="1100" dirty="0">
                <a:latin typeface="Segoe UI" panose="020B0502040204020203" pitchFamily="34" charset="0"/>
                <a:cs typeface="Segoe UI" panose="020B0502040204020203" pitchFamily="34" charset="0"/>
              </a:rPr>
              <a:t>, K. A., &amp; Rasmussen, R. W. (2003). A </a:t>
            </a:r>
            <a:r>
              <a:rPr lang="de-AT" sz="1100" dirty="0" err="1">
                <a:latin typeface="Segoe UI" panose="020B0502040204020203" pitchFamily="34" charset="0"/>
                <a:cs typeface="Segoe UI" panose="020B0502040204020203" pitchFamily="34" charset="0"/>
              </a:rPr>
              <a:t>programmer's</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guide</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to</a:t>
            </a:r>
            <a:r>
              <a:rPr lang="de-AT" sz="1100" dirty="0">
                <a:latin typeface="Segoe UI" panose="020B0502040204020203" pitchFamily="34" charset="0"/>
                <a:cs typeface="Segoe UI" panose="020B0502040204020203" pitchFamily="34" charset="0"/>
              </a:rPr>
              <a:t> Java </a:t>
            </a:r>
            <a:r>
              <a:rPr lang="de-AT" sz="1100" dirty="0" err="1">
                <a:latin typeface="Segoe UI" panose="020B0502040204020203" pitchFamily="34" charset="0"/>
                <a:cs typeface="Segoe UI" panose="020B0502040204020203" pitchFamily="34" charset="0"/>
              </a:rPr>
              <a:t>certification</a:t>
            </a:r>
            <a:r>
              <a:rPr lang="de-AT" sz="1100" dirty="0">
                <a:latin typeface="Segoe UI" panose="020B0502040204020203" pitchFamily="34" charset="0"/>
                <a:cs typeface="Segoe UI" panose="020B0502040204020203" pitchFamily="34" charset="0"/>
              </a:rPr>
              <a:t>: a </a:t>
            </a:r>
            <a:r>
              <a:rPr lang="de-AT" sz="1100" dirty="0" err="1">
                <a:latin typeface="Segoe UI" panose="020B0502040204020203" pitchFamily="34" charset="0"/>
                <a:cs typeface="Segoe UI" panose="020B0502040204020203" pitchFamily="34" charset="0"/>
              </a:rPr>
              <a:t>comprehensive</a:t>
            </a:r>
            <a:r>
              <a:rPr lang="de-AT" sz="1100" dirty="0">
                <a:latin typeface="Segoe UI" panose="020B0502040204020203" pitchFamily="34" charset="0"/>
                <a:cs typeface="Segoe UI" panose="020B0502040204020203" pitchFamily="34" charset="0"/>
              </a:rPr>
              <a:t> primer. Addison-Wesley Professional.</a:t>
            </a: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6" ma:contentTypeDescription="Ein neues Dokument erstellen." ma:contentTypeScope="" ma:versionID="a5f25a2d2f3966261c4134713dfa4526">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3bd5b08873ef7f837dc9b940f7d80505"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4372B3F-CE2E-42EC-9979-028DA50166FC}">
  <ds:schemaRefs>
    <ds:schemaRef ds:uri="http://purl.org/dc/terms/"/>
    <ds:schemaRef ds:uri="http://schemas.microsoft.com/office/2006/documentManagement/types"/>
    <ds:schemaRef ds:uri="http://schemas.openxmlformats.org/package/2006/metadata/core-properties"/>
    <ds:schemaRef ds:uri="http://schemas.microsoft.com/office/2006/metadata/properties"/>
    <ds:schemaRef ds:uri="94bcf745-830c-42f4-885c-a1d7342e6e36"/>
    <ds:schemaRef ds:uri="http://www.w3.org/XML/1998/namespace"/>
    <ds:schemaRef ds:uri="http://purl.org/dc/elements/1.1/"/>
    <ds:schemaRef ds:uri="http://schemas.microsoft.com/office/infopath/2007/PartnerControls"/>
    <ds:schemaRef ds:uri="da1b7603-f8b8-47c9-9682-dc6aa8e9acd7"/>
    <ds:schemaRef ds:uri="http://purl.org/dc/dcmitype/"/>
  </ds:schemaRefs>
</ds:datastoreItem>
</file>

<file path=customXml/itemProps2.xml><?xml version="1.0" encoding="utf-8"?>
<ds:datastoreItem xmlns:ds="http://schemas.openxmlformats.org/officeDocument/2006/customXml" ds:itemID="{23892544-A465-4F30-AF1A-07C4B6E186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16038F4-9D2E-44CB-8650-29FEE361B3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23</TotalTime>
  <Words>1031</Words>
  <Application>Microsoft Office PowerPoint</Application>
  <PresentationFormat>A4 Paper (210x297 mm)</PresentationFormat>
  <Paragraphs>133</Paragraphs>
  <Slides>8</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Pangolin</vt:lpstr>
      <vt:lpstr>Arial</vt:lpstr>
      <vt:lpstr>Segoe UI</vt:lpstr>
      <vt:lpstr>Calibri Light</vt:lpstr>
      <vt:lpstr>Calibri</vt:lpstr>
      <vt:lpstr>Office</vt:lpstr>
      <vt:lpstr>Primitive Data Types</vt:lpstr>
      <vt:lpstr>PowerPoint Presentation</vt:lpstr>
      <vt:lpstr>Oh, you must be the new hire our manager was talking about!</vt:lpstr>
      <vt:lpstr>Here are our different containers that we use. Don‘t worry about the exact number ranges.</vt:lpstr>
      <vt:lpstr>Only a part of it will fit.</vt:lpstr>
      <vt:lpstr>This is all you need to know to get started,  so enjoy your first da-</vt:lpstr>
      <vt:lpstr>Primitive Data Types</vt:lpstr>
      <vt:lpstr>How to cite this document:  Boucher, M., Boucher, A., Wu, H.-Y., &amp; Stoiber, C., &amp; De-Jesus-Oliveira, V.-A. (2025). Primitive Types. University of Applied Sciences St. Pölten (USTP). https://www.comixplain.cc  This comic book was adapted from:   Primitive Data Types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Primitive Data Types</dc:title>
  <dc:creator>Boucher Magdalena</dc:creator>
  <cp:lastModifiedBy>de-Jesus-Oliveira Victor-Adriel</cp:lastModifiedBy>
  <cp:revision>27</cp:revision>
  <dcterms:created xsi:type="dcterms:W3CDTF">2022-09-19T11:21:57Z</dcterms:created>
  <dcterms:modified xsi:type="dcterms:W3CDTF">2025-11-07T18:20:03Z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
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notesMasterIdLst>
    <p:notesMasterId r:id="rId12"/>
  </p:notesMasterIdLst>
  <p:sldIdLst>
    <p:sldId id="285" r:id="rId5"/>
    <p:sldId id="272" r:id="rId6"/>
    <p:sldId id="268" r:id="rId7"/>
    <p:sldId id="269" r:id="rId8"/>
    <p:sldId id="270" r:id="rId9"/>
    <p:sldId id="271" r:id="rId10"/>
    <p:sldId id="267" r:id="rId11"/>
  </p:sldIdLst>
  <p:sldSz cx="6858000" cy="9906000" type="A4"/>
  <p:notesSz cx="6858000" cy="9144000"/>
  <p:embeddedFontLst>
    <p:embeddedFont>
      <p:font typeface="Momopresentation Updated 2" panose="02000503000000000000" pitchFamily="2" charset="0"/>
      <p:regular r:id="rId13"/>
    </p:embeddedFont>
    <p:embeddedFont>
      <p:font typeface="Pangolin" panose="00000500000000000000" pitchFamily="2" charset="0"/>
      <p:regular r:id="rId14"/>
    </p:embeddedFont>
    <p:embeddedFont>
      <p:font typeface="Segoe UI" panose="020B0502040204020203" pitchFamily="34" charset="0"/>
      <p:regular r:id="rId15"/>
      <p:bold r:id="rId16"/>
      <p:italic r:id="rId17"/>
      <p:boldItalic r:id="rId18"/>
    </p:embeddedFont>
    <p:embeddedFont>
      <p:font typeface="Source Sans Pro" panose="020B0503030403020204" pitchFamily="34" charset="0"/>
      <p:regular r:id="rId19"/>
      <p:bold r:id="rId20"/>
      <p:italic r:id="rId21"/>
      <p:boldItalic r:id="rId2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EFEFEF"/>
    <a:srgbClr val="A4A4A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7121C74-526E-4AA7-B5B5-8AB5C191B233}" v="24" dt="2025-11-09T06:55:00.88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4579" autoAdjust="0"/>
    <p:restoredTop sz="97419" autoAdjust="0"/>
  </p:normalViewPr>
  <p:slideViewPr>
    <p:cSldViewPr snapToGrid="0">
      <p:cViewPr varScale="1">
        <p:scale>
          <a:sx n="66" d="100"/>
          <a:sy n="66" d="100"/>
        </p:scale>
        <p:origin x="2093" y="72"/>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1.fntdata"/><Relationship Id="rId18" Type="http://schemas.openxmlformats.org/officeDocument/2006/relationships/font" Target="fonts/font6.fntdata"/><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font" Target="fonts/font9.fntdata"/><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font" Target="fonts/font3.fntdata"/><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font" Target="fonts/font7.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2.fntdata"/><Relationship Id="rId22" Type="http://schemas.openxmlformats.org/officeDocument/2006/relationships/font" Target="fonts/font10.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9T06:55:14.155" v="73" actId="478"/>
      <pc:docMkLst>
        <pc:docMk/>
      </pc:docMkLst>
      <pc:sldChg chg="addSp modSp mod">
        <pc:chgData name="de-Jesus-Oliveira Victor-Adriel" userId="a708fc36-3c1b-42ab-b5e9-2e1fa3c6605e" providerId="ADAL" clId="{39AA12F0-CB51-4D67-A3A6-7C3EC2C345CA}" dt="2025-11-07T10:46:05.309" v="47" actId="20577"/>
        <pc:sldMkLst>
          <pc:docMk/>
          <pc:sldMk cId="171183961" sldId="267"/>
        </pc:sldMkLst>
        <pc:spChg chg="mod">
          <ac:chgData name="de-Jesus-Oliveira Victor-Adriel" userId="a708fc36-3c1b-42ab-b5e9-2e1fa3c6605e" providerId="ADAL" clId="{39AA12F0-CB51-4D67-A3A6-7C3EC2C345CA}" dt="2025-11-07T10:46:05.309" v="47" actId="20577"/>
          <ac:spMkLst>
            <pc:docMk/>
            <pc:sldMk cId="171183961" sldId="267"/>
            <ac:spMk id="3" creationId="{71D4894D-6AB9-B115-8F2A-CC5FB193928B}"/>
          </ac:spMkLst>
        </pc:spChg>
        <pc:picChg chg="add mod ord">
          <ac:chgData name="de-Jesus-Oliveira Victor-Adriel" userId="a708fc36-3c1b-42ab-b5e9-2e1fa3c6605e" providerId="ADAL" clId="{39AA12F0-CB51-4D67-A3A6-7C3EC2C345CA}" dt="2025-11-07T10:39:05.016" v="34" actId="167"/>
          <ac:picMkLst>
            <pc:docMk/>
            <pc:sldMk cId="171183961" sldId="267"/>
            <ac:picMk id="4" creationId="{D3EF2828-4084-56A8-7699-2585156542A7}"/>
          </ac:picMkLst>
        </pc:picChg>
      </pc:sldChg>
      <pc:sldChg chg="addSp delSp modSp mod">
        <pc:chgData name="de-Jesus-Oliveira Victor-Adriel" userId="a708fc36-3c1b-42ab-b5e9-2e1fa3c6605e" providerId="ADAL" clId="{39AA12F0-CB51-4D67-A3A6-7C3EC2C345CA}" dt="2025-11-09T06:55:07.297" v="70" actId="478"/>
        <pc:sldMkLst>
          <pc:docMk/>
          <pc:sldMk cId="2478332003" sldId="268"/>
        </pc:sldMkLst>
        <pc:grpChg chg="add del mod">
          <ac:chgData name="de-Jesus-Oliveira Victor-Adriel" userId="a708fc36-3c1b-42ab-b5e9-2e1fa3c6605e" providerId="ADAL" clId="{39AA12F0-CB51-4D67-A3A6-7C3EC2C345CA}" dt="2025-11-09T06:55:07.297" v="70" actId="478"/>
          <ac:grpSpMkLst>
            <pc:docMk/>
            <pc:sldMk cId="2478332003" sldId="268"/>
            <ac:grpSpMk id="29" creationId="{2653E6DC-730B-9210-82D9-1E51E3F26E3F}"/>
          </ac:grpSpMkLst>
        </pc:grpChg>
        <pc:grpChg chg="mod">
          <ac:chgData name="de-Jesus-Oliveira Victor-Adriel" userId="a708fc36-3c1b-42ab-b5e9-2e1fa3c6605e" providerId="ADAL" clId="{39AA12F0-CB51-4D67-A3A6-7C3EC2C345CA}" dt="2025-11-08T13:41:24.403" v="48"/>
          <ac:grpSpMkLst>
            <pc:docMk/>
            <pc:sldMk cId="2478332003" sldId="268"/>
            <ac:grpSpMk id="31" creationId="{F61BB44B-4622-2B74-57E5-A8E8D66E0243}"/>
          </ac:grpSpMkLst>
        </pc:grpChg>
        <pc:grpChg chg="add mod">
          <ac:chgData name="de-Jesus-Oliveira Victor-Adriel" userId="a708fc36-3c1b-42ab-b5e9-2e1fa3c6605e" providerId="ADAL" clId="{39AA12F0-CB51-4D67-A3A6-7C3EC2C345CA}" dt="2025-11-09T06:54:49.891" v="66" actId="1035"/>
          <ac:grpSpMkLst>
            <pc:docMk/>
            <pc:sldMk cId="2478332003" sldId="268"/>
            <ac:grpSpMk id="35" creationId="{514120DA-B2AA-DB26-D56E-3389D593F068}"/>
          </ac:grpSpMkLst>
        </pc:grpChg>
        <pc:grpChg chg="mod">
          <ac:chgData name="de-Jesus-Oliveira Victor-Adriel" userId="a708fc36-3c1b-42ab-b5e9-2e1fa3c6605e" providerId="ADAL" clId="{39AA12F0-CB51-4D67-A3A6-7C3EC2C345CA}" dt="2025-11-09T06:54:29.422" v="52"/>
          <ac:grpSpMkLst>
            <pc:docMk/>
            <pc:sldMk cId="2478332003" sldId="268"/>
            <ac:grpSpMk id="37" creationId="{3F5E7C16-AE94-0EF3-446A-5CDE962B5222}"/>
          </ac:grpSpMkLst>
        </pc:grpChg>
        <pc:picChg chg="mod">
          <ac:chgData name="de-Jesus-Oliveira Victor-Adriel" userId="a708fc36-3c1b-42ab-b5e9-2e1fa3c6605e" providerId="ADAL" clId="{39AA12F0-CB51-4D67-A3A6-7C3EC2C345CA}" dt="2025-11-08T13:41:24.403" v="48"/>
          <ac:picMkLst>
            <pc:docMk/>
            <pc:sldMk cId="2478332003" sldId="268"/>
            <ac:picMk id="30" creationId="{51042A20-37FF-9449-C123-21CED3EB4823}"/>
          </ac:picMkLst>
        </pc:picChg>
        <pc:picChg chg="mod">
          <ac:chgData name="de-Jesus-Oliveira Victor-Adriel" userId="a708fc36-3c1b-42ab-b5e9-2e1fa3c6605e" providerId="ADAL" clId="{39AA12F0-CB51-4D67-A3A6-7C3EC2C345CA}" dt="2025-11-08T13:41:24.403" v="48"/>
          <ac:picMkLst>
            <pc:docMk/>
            <pc:sldMk cId="2478332003" sldId="268"/>
            <ac:picMk id="32" creationId="{AECB2E6C-DD29-D0AE-1CA4-C469DA8BDE9B}"/>
          </ac:picMkLst>
        </pc:picChg>
        <pc:picChg chg="mod">
          <ac:chgData name="de-Jesus-Oliveira Victor-Adriel" userId="a708fc36-3c1b-42ab-b5e9-2e1fa3c6605e" providerId="ADAL" clId="{39AA12F0-CB51-4D67-A3A6-7C3EC2C345CA}" dt="2025-11-08T13:41:24.403" v="48"/>
          <ac:picMkLst>
            <pc:docMk/>
            <pc:sldMk cId="2478332003" sldId="268"/>
            <ac:picMk id="33" creationId="{628E9094-B4E9-D695-D26E-D665F11BB554}"/>
          </ac:picMkLst>
        </pc:picChg>
        <pc:picChg chg="mod">
          <ac:chgData name="de-Jesus-Oliveira Victor-Adriel" userId="a708fc36-3c1b-42ab-b5e9-2e1fa3c6605e" providerId="ADAL" clId="{39AA12F0-CB51-4D67-A3A6-7C3EC2C345CA}" dt="2025-11-08T13:41:24.403" v="48"/>
          <ac:picMkLst>
            <pc:docMk/>
            <pc:sldMk cId="2478332003" sldId="268"/>
            <ac:picMk id="34" creationId="{909062A2-6B3C-2316-B96D-54244F57F98B}"/>
          </ac:picMkLst>
        </pc:picChg>
        <pc:picChg chg="mod">
          <ac:chgData name="de-Jesus-Oliveira Victor-Adriel" userId="a708fc36-3c1b-42ab-b5e9-2e1fa3c6605e" providerId="ADAL" clId="{39AA12F0-CB51-4D67-A3A6-7C3EC2C345CA}" dt="2025-11-09T06:54:29.422" v="52"/>
          <ac:picMkLst>
            <pc:docMk/>
            <pc:sldMk cId="2478332003" sldId="268"/>
            <ac:picMk id="36" creationId="{B74B0A4D-5B20-672A-2468-8B1D03BE17A3}"/>
          </ac:picMkLst>
        </pc:picChg>
        <pc:picChg chg="mod">
          <ac:chgData name="de-Jesus-Oliveira Victor-Adriel" userId="a708fc36-3c1b-42ab-b5e9-2e1fa3c6605e" providerId="ADAL" clId="{39AA12F0-CB51-4D67-A3A6-7C3EC2C345CA}" dt="2025-11-09T06:54:29.422" v="52"/>
          <ac:picMkLst>
            <pc:docMk/>
            <pc:sldMk cId="2478332003" sldId="268"/>
            <ac:picMk id="38" creationId="{4240504A-16EF-049C-6745-AFDEBDCA0291}"/>
          </ac:picMkLst>
        </pc:picChg>
        <pc:picChg chg="mod">
          <ac:chgData name="de-Jesus-Oliveira Victor-Adriel" userId="a708fc36-3c1b-42ab-b5e9-2e1fa3c6605e" providerId="ADAL" clId="{39AA12F0-CB51-4D67-A3A6-7C3EC2C345CA}" dt="2025-11-09T06:54:29.422" v="52"/>
          <ac:picMkLst>
            <pc:docMk/>
            <pc:sldMk cId="2478332003" sldId="268"/>
            <ac:picMk id="39" creationId="{9D033694-4B23-432E-D8EA-85DA422CBAB2}"/>
          </ac:picMkLst>
        </pc:picChg>
        <pc:picChg chg="mod">
          <ac:chgData name="de-Jesus-Oliveira Victor-Adriel" userId="a708fc36-3c1b-42ab-b5e9-2e1fa3c6605e" providerId="ADAL" clId="{39AA12F0-CB51-4D67-A3A6-7C3EC2C345CA}" dt="2025-11-09T06:54:29.422" v="52"/>
          <ac:picMkLst>
            <pc:docMk/>
            <pc:sldMk cId="2478332003" sldId="268"/>
            <ac:picMk id="40" creationId="{86595BE7-025A-F49B-9EB2-23FE6AC69DB2}"/>
          </ac:picMkLst>
        </pc:picChg>
      </pc:sldChg>
      <pc:sldChg chg="addSp delSp modSp mod">
        <pc:chgData name="de-Jesus-Oliveira Victor-Adriel" userId="a708fc36-3c1b-42ab-b5e9-2e1fa3c6605e" providerId="ADAL" clId="{39AA12F0-CB51-4D67-A3A6-7C3EC2C345CA}" dt="2025-11-09T06:55:10.219" v="71" actId="478"/>
        <pc:sldMkLst>
          <pc:docMk/>
          <pc:sldMk cId="3603289315" sldId="269"/>
        </pc:sldMkLst>
        <pc:grpChg chg="add del mod">
          <ac:chgData name="de-Jesus-Oliveira Victor-Adriel" userId="a708fc36-3c1b-42ab-b5e9-2e1fa3c6605e" providerId="ADAL" clId="{39AA12F0-CB51-4D67-A3A6-7C3EC2C345CA}" dt="2025-11-09T06:55:10.219" v="71" actId="478"/>
          <ac:grpSpMkLst>
            <pc:docMk/>
            <pc:sldMk cId="3603289315" sldId="269"/>
            <ac:grpSpMk id="31" creationId="{FE5BA81F-4F21-FCA0-B50A-D8596F23F234}"/>
          </ac:grpSpMkLst>
        </pc:grpChg>
        <pc:grpChg chg="mod">
          <ac:chgData name="de-Jesus-Oliveira Victor-Adriel" userId="a708fc36-3c1b-42ab-b5e9-2e1fa3c6605e" providerId="ADAL" clId="{39AA12F0-CB51-4D67-A3A6-7C3EC2C345CA}" dt="2025-11-08T13:41:26.850" v="49"/>
          <ac:grpSpMkLst>
            <pc:docMk/>
            <pc:sldMk cId="3603289315" sldId="269"/>
            <ac:grpSpMk id="33" creationId="{9A8D8702-7D5F-2E28-2DCD-7BC22029D349}"/>
          </ac:grpSpMkLst>
        </pc:grpChg>
        <pc:grpChg chg="add mod">
          <ac:chgData name="de-Jesus-Oliveira Victor-Adriel" userId="a708fc36-3c1b-42ab-b5e9-2e1fa3c6605e" providerId="ADAL" clId="{39AA12F0-CB51-4D67-A3A6-7C3EC2C345CA}" dt="2025-11-09T06:54:57.094" v="67"/>
          <ac:grpSpMkLst>
            <pc:docMk/>
            <pc:sldMk cId="3603289315" sldId="269"/>
            <ac:grpSpMk id="37" creationId="{7F59BE1D-4096-4728-D5AA-178619F1D5F9}"/>
          </ac:grpSpMkLst>
        </pc:grpChg>
        <pc:grpChg chg="mod">
          <ac:chgData name="de-Jesus-Oliveira Victor-Adriel" userId="a708fc36-3c1b-42ab-b5e9-2e1fa3c6605e" providerId="ADAL" clId="{39AA12F0-CB51-4D67-A3A6-7C3EC2C345CA}" dt="2025-11-09T06:54:57.094" v="67"/>
          <ac:grpSpMkLst>
            <pc:docMk/>
            <pc:sldMk cId="3603289315" sldId="269"/>
            <ac:grpSpMk id="39" creationId="{310ADFE5-9F26-5CD4-85CF-EAB4AC891E61}"/>
          </ac:grpSpMkLst>
        </pc:grpChg>
        <pc:picChg chg="mod">
          <ac:chgData name="de-Jesus-Oliveira Victor-Adriel" userId="a708fc36-3c1b-42ab-b5e9-2e1fa3c6605e" providerId="ADAL" clId="{39AA12F0-CB51-4D67-A3A6-7C3EC2C345CA}" dt="2025-11-08T13:41:26.850" v="49"/>
          <ac:picMkLst>
            <pc:docMk/>
            <pc:sldMk cId="3603289315" sldId="269"/>
            <ac:picMk id="32" creationId="{BA6E13F3-8F98-A055-A935-24FF7D2A74DE}"/>
          </ac:picMkLst>
        </pc:picChg>
        <pc:picChg chg="mod">
          <ac:chgData name="de-Jesus-Oliveira Victor-Adriel" userId="a708fc36-3c1b-42ab-b5e9-2e1fa3c6605e" providerId="ADAL" clId="{39AA12F0-CB51-4D67-A3A6-7C3EC2C345CA}" dt="2025-11-08T13:41:26.850" v="49"/>
          <ac:picMkLst>
            <pc:docMk/>
            <pc:sldMk cId="3603289315" sldId="269"/>
            <ac:picMk id="34" creationId="{BFB77597-C795-193B-0D6E-76B7CB3D0A45}"/>
          </ac:picMkLst>
        </pc:picChg>
        <pc:picChg chg="mod">
          <ac:chgData name="de-Jesus-Oliveira Victor-Adriel" userId="a708fc36-3c1b-42ab-b5e9-2e1fa3c6605e" providerId="ADAL" clId="{39AA12F0-CB51-4D67-A3A6-7C3EC2C345CA}" dt="2025-11-08T13:41:26.850" v="49"/>
          <ac:picMkLst>
            <pc:docMk/>
            <pc:sldMk cId="3603289315" sldId="269"/>
            <ac:picMk id="35" creationId="{F95D0DED-7D05-D11E-8AAC-2B7BEFC2BEB1}"/>
          </ac:picMkLst>
        </pc:picChg>
        <pc:picChg chg="mod">
          <ac:chgData name="de-Jesus-Oliveira Victor-Adriel" userId="a708fc36-3c1b-42ab-b5e9-2e1fa3c6605e" providerId="ADAL" clId="{39AA12F0-CB51-4D67-A3A6-7C3EC2C345CA}" dt="2025-11-08T13:41:26.850" v="49"/>
          <ac:picMkLst>
            <pc:docMk/>
            <pc:sldMk cId="3603289315" sldId="269"/>
            <ac:picMk id="36" creationId="{34D9DFE8-7C76-95D2-7028-9189F950E8D3}"/>
          </ac:picMkLst>
        </pc:picChg>
        <pc:picChg chg="mod">
          <ac:chgData name="de-Jesus-Oliveira Victor-Adriel" userId="a708fc36-3c1b-42ab-b5e9-2e1fa3c6605e" providerId="ADAL" clId="{39AA12F0-CB51-4D67-A3A6-7C3EC2C345CA}" dt="2025-11-09T06:54:57.094" v="67"/>
          <ac:picMkLst>
            <pc:docMk/>
            <pc:sldMk cId="3603289315" sldId="269"/>
            <ac:picMk id="38" creationId="{48CC3F58-58BD-9658-99B3-C32166988EF4}"/>
          </ac:picMkLst>
        </pc:picChg>
        <pc:picChg chg="mod">
          <ac:chgData name="de-Jesus-Oliveira Victor-Adriel" userId="a708fc36-3c1b-42ab-b5e9-2e1fa3c6605e" providerId="ADAL" clId="{39AA12F0-CB51-4D67-A3A6-7C3EC2C345CA}" dt="2025-11-09T06:54:57.094" v="67"/>
          <ac:picMkLst>
            <pc:docMk/>
            <pc:sldMk cId="3603289315" sldId="269"/>
            <ac:picMk id="40" creationId="{91BC01F3-677B-38DC-BBE1-4C7F23DA7953}"/>
          </ac:picMkLst>
        </pc:picChg>
        <pc:picChg chg="mod">
          <ac:chgData name="de-Jesus-Oliveira Victor-Adriel" userId="a708fc36-3c1b-42ab-b5e9-2e1fa3c6605e" providerId="ADAL" clId="{39AA12F0-CB51-4D67-A3A6-7C3EC2C345CA}" dt="2025-11-09T06:54:57.094" v="67"/>
          <ac:picMkLst>
            <pc:docMk/>
            <pc:sldMk cId="3603289315" sldId="269"/>
            <ac:picMk id="41" creationId="{F6918B98-9DEE-5706-7E64-D92D47ADD7E6}"/>
          </ac:picMkLst>
        </pc:picChg>
        <pc:picChg chg="mod">
          <ac:chgData name="de-Jesus-Oliveira Victor-Adriel" userId="a708fc36-3c1b-42ab-b5e9-2e1fa3c6605e" providerId="ADAL" clId="{39AA12F0-CB51-4D67-A3A6-7C3EC2C345CA}" dt="2025-11-09T06:54:57.094" v="67"/>
          <ac:picMkLst>
            <pc:docMk/>
            <pc:sldMk cId="3603289315" sldId="269"/>
            <ac:picMk id="42" creationId="{5BDAF730-BD24-488F-FBF6-4A13F695C298}"/>
          </ac:picMkLst>
        </pc:picChg>
      </pc:sldChg>
      <pc:sldChg chg="addSp delSp modSp mod">
        <pc:chgData name="de-Jesus-Oliveira Victor-Adriel" userId="a708fc36-3c1b-42ab-b5e9-2e1fa3c6605e" providerId="ADAL" clId="{39AA12F0-CB51-4D67-A3A6-7C3EC2C345CA}" dt="2025-11-09T06:55:12.402" v="72" actId="478"/>
        <pc:sldMkLst>
          <pc:docMk/>
          <pc:sldMk cId="170901122" sldId="270"/>
        </pc:sldMkLst>
        <pc:grpChg chg="add del mod">
          <ac:chgData name="de-Jesus-Oliveira Victor-Adriel" userId="a708fc36-3c1b-42ab-b5e9-2e1fa3c6605e" providerId="ADAL" clId="{39AA12F0-CB51-4D67-A3A6-7C3EC2C345CA}" dt="2025-11-09T06:55:12.402" v="72" actId="478"/>
          <ac:grpSpMkLst>
            <pc:docMk/>
            <pc:sldMk cId="170901122" sldId="270"/>
            <ac:grpSpMk id="24" creationId="{BCE2A569-A032-6751-8C02-D3B0207E472B}"/>
          </ac:grpSpMkLst>
        </pc:grpChg>
        <pc:grpChg chg="mod">
          <ac:chgData name="de-Jesus-Oliveira Victor-Adriel" userId="a708fc36-3c1b-42ab-b5e9-2e1fa3c6605e" providerId="ADAL" clId="{39AA12F0-CB51-4D67-A3A6-7C3EC2C345CA}" dt="2025-11-08T13:41:29.422" v="50"/>
          <ac:grpSpMkLst>
            <pc:docMk/>
            <pc:sldMk cId="170901122" sldId="270"/>
            <ac:grpSpMk id="26" creationId="{595B066F-FEC8-7218-95D8-FEEE6FDA8DE9}"/>
          </ac:grpSpMkLst>
        </pc:grpChg>
        <pc:grpChg chg="add mod">
          <ac:chgData name="de-Jesus-Oliveira Victor-Adriel" userId="a708fc36-3c1b-42ab-b5e9-2e1fa3c6605e" providerId="ADAL" clId="{39AA12F0-CB51-4D67-A3A6-7C3EC2C345CA}" dt="2025-11-09T06:54:58.927" v="68"/>
          <ac:grpSpMkLst>
            <pc:docMk/>
            <pc:sldMk cId="170901122" sldId="270"/>
            <ac:grpSpMk id="30" creationId="{0B49C3E0-DC46-8B7B-E6E0-09EE7D763275}"/>
          </ac:grpSpMkLst>
        </pc:grpChg>
        <pc:grpChg chg="mod">
          <ac:chgData name="de-Jesus-Oliveira Victor-Adriel" userId="a708fc36-3c1b-42ab-b5e9-2e1fa3c6605e" providerId="ADAL" clId="{39AA12F0-CB51-4D67-A3A6-7C3EC2C345CA}" dt="2025-11-09T06:54:58.927" v="68"/>
          <ac:grpSpMkLst>
            <pc:docMk/>
            <pc:sldMk cId="170901122" sldId="270"/>
            <ac:grpSpMk id="32" creationId="{D55ED198-79FB-A385-E407-A5DCEA3F0F53}"/>
          </ac:grpSpMkLst>
        </pc:grpChg>
        <pc:picChg chg="mod">
          <ac:chgData name="de-Jesus-Oliveira Victor-Adriel" userId="a708fc36-3c1b-42ab-b5e9-2e1fa3c6605e" providerId="ADAL" clId="{39AA12F0-CB51-4D67-A3A6-7C3EC2C345CA}" dt="2025-11-08T13:41:29.422" v="50"/>
          <ac:picMkLst>
            <pc:docMk/>
            <pc:sldMk cId="170901122" sldId="270"/>
            <ac:picMk id="25" creationId="{68575B5F-04EC-6AC6-2E4E-1071051611A6}"/>
          </ac:picMkLst>
        </pc:picChg>
        <pc:picChg chg="mod">
          <ac:chgData name="de-Jesus-Oliveira Victor-Adriel" userId="a708fc36-3c1b-42ab-b5e9-2e1fa3c6605e" providerId="ADAL" clId="{39AA12F0-CB51-4D67-A3A6-7C3EC2C345CA}" dt="2025-11-08T13:41:29.422" v="50"/>
          <ac:picMkLst>
            <pc:docMk/>
            <pc:sldMk cId="170901122" sldId="270"/>
            <ac:picMk id="27" creationId="{DFAD8B5E-CB09-6C89-904C-709F32686CFF}"/>
          </ac:picMkLst>
        </pc:picChg>
        <pc:picChg chg="mod">
          <ac:chgData name="de-Jesus-Oliveira Victor-Adriel" userId="a708fc36-3c1b-42ab-b5e9-2e1fa3c6605e" providerId="ADAL" clId="{39AA12F0-CB51-4D67-A3A6-7C3EC2C345CA}" dt="2025-11-08T13:41:29.422" v="50"/>
          <ac:picMkLst>
            <pc:docMk/>
            <pc:sldMk cId="170901122" sldId="270"/>
            <ac:picMk id="28" creationId="{29F029BC-110D-D15E-39A0-73DA4A4B16F1}"/>
          </ac:picMkLst>
        </pc:picChg>
        <pc:picChg chg="mod">
          <ac:chgData name="de-Jesus-Oliveira Victor-Adriel" userId="a708fc36-3c1b-42ab-b5e9-2e1fa3c6605e" providerId="ADAL" clId="{39AA12F0-CB51-4D67-A3A6-7C3EC2C345CA}" dt="2025-11-08T13:41:29.422" v="50"/>
          <ac:picMkLst>
            <pc:docMk/>
            <pc:sldMk cId="170901122" sldId="270"/>
            <ac:picMk id="29" creationId="{A5A069D4-F56E-CC5B-B1C0-9C21CEBE5A7D}"/>
          </ac:picMkLst>
        </pc:picChg>
        <pc:picChg chg="mod">
          <ac:chgData name="de-Jesus-Oliveira Victor-Adriel" userId="a708fc36-3c1b-42ab-b5e9-2e1fa3c6605e" providerId="ADAL" clId="{39AA12F0-CB51-4D67-A3A6-7C3EC2C345CA}" dt="2025-11-09T06:54:58.927" v="68"/>
          <ac:picMkLst>
            <pc:docMk/>
            <pc:sldMk cId="170901122" sldId="270"/>
            <ac:picMk id="31" creationId="{291E83DF-46FF-8261-2543-B28470A0EC41}"/>
          </ac:picMkLst>
        </pc:picChg>
        <pc:picChg chg="mod">
          <ac:chgData name="de-Jesus-Oliveira Victor-Adriel" userId="a708fc36-3c1b-42ab-b5e9-2e1fa3c6605e" providerId="ADAL" clId="{39AA12F0-CB51-4D67-A3A6-7C3EC2C345CA}" dt="2025-11-09T06:54:58.927" v="68"/>
          <ac:picMkLst>
            <pc:docMk/>
            <pc:sldMk cId="170901122" sldId="270"/>
            <ac:picMk id="33" creationId="{58C91EDD-3546-B65A-5FE6-3FA6B4417999}"/>
          </ac:picMkLst>
        </pc:picChg>
        <pc:picChg chg="mod">
          <ac:chgData name="de-Jesus-Oliveira Victor-Adriel" userId="a708fc36-3c1b-42ab-b5e9-2e1fa3c6605e" providerId="ADAL" clId="{39AA12F0-CB51-4D67-A3A6-7C3EC2C345CA}" dt="2025-11-09T06:54:58.927" v="68"/>
          <ac:picMkLst>
            <pc:docMk/>
            <pc:sldMk cId="170901122" sldId="270"/>
            <ac:picMk id="34" creationId="{EA02A82F-205E-1BAC-91D1-1704C5354C68}"/>
          </ac:picMkLst>
        </pc:picChg>
        <pc:picChg chg="mod">
          <ac:chgData name="de-Jesus-Oliveira Victor-Adriel" userId="a708fc36-3c1b-42ab-b5e9-2e1fa3c6605e" providerId="ADAL" clId="{39AA12F0-CB51-4D67-A3A6-7C3EC2C345CA}" dt="2025-11-09T06:54:58.927" v="68"/>
          <ac:picMkLst>
            <pc:docMk/>
            <pc:sldMk cId="170901122" sldId="270"/>
            <ac:picMk id="35" creationId="{83DE2A19-0E21-9675-1BED-B46AB3D25F80}"/>
          </ac:picMkLst>
        </pc:picChg>
      </pc:sldChg>
      <pc:sldChg chg="addSp delSp modSp mod">
        <pc:chgData name="de-Jesus-Oliveira Victor-Adriel" userId="a708fc36-3c1b-42ab-b5e9-2e1fa3c6605e" providerId="ADAL" clId="{39AA12F0-CB51-4D67-A3A6-7C3EC2C345CA}" dt="2025-11-09T06:55:14.155" v="73" actId="478"/>
        <pc:sldMkLst>
          <pc:docMk/>
          <pc:sldMk cId="4277564834" sldId="271"/>
        </pc:sldMkLst>
        <pc:grpChg chg="add del mod">
          <ac:chgData name="de-Jesus-Oliveira Victor-Adriel" userId="a708fc36-3c1b-42ab-b5e9-2e1fa3c6605e" providerId="ADAL" clId="{39AA12F0-CB51-4D67-A3A6-7C3EC2C345CA}" dt="2025-11-09T06:55:14.155" v="73" actId="478"/>
          <ac:grpSpMkLst>
            <pc:docMk/>
            <pc:sldMk cId="4277564834" sldId="271"/>
            <ac:grpSpMk id="10" creationId="{EDE7BFC7-0410-BB7D-2398-C8A3419CBB54}"/>
          </ac:grpSpMkLst>
        </pc:grpChg>
        <pc:grpChg chg="mod">
          <ac:chgData name="de-Jesus-Oliveira Victor-Adriel" userId="a708fc36-3c1b-42ab-b5e9-2e1fa3c6605e" providerId="ADAL" clId="{39AA12F0-CB51-4D67-A3A6-7C3EC2C345CA}" dt="2025-11-08T13:41:31.696" v="51"/>
          <ac:grpSpMkLst>
            <pc:docMk/>
            <pc:sldMk cId="4277564834" sldId="271"/>
            <ac:grpSpMk id="33" creationId="{5164AF9F-FB6E-BA25-2E1D-CDDB97B53FD7}"/>
          </ac:grpSpMkLst>
        </pc:grpChg>
        <pc:grpChg chg="add mod">
          <ac:chgData name="de-Jesus-Oliveira Victor-Adriel" userId="a708fc36-3c1b-42ab-b5e9-2e1fa3c6605e" providerId="ADAL" clId="{39AA12F0-CB51-4D67-A3A6-7C3EC2C345CA}" dt="2025-11-09T06:55:00.889" v="69"/>
          <ac:grpSpMkLst>
            <pc:docMk/>
            <pc:sldMk cId="4277564834" sldId="271"/>
            <ac:grpSpMk id="42" creationId="{83C78340-C68E-08CE-A8C4-DB66357E79BA}"/>
          </ac:grpSpMkLst>
        </pc:grpChg>
        <pc:grpChg chg="mod">
          <ac:chgData name="de-Jesus-Oliveira Victor-Adriel" userId="a708fc36-3c1b-42ab-b5e9-2e1fa3c6605e" providerId="ADAL" clId="{39AA12F0-CB51-4D67-A3A6-7C3EC2C345CA}" dt="2025-11-09T06:55:00.889" v="69"/>
          <ac:grpSpMkLst>
            <pc:docMk/>
            <pc:sldMk cId="4277564834" sldId="271"/>
            <ac:grpSpMk id="44" creationId="{22987863-824F-3F02-8266-73B4D0709C5E}"/>
          </ac:grpSpMkLst>
        </pc:grpChg>
        <pc:picChg chg="mod">
          <ac:chgData name="de-Jesus-Oliveira Victor-Adriel" userId="a708fc36-3c1b-42ab-b5e9-2e1fa3c6605e" providerId="ADAL" clId="{39AA12F0-CB51-4D67-A3A6-7C3EC2C345CA}" dt="2025-11-08T13:41:31.696" v="51"/>
          <ac:picMkLst>
            <pc:docMk/>
            <pc:sldMk cId="4277564834" sldId="271"/>
            <ac:picMk id="22" creationId="{9B0708AC-5E97-056E-9C99-DEBCBBAEB656}"/>
          </ac:picMkLst>
        </pc:picChg>
        <pc:picChg chg="mod">
          <ac:chgData name="de-Jesus-Oliveira Victor-Adriel" userId="a708fc36-3c1b-42ab-b5e9-2e1fa3c6605e" providerId="ADAL" clId="{39AA12F0-CB51-4D67-A3A6-7C3EC2C345CA}" dt="2025-11-08T13:41:31.696" v="51"/>
          <ac:picMkLst>
            <pc:docMk/>
            <pc:sldMk cId="4277564834" sldId="271"/>
            <ac:picMk id="35" creationId="{E12F1577-60ED-684B-50BF-82B4B495E90A}"/>
          </ac:picMkLst>
        </pc:picChg>
        <pc:picChg chg="mod">
          <ac:chgData name="de-Jesus-Oliveira Victor-Adriel" userId="a708fc36-3c1b-42ab-b5e9-2e1fa3c6605e" providerId="ADAL" clId="{39AA12F0-CB51-4D67-A3A6-7C3EC2C345CA}" dt="2025-11-08T13:41:31.696" v="51"/>
          <ac:picMkLst>
            <pc:docMk/>
            <pc:sldMk cId="4277564834" sldId="271"/>
            <ac:picMk id="40" creationId="{A673532A-C754-4A8D-F7E6-E035F44B0E11}"/>
          </ac:picMkLst>
        </pc:picChg>
        <pc:picChg chg="mod">
          <ac:chgData name="de-Jesus-Oliveira Victor-Adriel" userId="a708fc36-3c1b-42ab-b5e9-2e1fa3c6605e" providerId="ADAL" clId="{39AA12F0-CB51-4D67-A3A6-7C3EC2C345CA}" dt="2025-11-08T13:41:31.696" v="51"/>
          <ac:picMkLst>
            <pc:docMk/>
            <pc:sldMk cId="4277564834" sldId="271"/>
            <ac:picMk id="41" creationId="{30A00D3C-44DA-120B-C1A2-D15B2400F40D}"/>
          </ac:picMkLst>
        </pc:picChg>
        <pc:picChg chg="mod">
          <ac:chgData name="de-Jesus-Oliveira Victor-Adriel" userId="a708fc36-3c1b-42ab-b5e9-2e1fa3c6605e" providerId="ADAL" clId="{39AA12F0-CB51-4D67-A3A6-7C3EC2C345CA}" dt="2025-11-09T06:55:00.889" v="69"/>
          <ac:picMkLst>
            <pc:docMk/>
            <pc:sldMk cId="4277564834" sldId="271"/>
            <ac:picMk id="43" creationId="{5EDC6AF6-3A2A-B26F-367F-33BCD124E91A}"/>
          </ac:picMkLst>
        </pc:picChg>
        <pc:picChg chg="mod">
          <ac:chgData name="de-Jesus-Oliveira Victor-Adriel" userId="a708fc36-3c1b-42ab-b5e9-2e1fa3c6605e" providerId="ADAL" clId="{39AA12F0-CB51-4D67-A3A6-7C3EC2C345CA}" dt="2025-11-09T06:55:00.889" v="69"/>
          <ac:picMkLst>
            <pc:docMk/>
            <pc:sldMk cId="4277564834" sldId="271"/>
            <ac:picMk id="45" creationId="{EAFDEC1A-26E1-D1EC-712F-674EDCED7A76}"/>
          </ac:picMkLst>
        </pc:picChg>
        <pc:picChg chg="mod">
          <ac:chgData name="de-Jesus-Oliveira Victor-Adriel" userId="a708fc36-3c1b-42ab-b5e9-2e1fa3c6605e" providerId="ADAL" clId="{39AA12F0-CB51-4D67-A3A6-7C3EC2C345CA}" dt="2025-11-09T06:55:00.889" v="69"/>
          <ac:picMkLst>
            <pc:docMk/>
            <pc:sldMk cId="4277564834" sldId="271"/>
            <ac:picMk id="46" creationId="{A5BB5E1D-874E-48C9-8887-75274FC95314}"/>
          </ac:picMkLst>
        </pc:picChg>
        <pc:picChg chg="mod">
          <ac:chgData name="de-Jesus-Oliveira Victor-Adriel" userId="a708fc36-3c1b-42ab-b5e9-2e1fa3c6605e" providerId="ADAL" clId="{39AA12F0-CB51-4D67-A3A6-7C3EC2C345CA}" dt="2025-11-09T06:55:00.889" v="69"/>
          <ac:picMkLst>
            <pc:docMk/>
            <pc:sldMk cId="4277564834" sldId="271"/>
            <ac:picMk id="47" creationId="{03E88D14-3FBD-E6CE-E5E4-2A114F887351}"/>
          </ac:picMkLst>
        </pc:picChg>
      </pc:sldChg>
      <pc:sldChg chg="addSp delSp modSp mod">
        <pc:chgData name="de-Jesus-Oliveira Victor-Adriel" userId="a708fc36-3c1b-42ab-b5e9-2e1fa3c6605e" providerId="ADAL" clId="{39AA12F0-CB51-4D67-A3A6-7C3EC2C345CA}" dt="2025-11-07T10:36:27.751" v="32" actId="14100"/>
        <pc:sldMkLst>
          <pc:docMk/>
          <pc:sldMk cId="2799231148" sldId="272"/>
        </pc:sldMkLst>
        <pc:spChg chg="mod">
          <ac:chgData name="de-Jesus-Oliveira Victor-Adriel" userId="a708fc36-3c1b-42ab-b5e9-2e1fa3c6605e" providerId="ADAL" clId="{39AA12F0-CB51-4D67-A3A6-7C3EC2C345CA}" dt="2025-11-07T10:31:52.732" v="19"/>
          <ac:spMkLst>
            <pc:docMk/>
            <pc:sldMk cId="2799231148" sldId="272"/>
            <ac:spMk id="2" creationId="{36F7C832-7D7F-40CB-9479-79BC46A793B9}"/>
          </ac:spMkLst>
        </pc:spChg>
        <pc:spChg chg="add mod">
          <ac:chgData name="de-Jesus-Oliveira Victor-Adriel" userId="a708fc36-3c1b-42ab-b5e9-2e1fa3c6605e" providerId="ADAL" clId="{39AA12F0-CB51-4D67-A3A6-7C3EC2C345CA}" dt="2025-11-07T10:34:50.575" v="24"/>
          <ac:spMkLst>
            <pc:docMk/>
            <pc:sldMk cId="2799231148" sldId="272"/>
            <ac:spMk id="10" creationId="{5222CD38-79C1-6037-5E59-EA5A7B66FF26}"/>
          </ac:spMkLst>
        </pc:spChg>
        <pc:spChg chg="add mod">
          <ac:chgData name="de-Jesus-Oliveira Victor-Adriel" userId="a708fc36-3c1b-42ab-b5e9-2e1fa3c6605e" providerId="ADAL" clId="{39AA12F0-CB51-4D67-A3A6-7C3EC2C345CA}" dt="2025-11-07T10:36:27.751" v="32" actId="14100"/>
          <ac:spMkLst>
            <pc:docMk/>
            <pc:sldMk cId="2799231148" sldId="272"/>
            <ac:spMk id="11" creationId="{698D1A4E-E117-4A82-92A4-3F0FCABF3901}"/>
          </ac:spMkLst>
        </pc:spChg>
        <pc:grpChg chg="add mod">
          <ac:chgData name="de-Jesus-Oliveira Victor-Adriel" userId="a708fc36-3c1b-42ab-b5e9-2e1fa3c6605e" providerId="ADAL" clId="{39AA12F0-CB51-4D67-A3A6-7C3EC2C345CA}" dt="2025-11-07T10:33:32.490" v="21"/>
          <ac:grpSpMkLst>
            <pc:docMk/>
            <pc:sldMk cId="2799231148" sldId="272"/>
            <ac:grpSpMk id="3" creationId="{42804D79-C30C-8E32-BDB5-6D1A968CEB89}"/>
          </ac:grpSpMkLst>
        </pc:grpChg>
        <pc:grpChg chg="add mod">
          <ac:chgData name="de-Jesus-Oliveira Victor-Adriel" userId="a708fc36-3c1b-42ab-b5e9-2e1fa3c6605e" providerId="ADAL" clId="{39AA12F0-CB51-4D67-A3A6-7C3EC2C345CA}" dt="2025-11-07T10:34:50.575" v="24"/>
          <ac:grpSpMkLst>
            <pc:docMk/>
            <pc:sldMk cId="2799231148" sldId="272"/>
            <ac:grpSpMk id="12" creationId="{5ACC769D-CFBD-7895-6DD8-41875D76430B}"/>
          </ac:grpSpMkLst>
        </pc:grpChg>
        <pc:picChg chg="mod">
          <ac:chgData name="de-Jesus-Oliveira Victor-Adriel" userId="a708fc36-3c1b-42ab-b5e9-2e1fa3c6605e" providerId="ADAL" clId="{39AA12F0-CB51-4D67-A3A6-7C3EC2C345CA}" dt="2025-11-07T10:33:32.490" v="21"/>
          <ac:picMkLst>
            <pc:docMk/>
            <pc:sldMk cId="2799231148" sldId="272"/>
            <ac:picMk id="6" creationId="{255D6643-1060-2D60-EEAE-807A8703C511}"/>
          </ac:picMkLst>
        </pc:picChg>
        <pc:picChg chg="mod">
          <ac:chgData name="de-Jesus-Oliveira Victor-Adriel" userId="a708fc36-3c1b-42ab-b5e9-2e1fa3c6605e" providerId="ADAL" clId="{39AA12F0-CB51-4D67-A3A6-7C3EC2C345CA}" dt="2025-11-07T10:33:32.490" v="21"/>
          <ac:picMkLst>
            <pc:docMk/>
            <pc:sldMk cId="2799231148" sldId="272"/>
            <ac:picMk id="8" creationId="{C2052041-D100-FD42-F4AE-257CACD3934F}"/>
          </ac:picMkLst>
        </pc:picChg>
        <pc:picChg chg="add mod">
          <ac:chgData name="de-Jesus-Oliveira Victor-Adriel" userId="a708fc36-3c1b-42ab-b5e9-2e1fa3c6605e" providerId="ADAL" clId="{39AA12F0-CB51-4D67-A3A6-7C3EC2C345CA}" dt="2025-11-07T10:34:50.575" v="24"/>
          <ac:picMkLst>
            <pc:docMk/>
            <pc:sldMk cId="2799231148" sldId="272"/>
            <ac:picMk id="9" creationId="{33443840-F943-0BF6-91F4-B22BD8C1E23C}"/>
          </ac:picMkLst>
        </pc:picChg>
        <pc:picChg chg="mod">
          <ac:chgData name="de-Jesus-Oliveira Victor-Adriel" userId="a708fc36-3c1b-42ab-b5e9-2e1fa3c6605e" providerId="ADAL" clId="{39AA12F0-CB51-4D67-A3A6-7C3EC2C345CA}" dt="2025-11-07T10:34:50.575" v="24"/>
          <ac:picMkLst>
            <pc:docMk/>
            <pc:sldMk cId="2799231148" sldId="272"/>
            <ac:picMk id="13" creationId="{6AE33238-9A8C-BA92-17E9-BCFA6FFA29C3}"/>
          </ac:picMkLst>
        </pc:picChg>
        <pc:picChg chg="mod">
          <ac:chgData name="de-Jesus-Oliveira Victor-Adriel" userId="a708fc36-3c1b-42ab-b5e9-2e1fa3c6605e" providerId="ADAL" clId="{39AA12F0-CB51-4D67-A3A6-7C3EC2C345CA}" dt="2025-11-07T10:34:50.575" v="24"/>
          <ac:picMkLst>
            <pc:docMk/>
            <pc:sldMk cId="2799231148" sldId="272"/>
            <ac:picMk id="14" creationId="{989BF74A-A39C-8F42-7566-7CE005E90591}"/>
          </ac:picMkLst>
        </pc:picChg>
        <pc:picChg chg="mod">
          <ac:chgData name="de-Jesus-Oliveira Victor-Adriel" userId="a708fc36-3c1b-42ab-b5e9-2e1fa3c6605e" providerId="ADAL" clId="{39AA12F0-CB51-4D67-A3A6-7C3EC2C345CA}" dt="2025-11-07T10:34:50.575" v="24"/>
          <ac:picMkLst>
            <pc:docMk/>
            <pc:sldMk cId="2799231148" sldId="272"/>
            <ac:picMk id="15" creationId="{B2E6FA5D-0C01-C38E-A0C1-BDE8C4126B5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36051F0-05E7-4AAA-A940-60A1C9F1DB40}" type="datetimeFigureOut">
              <a:rPr lang="en-US" smtClean="0"/>
              <a:t>11/9/2025</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95DA6C-5C75-4FF4-9693-6AAEB20175C1}" type="slidenum">
              <a:rPr lang="en-US" smtClean="0"/>
              <a:t>‹#›</a:t>
            </a:fld>
            <a:endParaRPr lang="en-US"/>
          </a:p>
        </p:txBody>
      </p:sp>
    </p:spTree>
    <p:extLst>
      <p:ext uri="{BB962C8B-B14F-4D97-AF65-F5344CB8AC3E}">
        <p14:creationId xmlns:p14="http://schemas.microsoft.com/office/powerpoint/2010/main" val="1815993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95DA6C-5C75-4FF4-9693-6AAEB20175C1}" type="slidenum">
              <a:rPr lang="en-US" smtClean="0"/>
              <a:t>2</a:t>
            </a:fld>
            <a:endParaRPr lang="en-US"/>
          </a:p>
        </p:txBody>
      </p:sp>
    </p:spTree>
    <p:extLst>
      <p:ext uri="{BB962C8B-B14F-4D97-AF65-F5344CB8AC3E}">
        <p14:creationId xmlns:p14="http://schemas.microsoft.com/office/powerpoint/2010/main" val="1028794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09.11.2025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09.11.2025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09.11.2025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09.11.2025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creativecommons.org/licenses/by-sa/4.0/" TargetMode="External"/><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698051"/>
            <a:ext cx="4497388" cy="21050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pitchFamily="2" charset="0"/>
              </a:rPr>
              <a:t>Tipos</a:t>
            </a:r>
            <a:r>
              <a:rPr lang="de-AT" sz="4800" dirty="0">
                <a:latin typeface="Pangolin" panose="00000500000000000000" pitchFamily="2" charset="0"/>
              </a:rPr>
              <a:t> de </a:t>
            </a:r>
            <a:r>
              <a:rPr lang="de-AT" sz="4800" dirty="0" err="1">
                <a:latin typeface="Pangolin" panose="00000500000000000000" pitchFamily="2" charset="0"/>
              </a:rPr>
              <a:t>Atributos</a:t>
            </a:r>
            <a:r>
              <a:rPr lang="de-AT" sz="4800" dirty="0">
                <a:latin typeface="Pangolin" panose="00000500000000000000" pitchFamily="2" charset="0"/>
              </a:rPr>
              <a:t> de </a:t>
            </a:r>
            <a:r>
              <a:rPr lang="de-AT" sz="4800" dirty="0" err="1">
                <a:latin typeface="Pangolin" panose="00000500000000000000" pitchFamily="2" charset="0"/>
              </a:rPr>
              <a:t>Dados</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pt-BR" sz="1100" dirty="0">
                <a:latin typeface="Segoe UI" panose="020B0502040204020203" pitchFamily="34" charset="0"/>
                <a:cs typeface="Segoe UI" panose="020B0502040204020203" pitchFamily="34" charset="0"/>
              </a:rPr>
              <a:t>Este quadrinho foi criado como parte do projeto de pesquisa Comixplain, financiado pela Universidade de Ciências Aplicadas de St. Pölten (USTP) por meio do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Equipe: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Ilustrações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3" name="Group 2">
            <a:extLst>
              <a:ext uri="{FF2B5EF4-FFF2-40B4-BE49-F238E27FC236}">
                <a16:creationId xmlns:a16="http://schemas.microsoft.com/office/drawing/2014/main" id="{42804D79-C30C-8E32-BDB5-6D1A968CEB89}"/>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6" name="Picture 5" descr="A blue and black logo&#10;&#10;AI-generated content may be incorrect.">
              <a:extLst>
                <a:ext uri="{FF2B5EF4-FFF2-40B4-BE49-F238E27FC236}">
                  <a16:creationId xmlns:a16="http://schemas.microsoft.com/office/drawing/2014/main" id="{255D6643-1060-2D60-EEAE-807A8703C5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C2052041-D100-FD42-F4AE-257CACD393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33443840-F943-0BF6-91F4-B22BD8C1E23C}"/>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5222CD38-79C1-6037-5E59-EA5A7B66FF26}"/>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698D1A4E-E117-4A82-92A4-3F0FCABF3901}"/>
              </a:ext>
            </a:extLst>
          </p:cNvPr>
          <p:cNvSpPr txBox="1"/>
          <p:nvPr/>
        </p:nvSpPr>
        <p:spPr>
          <a:xfrm>
            <a:off x="2635289" y="7607440"/>
            <a:ext cx="3508409"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Tipos de Atributos de Dados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6">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5ACC769D-CFBD-7895-6DD8-41875D76430B}"/>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6AE33238-9A8C-BA92-17E9-BCFA6FFA29C3}"/>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989BF74A-A39C-8F42-7566-7CE005E90591}"/>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B2E6FA5D-0C01-C38E-A0C1-BDE8C4126B54}"/>
                </a:ext>
              </a:extLst>
            </p:cNvPr>
            <p:cNvPicPr>
              <a:picLocks noChangeAspect="1"/>
            </p:cNvPicPr>
            <p:nvPr/>
          </p:nvPicPr>
          <p:blipFill>
            <a:blip r:embed="rId9"/>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27992311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grpSp>
        <p:nvGrpSpPr>
          <p:cNvPr id="27" name="Group 26">
            <a:extLst>
              <a:ext uri="{FF2B5EF4-FFF2-40B4-BE49-F238E27FC236}">
                <a16:creationId xmlns:a16="http://schemas.microsoft.com/office/drawing/2014/main" id="{D963737C-6F1F-89E4-CADF-76A6DF842348}"/>
              </a:ext>
              <a:ext uri="{C183D7F6-B498-43B3-948B-1728B52AA6E4}">
                <adec:decorative xmlns:adec="http://schemas.microsoft.com/office/drawing/2017/decorative" val="1"/>
              </a:ext>
            </a:extLst>
          </p:cNvPr>
          <p:cNvGrpSpPr/>
          <p:nvPr/>
        </p:nvGrpSpPr>
        <p:grpSpPr>
          <a:xfrm>
            <a:off x="365125" y="444500"/>
            <a:ext cx="6232525" cy="6873875"/>
            <a:chOff x="365125" y="444500"/>
            <a:chExt cx="6232525" cy="6873875"/>
          </a:xfrm>
        </p:grpSpPr>
        <p:sp>
          <p:nvSpPr>
            <p:cNvPr id="16" name="Freeform: Shape 15">
              <a:extLst>
                <a:ext uri="{FF2B5EF4-FFF2-40B4-BE49-F238E27FC236}">
                  <a16:creationId xmlns:a16="http://schemas.microsoft.com/office/drawing/2014/main" id="{B83C0C50-8303-99EE-6847-7A9140E9A14C}"/>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2BE3318-6925-52ED-E7AF-7CFC095F23BA}"/>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5B321C9A-B3CD-04CE-E6B6-E682D7341CB1}"/>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CDF89C6-7E5F-AE63-92D1-5E57C60309A1}"/>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07F43C-0C30-9524-8781-43D333A9DB06}"/>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DE486DDA-B478-B004-0079-E1CFA2C7411D}"/>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48AB3A8E-1B27-34E9-888E-AEB4CE9F3D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267538CD-CFD5-B493-BBE1-A3B27EB5AD5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ctangle 22">
              <a:extLst>
                <a:ext uri="{FF2B5EF4-FFF2-40B4-BE49-F238E27FC236}">
                  <a16:creationId xmlns:a16="http://schemas.microsoft.com/office/drawing/2014/main" id="{601BD48D-78B0-5C19-E22E-518F76D2E251}"/>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ACBAAF89-77CC-8AEC-D158-FB67E51F7D71}"/>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7F3D909A-D850-27C4-527C-338BEE673644}"/>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3451373B-BA20-EABA-9D9A-77286692876B}"/>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F9283B52-7234-3635-EC15-0AC9AF90B595}"/>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Tipos</a:t>
            </a:r>
            <a:r>
              <a:rPr lang="de-AT" sz="1100" dirty="0">
                <a:latin typeface="Pangolin" panose="00000500000000000000" pitchFamily="2" charset="0"/>
              </a:rPr>
              <a:t> de </a:t>
            </a:r>
            <a:r>
              <a:rPr lang="de-AT" sz="1100" dirty="0" err="1">
                <a:latin typeface="Pangolin" panose="00000500000000000000" pitchFamily="2" charset="0"/>
              </a:rPr>
              <a:t>Atributos</a:t>
            </a:r>
            <a:r>
              <a:rPr lang="de-AT" sz="1100" dirty="0">
                <a:latin typeface="Pangolin" panose="00000500000000000000" pitchFamily="2" charset="0"/>
              </a:rPr>
              <a:t> de </a:t>
            </a:r>
            <a:r>
              <a:rPr lang="de-AT" sz="1100" dirty="0" err="1">
                <a:latin typeface="Pangolin" panose="00000500000000000000" pitchFamily="2" charset="0"/>
              </a:rPr>
              <a:t>Dados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D5E5EB55-FCA9-B66D-135B-F155C438525A}"/>
              </a:ext>
            </a:extLst>
          </p:cNvPr>
          <p:cNvSpPr txBox="1"/>
          <p:nvPr/>
        </p:nvSpPr>
        <p:spPr>
          <a:xfrm>
            <a:off x="423872" y="449570"/>
            <a:ext cx="1537008" cy="646331"/>
          </a:xfrm>
          <a:prstGeom prst="rect">
            <a:avLst/>
          </a:prstGeom>
          <a:noFill/>
        </p:spPr>
        <p:txBody>
          <a:bodyPr wrap="square" rtlCol="0">
            <a:spAutoFit/>
          </a:bodyPr>
          <a:lstStyle/>
          <a:p>
            <a:pPr algn="ctr"/>
            <a:r>
              <a:rPr lang="pt-BR" sz="900" dirty="0">
                <a:latin typeface="Pangolin" panose="00000500000000000000" pitchFamily="2" charset="0"/>
              </a:rPr>
              <a:t>Ufa, finalmente terminamos de montar </a:t>
            </a:r>
            <a:br>
              <a:rPr lang="pt-BR" sz="900" dirty="0">
                <a:latin typeface="Pangolin" panose="00000500000000000000" pitchFamily="2" charset="0"/>
              </a:rPr>
            </a:br>
            <a:r>
              <a:rPr lang="pt-BR" sz="900" dirty="0">
                <a:latin typeface="Pangolin" panose="00000500000000000000" pitchFamily="2" charset="0"/>
              </a:rPr>
              <a:t>a nova estante!
</a:t>
            </a:r>
            <a:endParaRPr lang="pt-BR" sz="900" dirty="0"/>
          </a:p>
        </p:txBody>
      </p:sp>
      <p:sp>
        <p:nvSpPr>
          <p:cNvPr id="5" name="TextBox 4">
            <a:extLst>
              <a:ext uri="{FF2B5EF4-FFF2-40B4-BE49-F238E27FC236}">
                <a16:creationId xmlns:a16="http://schemas.microsoft.com/office/drawing/2014/main" id="{90F75F61-5A76-5BD5-2F5B-0DB72E02F912}"/>
              </a:ext>
            </a:extLst>
          </p:cNvPr>
          <p:cNvSpPr txBox="1"/>
          <p:nvPr/>
        </p:nvSpPr>
        <p:spPr>
          <a:xfrm>
            <a:off x="789632" y="2527290"/>
            <a:ext cx="1537008" cy="507831"/>
          </a:xfrm>
          <a:prstGeom prst="rect">
            <a:avLst/>
          </a:prstGeom>
          <a:noFill/>
        </p:spPr>
        <p:txBody>
          <a:bodyPr wrap="square" rtlCol="0">
            <a:spAutoFit/>
          </a:bodyPr>
          <a:lstStyle/>
          <a:p>
            <a:pPr algn="ctr"/>
            <a:r>
              <a:rPr lang="pt-BR" sz="900">
                <a:latin typeface="Pangolin" panose="00000500000000000000" pitchFamily="2" charset="0"/>
              </a:rPr>
              <a:t>Sim, agora só nos resta</a:t>
            </a:r>
            <a:br>
              <a:rPr lang="pt-BR" sz="900">
                <a:latin typeface="Pangolin" panose="00000500000000000000" pitchFamily="2" charset="0"/>
              </a:rPr>
            </a:br>
            <a:r>
              <a:rPr lang="pt-BR" sz="900">
                <a:latin typeface="Pangolin" panose="00000500000000000000" pitchFamily="2" charset="0"/>
              </a:rPr>
              <a:t>reorganizar todos os livros.
</a:t>
            </a:r>
            <a:endParaRPr lang="pt-BR" sz="900" dirty="0"/>
          </a:p>
        </p:txBody>
      </p:sp>
      <p:sp>
        <p:nvSpPr>
          <p:cNvPr id="6" name="TextBox 5">
            <a:extLst>
              <a:ext uri="{FF2B5EF4-FFF2-40B4-BE49-F238E27FC236}">
                <a16:creationId xmlns:a16="http://schemas.microsoft.com/office/drawing/2014/main" id="{8A8AE781-4804-55E6-09C2-F3F5267E33F3}"/>
              </a:ext>
            </a:extLst>
          </p:cNvPr>
          <p:cNvSpPr txBox="1"/>
          <p:nvPr/>
        </p:nvSpPr>
        <p:spPr>
          <a:xfrm>
            <a:off x="2532072" y="645735"/>
            <a:ext cx="1537008" cy="369332"/>
          </a:xfrm>
          <a:prstGeom prst="rect">
            <a:avLst/>
          </a:prstGeom>
          <a:noFill/>
        </p:spPr>
        <p:txBody>
          <a:bodyPr wrap="square" rtlCol="0">
            <a:spAutoFit/>
          </a:bodyPr>
          <a:lstStyle/>
          <a:p>
            <a:pPr algn="ctr"/>
            <a:r>
              <a:rPr lang="pt-BR" sz="900" dirty="0">
                <a:latin typeface="Pangolin" panose="00000500000000000000" pitchFamily="2" charset="0"/>
              </a:rPr>
              <a:t>Ok, aqui vai o primeiro.
</a:t>
            </a:r>
            <a:endParaRPr lang="pt-BR" sz="900" dirty="0"/>
          </a:p>
        </p:txBody>
      </p:sp>
      <p:sp>
        <p:nvSpPr>
          <p:cNvPr id="7" name="TextBox 6">
            <a:extLst>
              <a:ext uri="{FF2B5EF4-FFF2-40B4-BE49-F238E27FC236}">
                <a16:creationId xmlns:a16="http://schemas.microsoft.com/office/drawing/2014/main" id="{D0C535E4-A63A-BB67-D555-102CED854087}"/>
              </a:ext>
            </a:extLst>
          </p:cNvPr>
          <p:cNvSpPr txBox="1"/>
          <p:nvPr/>
        </p:nvSpPr>
        <p:spPr>
          <a:xfrm>
            <a:off x="3278834" y="2597964"/>
            <a:ext cx="1161086" cy="507831"/>
          </a:xfrm>
          <a:prstGeom prst="rect">
            <a:avLst/>
          </a:prstGeom>
          <a:noFill/>
        </p:spPr>
        <p:txBody>
          <a:bodyPr wrap="square" rtlCol="0">
            <a:spAutoFit/>
          </a:bodyPr>
          <a:lstStyle/>
          <a:p>
            <a:pPr algn="ctr"/>
            <a:r>
              <a:rPr lang="pt-BR" sz="900" dirty="0">
                <a:latin typeface="Pangolin" panose="00000500000000000000" pitchFamily="2" charset="0"/>
              </a:rPr>
              <a:t>Ei, por que esse é o</a:t>
            </a:r>
            <a:br>
              <a:rPr lang="pt-BR" sz="900" dirty="0">
                <a:latin typeface="Pangolin" panose="00000500000000000000" pitchFamily="2" charset="0"/>
              </a:rPr>
            </a:br>
            <a:r>
              <a:rPr lang="pt-BR" sz="900" dirty="0">
                <a:latin typeface="Pangolin" panose="00000500000000000000" pitchFamily="2" charset="0"/>
              </a:rPr>
              <a:t>primeiro?
</a:t>
            </a:r>
            <a:endParaRPr lang="pt-BR" sz="900" dirty="0"/>
          </a:p>
        </p:txBody>
      </p:sp>
      <p:sp>
        <p:nvSpPr>
          <p:cNvPr id="8" name="TextBox 7">
            <a:extLst>
              <a:ext uri="{FF2B5EF4-FFF2-40B4-BE49-F238E27FC236}">
                <a16:creationId xmlns:a16="http://schemas.microsoft.com/office/drawing/2014/main" id="{66A91B42-F5D4-F557-4F50-B915BCD81CE4}"/>
              </a:ext>
            </a:extLst>
          </p:cNvPr>
          <p:cNvSpPr txBox="1"/>
          <p:nvPr/>
        </p:nvSpPr>
        <p:spPr>
          <a:xfrm>
            <a:off x="4726634" y="550724"/>
            <a:ext cx="1669086" cy="507831"/>
          </a:xfrm>
          <a:prstGeom prst="rect">
            <a:avLst/>
          </a:prstGeom>
          <a:noFill/>
        </p:spPr>
        <p:txBody>
          <a:bodyPr wrap="square" rtlCol="0">
            <a:spAutoFit/>
          </a:bodyPr>
          <a:lstStyle/>
          <a:p>
            <a:pPr algn="ctr"/>
            <a:r>
              <a:rPr lang="pt-BR" sz="900" dirty="0">
                <a:latin typeface="Pangolin" panose="00000500000000000000" pitchFamily="2" charset="0"/>
              </a:rPr>
              <a:t>O título começa com A, </a:t>
            </a:r>
            <a:br>
              <a:rPr lang="pt-BR" sz="900" dirty="0">
                <a:latin typeface="Pangolin" panose="00000500000000000000" pitchFamily="2" charset="0"/>
              </a:rPr>
            </a:br>
            <a:r>
              <a:rPr lang="pt-BR" sz="900" dirty="0">
                <a:latin typeface="Pangolin" panose="00000500000000000000" pitchFamily="2" charset="0"/>
              </a:rPr>
              <a:t>então é o primeiro.
</a:t>
            </a:r>
            <a:endParaRPr lang="pt-BR" sz="900" dirty="0"/>
          </a:p>
        </p:txBody>
      </p:sp>
      <p:sp>
        <p:nvSpPr>
          <p:cNvPr id="9" name="TextBox 8">
            <a:extLst>
              <a:ext uri="{FF2B5EF4-FFF2-40B4-BE49-F238E27FC236}">
                <a16:creationId xmlns:a16="http://schemas.microsoft.com/office/drawing/2014/main" id="{3627C5E3-D5EE-6AC3-47BC-479A4A8D5E15}"/>
              </a:ext>
            </a:extLst>
          </p:cNvPr>
          <p:cNvSpPr txBox="1"/>
          <p:nvPr/>
        </p:nvSpPr>
        <p:spPr>
          <a:xfrm>
            <a:off x="5066994" y="2359324"/>
            <a:ext cx="1669086" cy="923330"/>
          </a:xfrm>
          <a:prstGeom prst="rect">
            <a:avLst/>
          </a:prstGeom>
          <a:noFill/>
        </p:spPr>
        <p:txBody>
          <a:bodyPr wrap="square" rtlCol="0">
            <a:spAutoFit/>
          </a:bodyPr>
          <a:lstStyle/>
          <a:p>
            <a:pPr algn="ctr"/>
            <a:r>
              <a:rPr lang="pt-BR" sz="900" dirty="0">
                <a:latin typeface="Pangolin" panose="00000500000000000000" pitchFamily="2" charset="0"/>
              </a:rPr>
              <a:t>Tem certeza que </a:t>
            </a:r>
            <a:br>
              <a:rPr lang="pt-BR" sz="900" dirty="0">
                <a:latin typeface="Pangolin" panose="00000500000000000000" pitchFamily="2" charset="0"/>
              </a:rPr>
            </a:br>
            <a:r>
              <a:rPr lang="pt-BR" sz="900" dirty="0">
                <a:latin typeface="Pangolin" panose="00000500000000000000" pitchFamily="2" charset="0"/>
              </a:rPr>
              <a:t>organizá-los em ordem alfabética é a melhor opção? Livros têm muitos atributos diferentes para escolher.
</a:t>
            </a:r>
            <a:endParaRPr lang="pt-BR" sz="900" dirty="0"/>
          </a:p>
        </p:txBody>
      </p:sp>
      <p:sp>
        <p:nvSpPr>
          <p:cNvPr id="10" name="Title 9">
            <a:extLst>
              <a:ext uri="{FF2B5EF4-FFF2-40B4-BE49-F238E27FC236}">
                <a16:creationId xmlns:a16="http://schemas.microsoft.com/office/drawing/2014/main" id="{720F3D59-4ABF-58A5-8EF8-28E09FDAEA2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Atributos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44BDF201-A70F-F7D4-FC11-C74E70CB3427}"/>
              </a:ext>
            </a:extLst>
          </p:cNvPr>
          <p:cNvSpPr txBox="1"/>
          <p:nvPr/>
        </p:nvSpPr>
        <p:spPr>
          <a:xfrm>
            <a:off x="1245716" y="5566043"/>
            <a:ext cx="1161086" cy="369332"/>
          </a:xfrm>
          <a:prstGeom prst="rect">
            <a:avLst/>
          </a:prstGeom>
          <a:noFill/>
        </p:spPr>
        <p:txBody>
          <a:bodyPr wrap="square" rtlCol="0">
            <a:spAutoFit/>
          </a:bodyPr>
          <a:lstStyle/>
          <a:p>
            <a:pPr algn="ctr"/>
            <a:r>
              <a:rPr lang="de-AT" sz="900" dirty="0">
                <a:latin typeface="Pangolin" panose="00000500000000000000" pitchFamily="2" charset="0"/>
              </a:rPr>
              <a:t>Sim.
</a:t>
            </a:r>
            <a:endParaRPr lang="pt-BR" sz="900" dirty="0"/>
          </a:p>
        </p:txBody>
      </p:sp>
      <p:sp>
        <p:nvSpPr>
          <p:cNvPr id="13" name="TextBox 12">
            <a:extLst>
              <a:ext uri="{FF2B5EF4-FFF2-40B4-BE49-F238E27FC236}">
                <a16:creationId xmlns:a16="http://schemas.microsoft.com/office/drawing/2014/main" id="{A59A5430-CB10-B2A8-5C83-A3D78CA3BDE7}"/>
              </a:ext>
            </a:extLst>
          </p:cNvPr>
          <p:cNvSpPr txBox="1"/>
          <p:nvPr/>
        </p:nvSpPr>
        <p:spPr>
          <a:xfrm>
            <a:off x="2457608" y="3624143"/>
            <a:ext cx="2087880" cy="784830"/>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pt-BR" dirty="0"/>
              <a:t>Um </a:t>
            </a:r>
            <a:r>
              <a:rPr lang="pt-BR" dirty="0">
                <a:highlight>
                  <a:srgbClr val="C0C0C0"/>
                </a:highlight>
              </a:rPr>
              <a:t>ATRIBUTO</a:t>
            </a:r>
            <a:r>
              <a:rPr lang="pt-BR" dirty="0"/>
              <a:t> é qualquer </a:t>
            </a:r>
            <a:br>
              <a:rPr lang="pt-BR" dirty="0"/>
            </a:br>
            <a:r>
              <a:rPr lang="pt-BR" dirty="0"/>
              <a:t>propriedade específica do livro</a:t>
            </a:r>
            <a:br>
              <a:rPr lang="pt-BR" dirty="0"/>
            </a:br>
            <a:r>
              <a:rPr lang="pt-BR" dirty="0"/>
              <a:t> que possa ser medida ou observada, </a:t>
            </a:r>
            <a:br>
              <a:rPr lang="pt-BR" dirty="0"/>
            </a:br>
            <a:r>
              <a:rPr lang="pt-BR" dirty="0"/>
              <a:t>como seu título, seu tamanho...
</a:t>
            </a:r>
          </a:p>
        </p:txBody>
      </p:sp>
      <p:sp>
        <p:nvSpPr>
          <p:cNvPr id="12" name="TextBox 11">
            <a:extLst>
              <a:ext uri="{FF2B5EF4-FFF2-40B4-BE49-F238E27FC236}">
                <a16:creationId xmlns:a16="http://schemas.microsoft.com/office/drawing/2014/main" id="{5F8FE5C0-B8C4-715D-0006-151EC047DD4C}"/>
              </a:ext>
            </a:extLst>
          </p:cNvPr>
          <p:cNvSpPr txBox="1"/>
          <p:nvPr/>
        </p:nvSpPr>
        <p:spPr>
          <a:xfrm>
            <a:off x="2371250" y="6077476"/>
            <a:ext cx="2250438"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pt-BR" dirty="0"/>
              <a:t>(São sinônimos de "atributo“ os termos "variável" e "dimensão de dados")</a:t>
            </a:r>
          </a:p>
        </p:txBody>
      </p:sp>
      <p:sp>
        <p:nvSpPr>
          <p:cNvPr id="14" name="TextBox 13">
            <a:extLst>
              <a:ext uri="{FF2B5EF4-FFF2-40B4-BE49-F238E27FC236}">
                <a16:creationId xmlns:a16="http://schemas.microsoft.com/office/drawing/2014/main" id="{61113EC9-CD55-B591-449B-8CD4EEF9E7CF}"/>
              </a:ext>
            </a:extLst>
          </p:cNvPr>
          <p:cNvSpPr txBox="1"/>
          <p:nvPr/>
        </p:nvSpPr>
        <p:spPr>
          <a:xfrm>
            <a:off x="4636928" y="3645058"/>
            <a:ext cx="20878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pt-BR" dirty="0"/>
              <a:t>Ok, então... quais atributos poderíamos</a:t>
            </a:r>
            <a:br>
              <a:rPr lang="pt-BR" dirty="0"/>
            </a:br>
            <a:r>
              <a:rPr lang="pt-BR" dirty="0"/>
              <a:t>encontrar para os nossos livros, então?
</a:t>
            </a:r>
          </a:p>
        </p:txBody>
      </p:sp>
      <p:sp>
        <p:nvSpPr>
          <p:cNvPr id="15" name="TextBox 14">
            <a:extLst>
              <a:ext uri="{FF2B5EF4-FFF2-40B4-BE49-F238E27FC236}">
                <a16:creationId xmlns:a16="http://schemas.microsoft.com/office/drawing/2014/main" id="{9E649E8F-B936-9A1D-DD7F-B669CF43C49C}"/>
              </a:ext>
            </a:extLst>
          </p:cNvPr>
          <p:cNvSpPr txBox="1"/>
          <p:nvPr/>
        </p:nvSpPr>
        <p:spPr>
          <a:xfrm>
            <a:off x="295910" y="6787235"/>
            <a:ext cx="288925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pPr algn="l"/>
            <a:r>
              <a:rPr lang="pt-BR" dirty="0"/>
              <a:t>              Antes de virar a página, olhe para os livros e tente listar o máximo de atributos que você possa imaginar e que possamos usar para ordená-los.</a:t>
            </a:r>
          </a:p>
        </p:txBody>
      </p:sp>
      <p:grpSp>
        <p:nvGrpSpPr>
          <p:cNvPr id="35" name="Group 34">
            <a:extLst>
              <a:ext uri="{FF2B5EF4-FFF2-40B4-BE49-F238E27FC236}">
                <a16:creationId xmlns:a16="http://schemas.microsoft.com/office/drawing/2014/main" id="{514120DA-B2AA-DB26-D56E-3389D593F068}"/>
              </a:ext>
              <a:ext uri="{C183D7F6-B498-43B3-948B-1728B52AA6E4}">
                <adec:decorative xmlns:adec="http://schemas.microsoft.com/office/drawing/2017/decorative" val="1"/>
              </a:ext>
            </a:extLst>
          </p:cNvPr>
          <p:cNvGrpSpPr/>
          <p:nvPr/>
        </p:nvGrpSpPr>
        <p:grpSpPr>
          <a:xfrm>
            <a:off x="5250199" y="131611"/>
            <a:ext cx="1305102" cy="163205"/>
            <a:chOff x="295910" y="9653937"/>
            <a:chExt cx="1305102" cy="163205"/>
          </a:xfrm>
        </p:grpSpPr>
        <p:pic>
          <p:nvPicPr>
            <p:cNvPr id="36" name="Picture 35">
              <a:extLst>
                <a:ext uri="{FF2B5EF4-FFF2-40B4-BE49-F238E27FC236}">
                  <a16:creationId xmlns:a16="http://schemas.microsoft.com/office/drawing/2014/main" id="{B74B0A4D-5B20-672A-2468-8B1D03BE17A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7" name="Group 36">
              <a:extLst>
                <a:ext uri="{FF2B5EF4-FFF2-40B4-BE49-F238E27FC236}">
                  <a16:creationId xmlns:a16="http://schemas.microsoft.com/office/drawing/2014/main" id="{3F5E7C16-AE94-0EF3-446A-5CDE962B5222}"/>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8" name="Picture 37">
                <a:extLst>
                  <a:ext uri="{FF2B5EF4-FFF2-40B4-BE49-F238E27FC236}">
                    <a16:creationId xmlns:a16="http://schemas.microsoft.com/office/drawing/2014/main" id="{4240504A-16EF-049C-6745-AFDEBDCA0291}"/>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9" name="Picture 38">
                <a:extLst>
                  <a:ext uri="{FF2B5EF4-FFF2-40B4-BE49-F238E27FC236}">
                    <a16:creationId xmlns:a16="http://schemas.microsoft.com/office/drawing/2014/main" id="{9D033694-4B23-432E-D8EA-85DA422CBAB2}"/>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0" name="Picture 39">
                <a:extLst>
                  <a:ext uri="{FF2B5EF4-FFF2-40B4-BE49-F238E27FC236}">
                    <a16:creationId xmlns:a16="http://schemas.microsoft.com/office/drawing/2014/main" id="{86595BE7-025A-F49B-9EB2-23FE6AC69DB2}"/>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0" name="Group 29">
            <a:extLst>
              <a:ext uri="{FF2B5EF4-FFF2-40B4-BE49-F238E27FC236}">
                <a16:creationId xmlns:a16="http://schemas.microsoft.com/office/drawing/2014/main" id="{34A6CF0C-0D4F-8ADD-BFE5-EAD8BCA4257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29" name="Freeform: Shape 28">
              <a:extLst>
                <a:ext uri="{FF2B5EF4-FFF2-40B4-BE49-F238E27FC236}">
                  <a16:creationId xmlns:a16="http://schemas.microsoft.com/office/drawing/2014/main" id="{A6C758F7-C75D-57F6-9DCE-951502C12526}"/>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CB26ED65-C413-1122-3391-B37E6EBFD9D7}"/>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5A4CA64-0C1A-49F9-E8F2-87B381546311}"/>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493D491A-9C5F-74EC-F528-013662DC7E70}"/>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DC6CDD26-9889-60DC-4D08-9435E62E90F5}"/>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767B6DA4-A18B-BFF5-7EDA-2C61143E4860}"/>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47FB0B03-749C-493F-2F55-A1B2BEC5AA4E}"/>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DF817941-D85B-4F0D-DAE3-7EC712448D1C}"/>
                </a:ext>
                <a:ext uri="{C183D7F6-B498-43B3-948B-1728B52AA6E4}">
                  <adec:decorative xmlns:adec="http://schemas.microsoft.com/office/drawing/2017/decorative" val="1"/>
                </a:ext>
              </a:extLst>
            </p:cNvPr>
            <p:cNvSpPr/>
            <p:nvPr/>
          </p:nvSpPr>
          <p:spPr>
            <a:xfrm>
              <a:off x="5423275" y="144145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FE7B1172-1E42-57B5-0B66-FF338E555B87}"/>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EB578D19-514A-3BA6-7BB2-18E0DAEDB1FF}"/>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3F0E2F6C-9375-2BB1-E3DF-E6A828D05BC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1FEA692B-8EED-5270-6E3B-81315C601794}"/>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F26410C8-94D3-5D30-0733-088AC3943A9A}"/>
                </a:ext>
                <a:ext uri="{C183D7F6-B498-43B3-948B-1728B52AA6E4}">
                  <adec:decorative xmlns:adec="http://schemas.microsoft.com/office/drawing/2017/decorative" val="1"/>
                </a:ext>
              </a:extLst>
            </p:cNvPr>
            <p:cNvSpPr/>
            <p:nvPr/>
          </p:nvSpPr>
          <p:spPr>
            <a:xfrm>
              <a:off x="4746625" y="901700"/>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19E18858-DB5E-45AE-2FED-BB71B4B50B54}"/>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Tipos</a:t>
            </a:r>
            <a:r>
              <a:rPr lang="de-AT" sz="1100" dirty="0">
                <a:latin typeface="Pangolin" panose="00000500000000000000" pitchFamily="2" charset="0"/>
              </a:rPr>
              <a:t> de </a:t>
            </a:r>
            <a:r>
              <a:rPr lang="de-AT" sz="1100" dirty="0" err="1">
                <a:latin typeface="Pangolin" panose="00000500000000000000" pitchFamily="2" charset="0"/>
              </a:rPr>
              <a:t>Atributos</a:t>
            </a:r>
            <a:r>
              <a:rPr lang="de-AT" sz="1100" dirty="0">
                <a:latin typeface="Pangolin" panose="00000500000000000000" pitchFamily="2" charset="0"/>
              </a:rPr>
              <a:t> de </a:t>
            </a:r>
            <a:r>
              <a:rPr lang="de-AT" sz="1100" dirty="0" err="1">
                <a:latin typeface="Pangolin" panose="00000500000000000000" pitchFamily="2" charset="0"/>
              </a:rPr>
              <a:t>Dados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5175C539-4512-6B07-7609-0B2418D559B4}"/>
              </a:ext>
            </a:extLst>
          </p:cNvPr>
          <p:cNvSpPr txBox="1"/>
          <p:nvPr/>
        </p:nvSpPr>
        <p:spPr>
          <a:xfrm>
            <a:off x="815032" y="2461250"/>
            <a:ext cx="1537008" cy="646331"/>
          </a:xfrm>
          <a:prstGeom prst="rect">
            <a:avLst/>
          </a:prstGeom>
          <a:noFill/>
        </p:spPr>
        <p:txBody>
          <a:bodyPr wrap="square" rtlCol="0">
            <a:spAutoFit/>
          </a:bodyPr>
          <a:lstStyle/>
          <a:p>
            <a:pPr algn="ctr"/>
            <a:r>
              <a:rPr lang="pt-BR" sz="900" dirty="0">
                <a:latin typeface="Pangolin" panose="00000500000000000000" pitchFamily="2" charset="0"/>
              </a:rPr>
              <a:t>Nossa, são tantos</a:t>
            </a:r>
            <a:br>
              <a:rPr lang="pt-BR" sz="900" dirty="0">
                <a:latin typeface="Pangolin" panose="00000500000000000000" pitchFamily="2" charset="0"/>
              </a:rPr>
            </a:br>
            <a:r>
              <a:rPr lang="pt-BR" sz="900" dirty="0">
                <a:latin typeface="Pangolin" panose="00000500000000000000" pitchFamily="2" charset="0"/>
              </a:rPr>
              <a:t>atributos... O que acha de usarmos cor?
</a:t>
            </a:r>
            <a:endParaRPr lang="pt-BR" sz="900" dirty="0"/>
          </a:p>
        </p:txBody>
      </p:sp>
      <p:sp>
        <p:nvSpPr>
          <p:cNvPr id="5" name="TextBox 4">
            <a:extLst>
              <a:ext uri="{FF2B5EF4-FFF2-40B4-BE49-F238E27FC236}">
                <a16:creationId xmlns:a16="http://schemas.microsoft.com/office/drawing/2014/main" id="{389EC87D-63C9-DB0A-BC1C-752BFE673528}"/>
              </a:ext>
            </a:extLst>
          </p:cNvPr>
          <p:cNvSpPr txBox="1"/>
          <p:nvPr/>
        </p:nvSpPr>
        <p:spPr>
          <a:xfrm>
            <a:off x="2590800" y="474970"/>
            <a:ext cx="1859280" cy="369332"/>
          </a:xfrm>
          <a:prstGeom prst="rect">
            <a:avLst/>
          </a:prstGeom>
          <a:noFill/>
        </p:spPr>
        <p:txBody>
          <a:bodyPr wrap="square" rtlCol="0">
            <a:spAutoFit/>
          </a:bodyPr>
          <a:lstStyle/>
          <a:p>
            <a:pPr algn="ctr"/>
            <a:r>
              <a:rPr lang="pt-BR" sz="900" dirty="0">
                <a:latin typeface="Pangolin" panose="00000500000000000000" pitchFamily="2" charset="0"/>
              </a:rPr>
              <a:t>Claro! Poderíamos ordenar os livros como as cores do arco-íris.</a:t>
            </a:r>
            <a:endParaRPr lang="pt-BR" sz="900" dirty="0"/>
          </a:p>
        </p:txBody>
      </p:sp>
      <p:sp>
        <p:nvSpPr>
          <p:cNvPr id="6" name="TextBox 5">
            <a:extLst>
              <a:ext uri="{FF2B5EF4-FFF2-40B4-BE49-F238E27FC236}">
                <a16:creationId xmlns:a16="http://schemas.microsoft.com/office/drawing/2014/main" id="{728F6D9C-E189-63D3-DF41-00F380EC4DA9}"/>
              </a:ext>
            </a:extLst>
          </p:cNvPr>
          <p:cNvSpPr txBox="1"/>
          <p:nvPr/>
        </p:nvSpPr>
        <p:spPr>
          <a:xfrm>
            <a:off x="2447847" y="976240"/>
            <a:ext cx="1537008" cy="646331"/>
          </a:xfrm>
          <a:prstGeom prst="rect">
            <a:avLst/>
          </a:prstGeom>
          <a:noFill/>
        </p:spPr>
        <p:txBody>
          <a:bodyPr wrap="square" rtlCol="0">
            <a:spAutoFit/>
          </a:bodyPr>
          <a:lstStyle/>
          <a:p>
            <a:pPr algn="ctr"/>
            <a:r>
              <a:rPr lang="pt-BR" sz="900" dirty="0">
                <a:latin typeface="Pangolin" panose="00000500000000000000" pitchFamily="2" charset="0"/>
              </a:rPr>
              <a:t>Ou em ordem </a:t>
            </a:r>
            <a:br>
              <a:rPr lang="pt-BR" sz="900" dirty="0">
                <a:latin typeface="Pangolin" panose="00000500000000000000" pitchFamily="2" charset="0"/>
              </a:rPr>
            </a:br>
            <a:r>
              <a:rPr lang="pt-BR" sz="900" dirty="0">
                <a:latin typeface="Pangolin" panose="00000500000000000000" pitchFamily="2" charset="0"/>
              </a:rPr>
              <a:t>alfabética pelo </a:t>
            </a:r>
            <a:br>
              <a:rPr lang="pt-BR" sz="900" dirty="0">
                <a:latin typeface="Pangolin" panose="00000500000000000000" pitchFamily="2" charset="0"/>
              </a:rPr>
            </a:br>
            <a:r>
              <a:rPr lang="pt-BR" sz="900" dirty="0">
                <a:latin typeface="Pangolin" panose="00000500000000000000" pitchFamily="2" charset="0"/>
              </a:rPr>
              <a:t>nome da cor!
</a:t>
            </a:r>
            <a:endParaRPr lang="pt-BR" sz="900" dirty="0"/>
          </a:p>
        </p:txBody>
      </p:sp>
      <p:sp>
        <p:nvSpPr>
          <p:cNvPr id="7" name="TextBox 6">
            <a:extLst>
              <a:ext uri="{FF2B5EF4-FFF2-40B4-BE49-F238E27FC236}">
                <a16:creationId xmlns:a16="http://schemas.microsoft.com/office/drawing/2014/main" id="{5076C23E-2F56-BEE8-C425-ACFFBA0FBD4A}"/>
              </a:ext>
            </a:extLst>
          </p:cNvPr>
          <p:cNvSpPr txBox="1"/>
          <p:nvPr/>
        </p:nvSpPr>
        <p:spPr>
          <a:xfrm>
            <a:off x="4712580" y="439530"/>
            <a:ext cx="1943400" cy="507831"/>
          </a:xfrm>
          <a:prstGeom prst="rect">
            <a:avLst/>
          </a:prstGeom>
          <a:noFill/>
        </p:spPr>
        <p:txBody>
          <a:bodyPr wrap="square" rtlCol="0">
            <a:spAutoFit/>
          </a:bodyPr>
          <a:lstStyle/>
          <a:p>
            <a:pPr algn="ctr"/>
            <a:r>
              <a:rPr lang="pt-BR" sz="900" dirty="0">
                <a:latin typeface="Pangolin" panose="00000500000000000000" pitchFamily="2" charset="0"/>
              </a:rPr>
              <a:t>Não deveria ser tão difícil de </a:t>
            </a:r>
            <a:br>
              <a:rPr lang="pt-BR" sz="900" dirty="0">
                <a:latin typeface="Pangolin" panose="00000500000000000000" pitchFamily="2" charset="0"/>
              </a:rPr>
            </a:br>
            <a:r>
              <a:rPr lang="pt-BR" sz="900" dirty="0">
                <a:latin typeface="Pangolin" panose="00000500000000000000" pitchFamily="2" charset="0"/>
              </a:rPr>
              <a:t>chegar em um acordo...
</a:t>
            </a:r>
            <a:endParaRPr lang="pt-BR" sz="900" dirty="0"/>
          </a:p>
        </p:txBody>
      </p:sp>
      <p:sp>
        <p:nvSpPr>
          <p:cNvPr id="8" name="TextBox 7">
            <a:extLst>
              <a:ext uri="{FF2B5EF4-FFF2-40B4-BE49-F238E27FC236}">
                <a16:creationId xmlns:a16="http://schemas.microsoft.com/office/drawing/2014/main" id="{71408090-A276-8031-F131-9F39D90A796C}"/>
              </a:ext>
            </a:extLst>
          </p:cNvPr>
          <p:cNvSpPr txBox="1"/>
          <p:nvPr/>
        </p:nvSpPr>
        <p:spPr>
          <a:xfrm>
            <a:off x="4676485" y="864545"/>
            <a:ext cx="1670340" cy="507831"/>
          </a:xfrm>
          <a:prstGeom prst="rect">
            <a:avLst/>
          </a:prstGeom>
          <a:noFill/>
        </p:spPr>
        <p:txBody>
          <a:bodyPr wrap="square" rtlCol="0">
            <a:spAutoFit/>
          </a:bodyPr>
          <a:lstStyle/>
          <a:p>
            <a:pPr algn="ctr"/>
            <a:r>
              <a:rPr lang="pt-BR" sz="900" dirty="0">
                <a:latin typeface="Pangolin" panose="00000500000000000000" pitchFamily="2" charset="0"/>
              </a:rPr>
              <a:t>Mesmo concordando com </a:t>
            </a:r>
            <a:br>
              <a:rPr lang="pt-BR" sz="900" dirty="0">
                <a:latin typeface="Pangolin" panose="00000500000000000000" pitchFamily="2" charset="0"/>
              </a:rPr>
            </a:br>
            <a:r>
              <a:rPr lang="pt-BR" sz="900" dirty="0">
                <a:latin typeface="Pangolin" panose="00000500000000000000" pitchFamily="2" charset="0"/>
              </a:rPr>
              <a:t>cor, ainda podemos ordená-las </a:t>
            </a:r>
            <a:br>
              <a:rPr lang="pt-BR" sz="900" dirty="0">
                <a:latin typeface="Pangolin" panose="00000500000000000000" pitchFamily="2" charset="0"/>
              </a:rPr>
            </a:br>
            <a:r>
              <a:rPr lang="pt-BR" sz="900" dirty="0">
                <a:latin typeface="Pangolin" panose="00000500000000000000" pitchFamily="2" charset="0"/>
              </a:rPr>
              <a:t>de forma diferente?</a:t>
            </a:r>
            <a:endParaRPr lang="pt-BR" sz="900" dirty="0"/>
          </a:p>
        </p:txBody>
      </p:sp>
      <p:sp>
        <p:nvSpPr>
          <p:cNvPr id="9" name="Title 8">
            <a:extLst>
              <a:ext uri="{FF2B5EF4-FFF2-40B4-BE49-F238E27FC236}">
                <a16:creationId xmlns:a16="http://schemas.microsoft.com/office/drawing/2014/main" id="{37A6FF85-C497-9256-235B-4A0DE02BE81F}"/>
              </a:ext>
            </a:extLst>
          </p:cNvPr>
          <p:cNvSpPr txBox="1">
            <a:spLocks noGrp="1"/>
          </p:cNvSpPr>
          <p:nvPr>
            <p:ph type="title" idx="4294967295"/>
          </p:nvPr>
        </p:nvSpPr>
        <p:spPr>
          <a:xfrm>
            <a:off x="5312760" y="1418863"/>
            <a:ext cx="134322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Acho que é por causa </a:t>
            </a:r>
            <a:b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do tipo de atributo...</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0" name="TextBox 9">
            <a:extLst>
              <a:ext uri="{FF2B5EF4-FFF2-40B4-BE49-F238E27FC236}">
                <a16:creationId xmlns:a16="http://schemas.microsoft.com/office/drawing/2014/main" id="{F5230797-C3F3-0845-6B2C-7F89A796BB81}"/>
              </a:ext>
            </a:extLst>
          </p:cNvPr>
          <p:cNvSpPr txBox="1"/>
          <p:nvPr/>
        </p:nvSpPr>
        <p:spPr>
          <a:xfrm>
            <a:off x="310588" y="3524726"/>
            <a:ext cx="2041452" cy="923330"/>
          </a:xfrm>
          <a:prstGeom prst="rect">
            <a:avLst/>
          </a:prstGeom>
          <a:noFill/>
        </p:spPr>
        <p:txBody>
          <a:bodyPr wrap="square" rtlCol="0">
            <a:spAutoFit/>
          </a:bodyPr>
          <a:lstStyle/>
          <a:p>
            <a:pPr algn="ctr"/>
            <a:r>
              <a:rPr lang="pt-BR" sz="900" dirty="0">
                <a:latin typeface="Pangolin" panose="00000500000000000000" pitchFamily="2" charset="0"/>
              </a:rPr>
              <a:t>A tonalidade da cor é um atributo </a:t>
            </a:r>
            <a:r>
              <a:rPr lang="pt-BR" sz="900" dirty="0">
                <a:highlight>
                  <a:srgbClr val="C0C0C0"/>
                </a:highlight>
                <a:latin typeface="Pangolin" panose="00000500000000000000" pitchFamily="2" charset="0"/>
              </a:rPr>
              <a:t>CATEGÓRICO</a:t>
            </a:r>
            <a:r>
              <a:rPr lang="pt-BR" sz="900" dirty="0">
                <a:latin typeface="Pangolin" panose="00000500000000000000" pitchFamily="2" charset="0"/>
              </a:rPr>
              <a:t>. Não tem uma ordem implícita – como gênero ou autor do livro. Podemos ordenar elementos por categorias, mas entre elas, não há uma ordem pré-estabelecida.</a:t>
            </a:r>
            <a:endParaRPr lang="pt-BR" sz="900" dirty="0"/>
          </a:p>
        </p:txBody>
      </p:sp>
      <p:sp>
        <p:nvSpPr>
          <p:cNvPr id="11" name="TextBox 10">
            <a:extLst>
              <a:ext uri="{FF2B5EF4-FFF2-40B4-BE49-F238E27FC236}">
                <a16:creationId xmlns:a16="http://schemas.microsoft.com/office/drawing/2014/main" id="{A5602F38-FB10-EBF4-5932-B0B6F81C25FD}"/>
              </a:ext>
            </a:extLst>
          </p:cNvPr>
          <p:cNvSpPr txBox="1"/>
          <p:nvPr/>
        </p:nvSpPr>
        <p:spPr>
          <a:xfrm>
            <a:off x="2478686" y="3594091"/>
            <a:ext cx="2027276" cy="646331"/>
          </a:xfrm>
          <a:prstGeom prst="rect">
            <a:avLst/>
          </a:prstGeom>
          <a:noFill/>
        </p:spPr>
        <p:txBody>
          <a:bodyPr wrap="square" rtlCol="0">
            <a:spAutoFit/>
          </a:bodyPr>
          <a:lstStyle/>
          <a:p>
            <a:pPr algn="ctr"/>
            <a:r>
              <a:rPr lang="pt-BR" sz="900" dirty="0">
                <a:latin typeface="Pangolin" panose="00000500000000000000" pitchFamily="2" charset="0"/>
              </a:rPr>
              <a:t>Ah, eu entendo! </a:t>
            </a:r>
            <a:br>
              <a:rPr lang="pt-BR" sz="900" dirty="0">
                <a:latin typeface="Pangolin" panose="00000500000000000000" pitchFamily="2" charset="0"/>
              </a:rPr>
            </a:br>
            <a:r>
              <a:rPr lang="pt-BR" sz="900" dirty="0">
                <a:latin typeface="Pangolin" panose="00000500000000000000" pitchFamily="2" charset="0"/>
              </a:rPr>
              <a:t>E que tal o tamanho dos livros? </a:t>
            </a:r>
            <a:br>
              <a:rPr lang="pt-BR" sz="900" dirty="0">
                <a:latin typeface="Pangolin" panose="00000500000000000000" pitchFamily="2" charset="0"/>
              </a:rPr>
            </a:br>
            <a:r>
              <a:rPr lang="pt-BR" sz="900" dirty="0">
                <a:latin typeface="Pangolin" panose="00000500000000000000" pitchFamily="2" charset="0"/>
              </a:rPr>
              <a:t>Isso é definitivamente algo com uma espécie de ordem inata, não é?</a:t>
            </a:r>
            <a:endParaRPr lang="pt-BR" sz="900" dirty="0"/>
          </a:p>
        </p:txBody>
      </p:sp>
      <p:sp>
        <p:nvSpPr>
          <p:cNvPr id="12" name="TextBox 11">
            <a:extLst>
              <a:ext uri="{FF2B5EF4-FFF2-40B4-BE49-F238E27FC236}">
                <a16:creationId xmlns:a16="http://schemas.microsoft.com/office/drawing/2014/main" id="{6277A897-0E03-3BBC-49C4-636D6DFAFEDF}"/>
              </a:ext>
            </a:extLst>
          </p:cNvPr>
          <p:cNvSpPr txBox="1"/>
          <p:nvPr/>
        </p:nvSpPr>
        <p:spPr>
          <a:xfrm>
            <a:off x="4628704" y="3591654"/>
            <a:ext cx="2055628" cy="646331"/>
          </a:xfrm>
          <a:prstGeom prst="rect">
            <a:avLst/>
          </a:prstGeom>
          <a:noFill/>
        </p:spPr>
        <p:txBody>
          <a:bodyPr wrap="square" rtlCol="0">
            <a:spAutoFit/>
          </a:bodyPr>
          <a:lstStyle/>
          <a:p>
            <a:pPr algn="ctr"/>
            <a:r>
              <a:rPr lang="pt-BR" sz="900" dirty="0">
                <a:latin typeface="Pangolin" panose="00000500000000000000" pitchFamily="2" charset="0"/>
              </a:rPr>
              <a:t>Exatamente! Atributos podem ser categóricos ou ordenados – e os atributos ordenados podem ser </a:t>
            </a:r>
            <a:r>
              <a:rPr lang="pt-BR" sz="900" dirty="0">
                <a:highlight>
                  <a:srgbClr val="C0C0C0"/>
                </a:highlight>
                <a:latin typeface="Pangolin" panose="00000500000000000000" pitchFamily="2" charset="0"/>
              </a:rPr>
              <a:t>ORDINAIS</a:t>
            </a:r>
            <a:r>
              <a:rPr lang="pt-BR" sz="900" dirty="0">
                <a:latin typeface="Pangolin" panose="00000500000000000000" pitchFamily="2" charset="0"/>
              </a:rPr>
              <a:t> ou </a:t>
            </a:r>
            <a:r>
              <a:rPr lang="pt-BR" sz="900" dirty="0">
                <a:highlight>
                  <a:srgbClr val="C0C0C0"/>
                </a:highlight>
                <a:latin typeface="Pangolin" panose="00000500000000000000" pitchFamily="2" charset="0"/>
              </a:rPr>
              <a:t>QUANTITATIVOS</a:t>
            </a:r>
            <a:r>
              <a:rPr lang="pt-BR" sz="900" dirty="0">
                <a:latin typeface="Pangolin" panose="00000500000000000000" pitchFamily="2" charset="0"/>
              </a:rPr>
              <a:t>...</a:t>
            </a:r>
            <a:endParaRPr lang="pt-BR" sz="900" dirty="0"/>
          </a:p>
        </p:txBody>
      </p:sp>
      <p:sp>
        <p:nvSpPr>
          <p:cNvPr id="13" name="TextBox 12">
            <a:extLst>
              <a:ext uri="{FF2B5EF4-FFF2-40B4-BE49-F238E27FC236}">
                <a16:creationId xmlns:a16="http://schemas.microsoft.com/office/drawing/2014/main" id="{C8327210-5CD9-5991-E5D9-B57885650E78}"/>
              </a:ext>
            </a:extLst>
          </p:cNvPr>
          <p:cNvSpPr txBox="1"/>
          <p:nvPr/>
        </p:nvSpPr>
        <p:spPr>
          <a:xfrm>
            <a:off x="276513" y="6785439"/>
            <a:ext cx="1870287" cy="784830"/>
          </a:xfrm>
          <a:prstGeom prst="rect">
            <a:avLst/>
          </a:prstGeom>
          <a:noFill/>
        </p:spPr>
        <p:txBody>
          <a:bodyPr wrap="square" rtlCol="0">
            <a:spAutoFit/>
          </a:bodyPr>
          <a:lstStyle/>
          <a:p>
            <a:pPr algn="ctr"/>
            <a:r>
              <a:rPr lang="pt-BR" sz="900" dirty="0">
                <a:latin typeface="Pangolin" panose="00000500000000000000" pitchFamily="2" charset="0"/>
              </a:rPr>
              <a:t>Se você medir os livros em centímetros, a medida é </a:t>
            </a:r>
            <a:r>
              <a:rPr lang="pt-BR" sz="900" dirty="0">
                <a:highlight>
                  <a:srgbClr val="C0C0C0"/>
                </a:highlight>
                <a:latin typeface="Pangolin" panose="00000500000000000000" pitchFamily="2" charset="0"/>
              </a:rPr>
              <a:t>QUANTITATIVA</a:t>
            </a:r>
            <a:r>
              <a:rPr lang="pt-BR" sz="900" dirty="0">
                <a:latin typeface="Pangolin" panose="00000500000000000000" pitchFamily="2" charset="0"/>
              </a:rPr>
              <a:t>, pois suporta </a:t>
            </a:r>
            <a:br>
              <a:rPr lang="pt-BR" sz="900" dirty="0">
                <a:latin typeface="Pangolin" panose="00000500000000000000" pitchFamily="2" charset="0"/>
              </a:rPr>
            </a:br>
            <a:r>
              <a:rPr lang="pt-BR" sz="900" dirty="0">
                <a:latin typeface="Pangolin" panose="00000500000000000000" pitchFamily="2" charset="0"/>
              </a:rPr>
              <a:t>comparação aritmética. 
</a:t>
            </a:r>
            <a:endParaRPr lang="pt-BR" sz="900" dirty="0"/>
          </a:p>
        </p:txBody>
      </p:sp>
      <p:sp>
        <p:nvSpPr>
          <p:cNvPr id="16" name="TextBox 15">
            <a:extLst>
              <a:ext uri="{FF2B5EF4-FFF2-40B4-BE49-F238E27FC236}">
                <a16:creationId xmlns:a16="http://schemas.microsoft.com/office/drawing/2014/main" id="{76F79781-CED0-4E77-0B47-64C78979D5D9}"/>
              </a:ext>
            </a:extLst>
          </p:cNvPr>
          <p:cNvSpPr txBox="1"/>
          <p:nvPr/>
        </p:nvSpPr>
        <p:spPr>
          <a:xfrm>
            <a:off x="789412" y="9009568"/>
            <a:ext cx="1422158" cy="646331"/>
          </a:xfrm>
          <a:prstGeom prst="rect">
            <a:avLst/>
          </a:prstGeom>
          <a:noFill/>
        </p:spPr>
        <p:txBody>
          <a:bodyPr wrap="square" rtlCol="0">
            <a:spAutoFit/>
          </a:bodyPr>
          <a:lstStyle/>
          <a:p>
            <a:pPr algn="ctr"/>
            <a:r>
              <a:rPr lang="pt-BR" sz="900" dirty="0">
                <a:latin typeface="Pangolin" panose="00000500000000000000" pitchFamily="2" charset="0"/>
              </a:rPr>
              <a:t>O mesmo vale para o</a:t>
            </a:r>
            <a:br>
              <a:rPr lang="pt-BR" sz="900" dirty="0">
                <a:latin typeface="Pangolin" panose="00000500000000000000" pitchFamily="2" charset="0"/>
              </a:rPr>
            </a:br>
            <a:r>
              <a:rPr lang="pt-BR" sz="900" dirty="0">
                <a:latin typeface="Pangolin" panose="00000500000000000000" pitchFamily="2" charset="0"/>
              </a:rPr>
              <a:t>peso em gramas, ou o</a:t>
            </a:r>
            <a:br>
              <a:rPr lang="pt-BR" sz="900" dirty="0">
                <a:latin typeface="Pangolin" panose="00000500000000000000" pitchFamily="2" charset="0"/>
              </a:rPr>
            </a:br>
            <a:r>
              <a:rPr lang="pt-BR" sz="900" dirty="0">
                <a:latin typeface="Pangolin" panose="00000500000000000000" pitchFamily="2" charset="0"/>
              </a:rPr>
              <a:t>número de páginas.
</a:t>
            </a:r>
            <a:endParaRPr lang="pt-BR" sz="900" dirty="0"/>
          </a:p>
        </p:txBody>
      </p:sp>
      <p:sp>
        <p:nvSpPr>
          <p:cNvPr id="14" name="TextBox 13">
            <a:extLst>
              <a:ext uri="{FF2B5EF4-FFF2-40B4-BE49-F238E27FC236}">
                <a16:creationId xmlns:a16="http://schemas.microsoft.com/office/drawing/2014/main" id="{0F2B1A3C-AE66-B2C0-5DE3-59DD2A393891}"/>
              </a:ext>
            </a:extLst>
          </p:cNvPr>
          <p:cNvSpPr txBox="1"/>
          <p:nvPr/>
        </p:nvSpPr>
        <p:spPr>
          <a:xfrm>
            <a:off x="2475144" y="6815965"/>
            <a:ext cx="2055628" cy="646331"/>
          </a:xfrm>
          <a:prstGeom prst="rect">
            <a:avLst/>
          </a:prstGeom>
          <a:noFill/>
        </p:spPr>
        <p:txBody>
          <a:bodyPr wrap="square" rtlCol="0">
            <a:spAutoFit/>
          </a:bodyPr>
          <a:lstStyle/>
          <a:p>
            <a:pPr algn="ctr"/>
            <a:r>
              <a:rPr lang="pt-BR" sz="900" dirty="0">
                <a:latin typeface="Pangolin" panose="00000500000000000000" pitchFamily="2" charset="0"/>
              </a:rPr>
              <a:t>Mas se eu apenas dividir os livros</a:t>
            </a:r>
            <a:br>
              <a:rPr lang="pt-BR" sz="900" dirty="0">
                <a:latin typeface="Pangolin" panose="00000500000000000000" pitchFamily="2" charset="0"/>
              </a:rPr>
            </a:br>
            <a:r>
              <a:rPr lang="pt-BR" sz="900" dirty="0">
                <a:latin typeface="Pangolin" panose="00000500000000000000" pitchFamily="2" charset="0"/>
              </a:rPr>
              <a:t>em grupos de livros pequenos,</a:t>
            </a:r>
            <a:br>
              <a:rPr lang="pt-BR" sz="900" dirty="0">
                <a:latin typeface="Pangolin" panose="00000500000000000000" pitchFamily="2" charset="0"/>
              </a:rPr>
            </a:br>
            <a:r>
              <a:rPr lang="pt-BR" sz="900" dirty="0">
                <a:latin typeface="Pangolin" panose="00000500000000000000" pitchFamily="2" charset="0"/>
              </a:rPr>
              <a:t>médios, e grandes...
</a:t>
            </a:r>
            <a:endParaRPr lang="pt-BR" sz="900" dirty="0"/>
          </a:p>
        </p:txBody>
      </p:sp>
      <p:sp>
        <p:nvSpPr>
          <p:cNvPr id="15" name="TextBox 14">
            <a:extLst>
              <a:ext uri="{FF2B5EF4-FFF2-40B4-BE49-F238E27FC236}">
                <a16:creationId xmlns:a16="http://schemas.microsoft.com/office/drawing/2014/main" id="{5F5E1EC4-C8FE-B785-52A8-2B9CEE3B218E}"/>
              </a:ext>
            </a:extLst>
          </p:cNvPr>
          <p:cNvSpPr txBox="1"/>
          <p:nvPr/>
        </p:nvSpPr>
        <p:spPr>
          <a:xfrm>
            <a:off x="4533017" y="6730908"/>
            <a:ext cx="2055628" cy="784830"/>
          </a:xfrm>
          <a:prstGeom prst="rect">
            <a:avLst/>
          </a:prstGeom>
          <a:noFill/>
        </p:spPr>
        <p:txBody>
          <a:bodyPr wrap="square" rtlCol="0">
            <a:spAutoFit/>
          </a:bodyPr>
          <a:lstStyle/>
          <a:p>
            <a:pPr algn="ctr"/>
            <a:r>
              <a:rPr lang="pt-BR" sz="900" dirty="0">
                <a:latin typeface="Pangolin" panose="00000500000000000000" pitchFamily="2" charset="0"/>
              </a:rPr>
              <a:t>... então o tamanho é um </a:t>
            </a:r>
            <a:br>
              <a:rPr lang="pt-BR" sz="900" dirty="0">
                <a:latin typeface="Pangolin" panose="00000500000000000000" pitchFamily="2" charset="0"/>
              </a:rPr>
            </a:br>
            <a:r>
              <a:rPr lang="pt-BR" sz="900" dirty="0">
                <a:latin typeface="Pangolin" panose="00000500000000000000" pitchFamily="2" charset="0"/>
              </a:rPr>
              <a:t>atributo </a:t>
            </a:r>
            <a:r>
              <a:rPr lang="pt-BR" sz="900" dirty="0">
                <a:highlight>
                  <a:srgbClr val="C0C0C0"/>
                </a:highlight>
                <a:latin typeface="Pangolin" panose="00000500000000000000" pitchFamily="2" charset="0"/>
              </a:rPr>
              <a:t>ORDINAL</a:t>
            </a:r>
            <a:r>
              <a:rPr lang="pt-BR" sz="900" dirty="0">
                <a:latin typeface="Pangolin" panose="00000500000000000000" pitchFamily="2" charset="0"/>
              </a:rPr>
              <a:t>. Não podemos </a:t>
            </a:r>
            <a:br>
              <a:rPr lang="pt-BR" sz="900" dirty="0">
                <a:latin typeface="Pangolin" panose="00000500000000000000" pitchFamily="2" charset="0"/>
              </a:rPr>
            </a:br>
            <a:r>
              <a:rPr lang="pt-BR" sz="900" dirty="0">
                <a:latin typeface="Pangolin" panose="00000500000000000000" pitchFamily="2" charset="0"/>
              </a:rPr>
              <a:t>usá-lo em cálculos, mas ainda há </a:t>
            </a:r>
            <a:br>
              <a:rPr lang="pt-BR" sz="900" dirty="0">
                <a:latin typeface="Pangolin" panose="00000500000000000000" pitchFamily="2" charset="0"/>
              </a:rPr>
            </a:br>
            <a:r>
              <a:rPr lang="pt-BR" sz="900" dirty="0">
                <a:latin typeface="Pangolin" panose="00000500000000000000" pitchFamily="2" charset="0"/>
              </a:rPr>
              <a:t>uma ordem bem definida.
</a:t>
            </a:r>
            <a:endParaRPr lang="pt-BR" sz="900" dirty="0"/>
          </a:p>
        </p:txBody>
      </p:sp>
      <p:grpSp>
        <p:nvGrpSpPr>
          <p:cNvPr id="37" name="Group 36">
            <a:extLst>
              <a:ext uri="{FF2B5EF4-FFF2-40B4-BE49-F238E27FC236}">
                <a16:creationId xmlns:a16="http://schemas.microsoft.com/office/drawing/2014/main" id="{7F59BE1D-4096-4728-D5AA-178619F1D5F9}"/>
              </a:ext>
              <a:ext uri="{C183D7F6-B498-43B3-948B-1728B52AA6E4}">
                <adec:decorative xmlns:adec="http://schemas.microsoft.com/office/drawing/2017/decorative" val="1"/>
              </a:ext>
            </a:extLst>
          </p:cNvPr>
          <p:cNvGrpSpPr/>
          <p:nvPr/>
        </p:nvGrpSpPr>
        <p:grpSpPr>
          <a:xfrm>
            <a:off x="5250199" y="131611"/>
            <a:ext cx="1305102" cy="163205"/>
            <a:chOff x="295910" y="9653937"/>
            <a:chExt cx="1305102" cy="163205"/>
          </a:xfrm>
        </p:grpSpPr>
        <p:pic>
          <p:nvPicPr>
            <p:cNvPr id="38" name="Picture 37">
              <a:extLst>
                <a:ext uri="{FF2B5EF4-FFF2-40B4-BE49-F238E27FC236}">
                  <a16:creationId xmlns:a16="http://schemas.microsoft.com/office/drawing/2014/main" id="{48CC3F58-58BD-9658-99B3-C32166988EF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9" name="Group 38">
              <a:extLst>
                <a:ext uri="{FF2B5EF4-FFF2-40B4-BE49-F238E27FC236}">
                  <a16:creationId xmlns:a16="http://schemas.microsoft.com/office/drawing/2014/main" id="{310ADFE5-9F26-5CD4-85CF-EAB4AC891E61}"/>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0" name="Picture 39">
                <a:extLst>
                  <a:ext uri="{FF2B5EF4-FFF2-40B4-BE49-F238E27FC236}">
                    <a16:creationId xmlns:a16="http://schemas.microsoft.com/office/drawing/2014/main" id="{91BC01F3-677B-38DC-BBE1-4C7F23DA7953}"/>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41" name="Picture 40">
                <a:extLst>
                  <a:ext uri="{FF2B5EF4-FFF2-40B4-BE49-F238E27FC236}">
                    <a16:creationId xmlns:a16="http://schemas.microsoft.com/office/drawing/2014/main" id="{F6918B98-9DEE-5706-7E64-D92D47ADD7E6}"/>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2" name="Picture 41">
                <a:extLst>
                  <a:ext uri="{FF2B5EF4-FFF2-40B4-BE49-F238E27FC236}">
                    <a16:creationId xmlns:a16="http://schemas.microsoft.com/office/drawing/2014/main" id="{5BDAF730-BD24-488F-FBF6-4A13F695C298}"/>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9B045A0-12D1-5F5C-2A70-734041B7F1E9}"/>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19" name="Freeform: Shape 18">
              <a:extLst>
                <a:ext uri="{FF2B5EF4-FFF2-40B4-BE49-F238E27FC236}">
                  <a16:creationId xmlns:a16="http://schemas.microsoft.com/office/drawing/2014/main" id="{511600F9-59D6-DCF4-96F6-3356C198EB56}"/>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CF8A420-298A-2674-EEBB-2C44257B2226}"/>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7319B92C-C1B3-28DD-DFE5-768F30415E13}"/>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B98E826F-5AA8-E83D-C4E6-327715AD0DB8}"/>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15F52FE-CF32-AB28-8709-0F15E6AD0D0B}"/>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F7823B7-5626-D145-58E7-1B7D2D7F15B1}"/>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792137B-9EC3-6E00-C643-C7547110C0F1}"/>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F4F2D08B-9308-BF3E-D29E-0B48EA242636}"/>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76539207-6719-F1FD-384A-4B64B0B1ADF5}"/>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A79ADC25-9271-B5A8-93C2-A60390F5E834}"/>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Tipos</a:t>
            </a:r>
            <a:r>
              <a:rPr lang="de-AT" sz="1100" dirty="0">
                <a:latin typeface="Pangolin" panose="00000500000000000000" pitchFamily="2" charset="0"/>
              </a:rPr>
              <a:t> de </a:t>
            </a:r>
            <a:r>
              <a:rPr lang="de-AT" sz="1100" dirty="0" err="1">
                <a:latin typeface="Pangolin" panose="00000500000000000000" pitchFamily="2" charset="0"/>
              </a:rPr>
              <a:t>Atributos</a:t>
            </a:r>
            <a:r>
              <a:rPr lang="de-AT" sz="1100" dirty="0">
                <a:latin typeface="Pangolin" panose="00000500000000000000" pitchFamily="2" charset="0"/>
              </a:rPr>
              <a:t> de </a:t>
            </a:r>
            <a:r>
              <a:rPr lang="de-AT" sz="1100" dirty="0" err="1">
                <a:latin typeface="Pangolin" panose="00000500000000000000" pitchFamily="2" charset="0"/>
              </a:rPr>
              <a:t>Dados</a:t>
            </a:r>
            <a:endParaRPr lang="de-AT" sz="1100" dirty="0">
              <a:latin typeface="Pangolin" panose="00000500000000000000" pitchFamily="2" charset="0"/>
            </a:endParaRPr>
          </a:p>
        </p:txBody>
      </p:sp>
      <p:sp>
        <p:nvSpPr>
          <p:cNvPr id="7" name="TextBox 6">
            <a:extLst>
              <a:ext uri="{FF2B5EF4-FFF2-40B4-BE49-F238E27FC236}">
                <a16:creationId xmlns:a16="http://schemas.microsoft.com/office/drawing/2014/main" id="{9EFE361C-2142-1F6F-B394-8EF2CADD8614}"/>
              </a:ext>
            </a:extLst>
          </p:cNvPr>
          <p:cNvSpPr txBox="1"/>
          <p:nvPr/>
        </p:nvSpPr>
        <p:spPr>
          <a:xfrm>
            <a:off x="289324" y="476927"/>
            <a:ext cx="2055628" cy="507831"/>
          </a:xfrm>
          <a:prstGeom prst="rect">
            <a:avLst/>
          </a:prstGeom>
          <a:noFill/>
        </p:spPr>
        <p:txBody>
          <a:bodyPr wrap="square" rtlCol="0">
            <a:spAutoFit/>
          </a:bodyPr>
          <a:lstStyle/>
          <a:p>
            <a:pPr algn="ctr"/>
            <a:r>
              <a:rPr lang="pt-BR" sz="900" dirty="0">
                <a:latin typeface="Pangolin" panose="00000500000000000000" pitchFamily="2" charset="0"/>
              </a:rPr>
              <a:t>Uma variável pode até ser transformada depois de coletar os dados para que tenha um outro tipo.</a:t>
            </a:r>
            <a:endParaRPr lang="pt-BR" sz="900" dirty="0"/>
          </a:p>
        </p:txBody>
      </p:sp>
      <p:sp>
        <p:nvSpPr>
          <p:cNvPr id="8" name="TextBox 7">
            <a:extLst>
              <a:ext uri="{FF2B5EF4-FFF2-40B4-BE49-F238E27FC236}">
                <a16:creationId xmlns:a16="http://schemas.microsoft.com/office/drawing/2014/main" id="{95A1C62B-A76B-05DC-4CB1-61BA87AEC175}"/>
              </a:ext>
            </a:extLst>
          </p:cNvPr>
          <p:cNvSpPr txBox="1"/>
          <p:nvPr/>
        </p:nvSpPr>
        <p:spPr>
          <a:xfrm>
            <a:off x="2473735" y="455663"/>
            <a:ext cx="2055628" cy="923330"/>
          </a:xfrm>
          <a:prstGeom prst="rect">
            <a:avLst/>
          </a:prstGeom>
          <a:noFill/>
        </p:spPr>
        <p:txBody>
          <a:bodyPr wrap="square" rtlCol="0">
            <a:spAutoFit/>
          </a:bodyPr>
          <a:lstStyle/>
          <a:p>
            <a:pPr algn="ctr"/>
            <a:r>
              <a:rPr lang="pt-BR" sz="900" dirty="0">
                <a:latin typeface="Pangolin" panose="00000500000000000000" pitchFamily="2" charset="0"/>
              </a:rPr>
              <a:t>Como medir todos os livros em </a:t>
            </a:r>
            <a:r>
              <a:rPr lang="pt-BR" sz="900" dirty="0">
                <a:solidFill>
                  <a:schemeClr val="accent4">
                    <a:lumMod val="50000"/>
                  </a:schemeClr>
                </a:solidFill>
                <a:latin typeface="Pangolin" panose="00000500000000000000" pitchFamily="2" charset="0"/>
              </a:rPr>
              <a:t>centímetros</a:t>
            </a:r>
            <a:r>
              <a:rPr lang="pt-BR" sz="900" dirty="0">
                <a:latin typeface="Pangolin" panose="00000500000000000000" pitchFamily="2" charset="0"/>
              </a:rPr>
              <a:t> e depois decidir que todo livro com menos de 18 centímetros serão registrados como "</a:t>
            </a:r>
            <a:r>
              <a:rPr lang="pt-BR" sz="900" dirty="0">
                <a:solidFill>
                  <a:srgbClr val="7030A0"/>
                </a:solidFill>
                <a:latin typeface="Pangolin" panose="00000500000000000000" pitchFamily="2" charset="0"/>
              </a:rPr>
              <a:t>pequeno</a:t>
            </a:r>
            <a:r>
              <a:rPr lang="pt-BR" sz="900" dirty="0">
                <a:latin typeface="Pangolin" panose="00000500000000000000" pitchFamily="2" charset="0"/>
              </a:rPr>
              <a:t>"? Isso seria transformar um atributo </a:t>
            </a:r>
            <a:r>
              <a:rPr lang="pt-BR" sz="900" dirty="0">
                <a:solidFill>
                  <a:schemeClr val="accent4">
                    <a:lumMod val="50000"/>
                  </a:schemeClr>
                </a:solidFill>
                <a:latin typeface="Pangolin" panose="00000500000000000000" pitchFamily="2" charset="0"/>
              </a:rPr>
              <a:t>quantitativo</a:t>
            </a:r>
            <a:r>
              <a:rPr lang="pt-BR" sz="900" dirty="0">
                <a:latin typeface="Pangolin" panose="00000500000000000000" pitchFamily="2" charset="0"/>
              </a:rPr>
              <a:t> em </a:t>
            </a:r>
            <a:r>
              <a:rPr lang="pt-BR" sz="900" dirty="0">
                <a:solidFill>
                  <a:srgbClr val="7030A0"/>
                </a:solidFill>
                <a:latin typeface="Pangolin" panose="00000500000000000000" pitchFamily="2" charset="0"/>
              </a:rPr>
              <a:t>ordinal</a:t>
            </a:r>
            <a:r>
              <a:rPr lang="pt-BR" sz="900" dirty="0">
                <a:latin typeface="Pangolin" panose="00000500000000000000" pitchFamily="2" charset="0"/>
              </a:rPr>
              <a:t>.</a:t>
            </a:r>
            <a:endParaRPr lang="pt-BR" sz="900" dirty="0"/>
          </a:p>
        </p:txBody>
      </p:sp>
      <p:sp>
        <p:nvSpPr>
          <p:cNvPr id="9" name="TextBox 8">
            <a:extLst>
              <a:ext uri="{FF2B5EF4-FFF2-40B4-BE49-F238E27FC236}">
                <a16:creationId xmlns:a16="http://schemas.microsoft.com/office/drawing/2014/main" id="{D41D60B6-C1BB-ECB9-5BC1-EC2E2234A492}"/>
              </a:ext>
            </a:extLst>
          </p:cNvPr>
          <p:cNvSpPr txBox="1"/>
          <p:nvPr/>
        </p:nvSpPr>
        <p:spPr>
          <a:xfrm>
            <a:off x="4644185" y="484015"/>
            <a:ext cx="2055628" cy="646331"/>
          </a:xfrm>
          <a:prstGeom prst="rect">
            <a:avLst/>
          </a:prstGeom>
          <a:noFill/>
        </p:spPr>
        <p:txBody>
          <a:bodyPr wrap="square" rtlCol="0">
            <a:spAutoFit/>
          </a:bodyPr>
          <a:lstStyle/>
          <a:p>
            <a:pPr algn="ctr"/>
            <a:r>
              <a:rPr lang="pt-BR" sz="900" dirty="0">
                <a:latin typeface="Pangolin" panose="00000500000000000000" pitchFamily="2" charset="0"/>
              </a:rPr>
              <a:t>Correto. Você poderia ir ainda mais longe e transformá-lo em um atributo categórico binário: por exemplo, livro de bolso ou de tamanho normal.</a:t>
            </a:r>
            <a:endParaRPr lang="pt-BR" sz="900" dirty="0"/>
          </a:p>
        </p:txBody>
      </p:sp>
      <p:sp>
        <p:nvSpPr>
          <p:cNvPr id="4" name="TextBox 3">
            <a:extLst>
              <a:ext uri="{FF2B5EF4-FFF2-40B4-BE49-F238E27FC236}">
                <a16:creationId xmlns:a16="http://schemas.microsoft.com/office/drawing/2014/main" id="{D7AECB84-A770-B3A9-A778-79F4C8A520D9}"/>
              </a:ext>
            </a:extLst>
          </p:cNvPr>
          <p:cNvSpPr txBox="1"/>
          <p:nvPr/>
        </p:nvSpPr>
        <p:spPr>
          <a:xfrm>
            <a:off x="296412" y="3633506"/>
            <a:ext cx="2055628" cy="507831"/>
          </a:xfrm>
          <a:prstGeom prst="rect">
            <a:avLst/>
          </a:prstGeom>
          <a:noFill/>
        </p:spPr>
        <p:txBody>
          <a:bodyPr wrap="square" rtlCol="0">
            <a:spAutoFit/>
          </a:bodyPr>
          <a:lstStyle/>
          <a:p>
            <a:pPr algn="ctr"/>
            <a:r>
              <a:rPr lang="pt-BR" sz="900" dirty="0">
                <a:latin typeface="Pangolin" panose="00000500000000000000" pitchFamily="2" charset="0"/>
              </a:rPr>
              <a:t>Ah, é verdade. Mas isso não significa que perderíamos a maioria </a:t>
            </a:r>
            <a:br>
              <a:rPr lang="pt-BR" sz="900" dirty="0">
                <a:latin typeface="Pangolin" panose="00000500000000000000" pitchFamily="2" charset="0"/>
              </a:rPr>
            </a:br>
            <a:r>
              <a:rPr lang="pt-BR" sz="900" dirty="0">
                <a:latin typeface="Pangolin" panose="00000500000000000000" pitchFamily="2" charset="0"/>
              </a:rPr>
              <a:t>dos detalhes dos dados coletados?</a:t>
            </a:r>
            <a:endParaRPr lang="pt-BR" sz="900" dirty="0"/>
          </a:p>
        </p:txBody>
      </p:sp>
      <p:sp>
        <p:nvSpPr>
          <p:cNvPr id="5" name="TextBox 4">
            <a:extLst>
              <a:ext uri="{FF2B5EF4-FFF2-40B4-BE49-F238E27FC236}">
                <a16:creationId xmlns:a16="http://schemas.microsoft.com/office/drawing/2014/main" id="{7C58E001-C0B6-7EC2-1BC3-1E3B34763C26}"/>
              </a:ext>
            </a:extLst>
          </p:cNvPr>
          <p:cNvSpPr txBox="1"/>
          <p:nvPr/>
        </p:nvSpPr>
        <p:spPr>
          <a:xfrm>
            <a:off x="2471598" y="3542042"/>
            <a:ext cx="2055628" cy="923330"/>
          </a:xfrm>
          <a:prstGeom prst="rect">
            <a:avLst/>
          </a:prstGeom>
          <a:noFill/>
        </p:spPr>
        <p:txBody>
          <a:bodyPr wrap="square" rtlCol="0">
            <a:spAutoFit/>
          </a:bodyPr>
          <a:lstStyle/>
          <a:p>
            <a:pPr algn="ctr"/>
            <a:r>
              <a:rPr lang="pt-BR" sz="900" dirty="0">
                <a:latin typeface="Pangolin" panose="00000500000000000000" pitchFamily="2" charset="0"/>
              </a:rPr>
              <a:t>Sim, são transformações com </a:t>
            </a:r>
            <a:br>
              <a:rPr lang="pt-BR" sz="900" dirty="0">
                <a:latin typeface="Pangolin" panose="00000500000000000000" pitchFamily="2" charset="0"/>
              </a:rPr>
            </a:br>
            <a:r>
              <a:rPr lang="pt-BR" sz="900" dirty="0">
                <a:latin typeface="Pangolin" panose="00000500000000000000" pitchFamily="2" charset="0"/>
              </a:rPr>
              <a:t>perdas de dados. Logo, se você não tem certeza de como você vai </a:t>
            </a:r>
            <a:br>
              <a:rPr lang="pt-BR" sz="900" dirty="0">
                <a:latin typeface="Pangolin" panose="00000500000000000000" pitchFamily="2" charset="0"/>
              </a:rPr>
            </a:br>
            <a:r>
              <a:rPr lang="pt-BR" sz="900" dirty="0">
                <a:latin typeface="Pangolin" panose="00000500000000000000" pitchFamily="2" charset="0"/>
              </a:rPr>
              <a:t>usar os dados, é melhor coletá-los com mais detalhes.
</a:t>
            </a:r>
            <a:endParaRPr lang="pt-BR" sz="900" dirty="0"/>
          </a:p>
        </p:txBody>
      </p:sp>
      <p:sp>
        <p:nvSpPr>
          <p:cNvPr id="6" name="TextBox 5">
            <a:extLst>
              <a:ext uri="{FF2B5EF4-FFF2-40B4-BE49-F238E27FC236}">
                <a16:creationId xmlns:a16="http://schemas.microsoft.com/office/drawing/2014/main" id="{CC7CF252-4736-8C4E-6CEF-F0C70A8080AE}"/>
              </a:ext>
            </a:extLst>
          </p:cNvPr>
          <p:cNvSpPr txBox="1"/>
          <p:nvPr/>
        </p:nvSpPr>
        <p:spPr>
          <a:xfrm>
            <a:off x="4637097" y="3487001"/>
            <a:ext cx="2055628" cy="1061829"/>
          </a:xfrm>
          <a:prstGeom prst="rect">
            <a:avLst/>
          </a:prstGeom>
          <a:noFill/>
        </p:spPr>
        <p:txBody>
          <a:bodyPr wrap="square" rtlCol="0">
            <a:spAutoFit/>
          </a:bodyPr>
          <a:lstStyle/>
          <a:p>
            <a:pPr algn="ctr"/>
            <a:r>
              <a:rPr lang="pt-BR" sz="900" dirty="0">
                <a:latin typeface="Pangolin" panose="00000500000000000000" pitchFamily="2" charset="0"/>
              </a:rPr>
              <a:t>Faz sentido. Você sempre pode transformar um valor quantitativo. Mas se você tiver apenas valores categóricos ou ordinais desde o início, não poderá alternar para valores quantitativos mais tarde.
</a:t>
            </a:r>
            <a:endParaRPr lang="pt-BR" sz="900" dirty="0"/>
          </a:p>
        </p:txBody>
      </p:sp>
      <p:sp>
        <p:nvSpPr>
          <p:cNvPr id="10" name="Title 9">
            <a:extLst>
              <a:ext uri="{FF2B5EF4-FFF2-40B4-BE49-F238E27FC236}">
                <a16:creationId xmlns:a16="http://schemas.microsoft.com/office/drawing/2014/main" id="{500A5F8D-760F-5E5E-AA2F-F8C90315C0F2}"/>
              </a:ext>
            </a:extLst>
          </p:cNvPr>
          <p:cNvSpPr txBox="1">
            <a:spLocks noGrp="1"/>
          </p:cNvSpPr>
          <p:nvPr>
            <p:ph type="title" idx="4294967295"/>
          </p:nvPr>
        </p:nvSpPr>
        <p:spPr>
          <a:xfrm>
            <a:off x="303500" y="6717821"/>
            <a:ext cx="2055628"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Ótimo, agora que nós dois sabemos</a:t>
            </a:r>
            <a:b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pt-BR" sz="900" b="0" i="1" u="none" strike="noStrike" kern="1200" cap="none" spc="0" normalizeH="0" baseline="0" noProof="0" dirty="0">
                <a:ln>
                  <a:noFill/>
                </a:ln>
                <a:solidFill>
                  <a:schemeClr val="tx1"/>
                </a:solidFill>
                <a:effectLst/>
                <a:uLnTx/>
                <a:uFillTx/>
                <a:latin typeface="Pangolin" panose="00000500000000000000" pitchFamily="2" charset="0"/>
                <a:ea typeface="+mn-ea"/>
                <a:cs typeface="+mn-cs"/>
              </a:rPr>
              <a:t>tudo</a:t>
            </a: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sobre atributos de dados e</a:t>
            </a:r>
            <a:b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tipos de atributos, podemos tomar uma decisão informada!</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FD704F59-0A7F-4281-11A1-F87FDEB2618D}"/>
              </a:ext>
            </a:extLst>
          </p:cNvPr>
          <p:cNvSpPr txBox="1"/>
          <p:nvPr/>
        </p:nvSpPr>
        <p:spPr>
          <a:xfrm>
            <a:off x="2450333" y="6715228"/>
            <a:ext cx="2055628" cy="507831"/>
          </a:xfrm>
          <a:prstGeom prst="rect">
            <a:avLst/>
          </a:prstGeom>
          <a:noFill/>
        </p:spPr>
        <p:txBody>
          <a:bodyPr wrap="square" rtlCol="0">
            <a:spAutoFit/>
          </a:bodyPr>
          <a:lstStyle/>
          <a:p>
            <a:pPr algn="ctr"/>
            <a:r>
              <a:rPr lang="pt-BR" sz="900" dirty="0">
                <a:latin typeface="Pangolin" panose="00000500000000000000" pitchFamily="2" charset="0"/>
              </a:rPr>
              <a:t>Claro. Falando em atributo... eu vou </a:t>
            </a:r>
            <a:r>
              <a:rPr lang="pt-BR" sz="900" b="1" i="1" dirty="0">
                <a:latin typeface="Pangolin" panose="00000500000000000000" pitchFamily="2" charset="0"/>
              </a:rPr>
              <a:t>atribuir</a:t>
            </a:r>
            <a:r>
              <a:rPr lang="pt-BR" sz="900" dirty="0">
                <a:latin typeface="Pangolin" panose="00000500000000000000" pitchFamily="2" charset="0"/>
              </a:rPr>
              <a:t> essa tarefa a você e ir pegar um lanche. Me avisa quando tiver acabado.</a:t>
            </a:r>
            <a:endParaRPr lang="pt-BR" sz="900" dirty="0"/>
          </a:p>
        </p:txBody>
      </p:sp>
      <p:sp>
        <p:nvSpPr>
          <p:cNvPr id="22" name="Rectangle 21">
            <a:extLst>
              <a:ext uri="{FF2B5EF4-FFF2-40B4-BE49-F238E27FC236}">
                <a16:creationId xmlns:a16="http://schemas.microsoft.com/office/drawing/2014/main" id="{CB7901C0-4218-8AEC-F845-02FADD72E2FD}"/>
              </a:ext>
            </a:extLst>
          </p:cNvPr>
          <p:cNvSpPr/>
          <p:nvPr/>
        </p:nvSpPr>
        <p:spPr>
          <a:xfrm>
            <a:off x="3906968" y="9291640"/>
            <a:ext cx="584704" cy="2591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latin typeface="Momopresentation Updated 2" panose="02000503000000000000" pitchFamily="2" charset="0"/>
              </a:rPr>
              <a:t>FIM</a:t>
            </a:r>
            <a:endParaRPr lang="pt-BR" dirty="0">
              <a:solidFill>
                <a:schemeClr val="tx1"/>
              </a:solidFill>
              <a:latin typeface="Momopresentation Updated 2" panose="02000503000000000000" pitchFamily="2" charset="0"/>
            </a:endParaRPr>
          </a:p>
        </p:txBody>
      </p:sp>
      <p:sp>
        <p:nvSpPr>
          <p:cNvPr id="12" name="TextBox 11">
            <a:extLst>
              <a:ext uri="{FF2B5EF4-FFF2-40B4-BE49-F238E27FC236}">
                <a16:creationId xmlns:a16="http://schemas.microsoft.com/office/drawing/2014/main" id="{171738F2-D8D5-A79C-CD96-DD9FCC733297}"/>
              </a:ext>
            </a:extLst>
          </p:cNvPr>
          <p:cNvSpPr txBox="1"/>
          <p:nvPr/>
        </p:nvSpPr>
        <p:spPr>
          <a:xfrm>
            <a:off x="4630009" y="8829070"/>
            <a:ext cx="2055628" cy="784830"/>
          </a:xfrm>
          <a:prstGeom prst="rect">
            <a:avLst/>
          </a:prstGeom>
          <a:noFill/>
        </p:spPr>
        <p:txBody>
          <a:bodyPr wrap="square" rtlCol="0">
            <a:spAutoFit/>
          </a:bodyPr>
          <a:lstStyle/>
          <a:p>
            <a:pPr algn="ctr"/>
            <a:r>
              <a:rPr lang="pt-BR" sz="900" dirty="0">
                <a:latin typeface="Pangolin" panose="00000500000000000000" pitchFamily="2" charset="0"/>
              </a:rPr>
              <a:t>Agora que já falamos sobre atributos de dados e seus tipos, vire a página e veja se consegue aplicar o conhecimento em alguns exercícios!
</a:t>
            </a:r>
            <a:endParaRPr lang="pt-BR" sz="900" dirty="0"/>
          </a:p>
        </p:txBody>
      </p:sp>
      <p:grpSp>
        <p:nvGrpSpPr>
          <p:cNvPr id="30" name="Group 29">
            <a:extLst>
              <a:ext uri="{FF2B5EF4-FFF2-40B4-BE49-F238E27FC236}">
                <a16:creationId xmlns:a16="http://schemas.microsoft.com/office/drawing/2014/main" id="{0B49C3E0-DC46-8B7B-E6E0-09EE7D763275}"/>
              </a:ext>
              <a:ext uri="{C183D7F6-B498-43B3-948B-1728B52AA6E4}">
                <adec:decorative xmlns:adec="http://schemas.microsoft.com/office/drawing/2017/decorative" val="1"/>
              </a:ext>
            </a:extLst>
          </p:cNvPr>
          <p:cNvGrpSpPr/>
          <p:nvPr/>
        </p:nvGrpSpPr>
        <p:grpSpPr>
          <a:xfrm>
            <a:off x="5250199" y="131611"/>
            <a:ext cx="1305102" cy="163205"/>
            <a:chOff x="295910" y="9653937"/>
            <a:chExt cx="1305102" cy="163205"/>
          </a:xfrm>
        </p:grpSpPr>
        <p:pic>
          <p:nvPicPr>
            <p:cNvPr id="31" name="Picture 30">
              <a:extLst>
                <a:ext uri="{FF2B5EF4-FFF2-40B4-BE49-F238E27FC236}">
                  <a16:creationId xmlns:a16="http://schemas.microsoft.com/office/drawing/2014/main" id="{291E83DF-46FF-8261-2543-B28470A0EC41}"/>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2" name="Group 31">
              <a:extLst>
                <a:ext uri="{FF2B5EF4-FFF2-40B4-BE49-F238E27FC236}">
                  <a16:creationId xmlns:a16="http://schemas.microsoft.com/office/drawing/2014/main" id="{D55ED198-79FB-A385-E407-A5DCEA3F0F53}"/>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3" name="Picture 32">
                <a:extLst>
                  <a:ext uri="{FF2B5EF4-FFF2-40B4-BE49-F238E27FC236}">
                    <a16:creationId xmlns:a16="http://schemas.microsoft.com/office/drawing/2014/main" id="{58C91EDD-3546-B65A-5FE6-3FA6B4417999}"/>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4" name="Picture 33">
                <a:extLst>
                  <a:ext uri="{FF2B5EF4-FFF2-40B4-BE49-F238E27FC236}">
                    <a16:creationId xmlns:a16="http://schemas.microsoft.com/office/drawing/2014/main" id="{EA02A82F-205E-1BAC-91D1-1704C5354C68}"/>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5" name="Picture 34">
                <a:extLst>
                  <a:ext uri="{FF2B5EF4-FFF2-40B4-BE49-F238E27FC236}">
                    <a16:creationId xmlns:a16="http://schemas.microsoft.com/office/drawing/2014/main" id="{83DE2A19-0E21-9675-1BED-B46AB3D25F80}"/>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2"/>
            <a:ext cx="7003099" cy="9905998"/>
          </a:xfrm>
          <a:prstGeom prst="rect">
            <a:avLst/>
          </a:prstGeom>
        </p:spPr>
      </p:pic>
      <p:grpSp>
        <p:nvGrpSpPr>
          <p:cNvPr id="34" name="Group 33">
            <a:extLst>
              <a:ext uri="{FF2B5EF4-FFF2-40B4-BE49-F238E27FC236}">
                <a16:creationId xmlns:a16="http://schemas.microsoft.com/office/drawing/2014/main" id="{BDFC6089-C326-97F3-85F8-702C133B61F8}"/>
              </a:ext>
              <a:ext uri="{C183D7F6-B498-43B3-948B-1728B52AA6E4}">
                <adec:decorative xmlns:adec="http://schemas.microsoft.com/office/drawing/2017/decorative" val="1"/>
              </a:ext>
            </a:extLst>
          </p:cNvPr>
          <p:cNvGrpSpPr/>
          <p:nvPr/>
        </p:nvGrpSpPr>
        <p:grpSpPr>
          <a:xfrm>
            <a:off x="2386013" y="1732606"/>
            <a:ext cx="4020488" cy="1365265"/>
            <a:chOff x="2386013" y="1709738"/>
            <a:chExt cx="4020488" cy="1365265"/>
          </a:xfrm>
        </p:grpSpPr>
        <p:sp>
          <p:nvSpPr>
            <p:cNvPr id="28" name="Freeform: Shape 27">
              <a:extLst>
                <a:ext uri="{FF2B5EF4-FFF2-40B4-BE49-F238E27FC236}">
                  <a16:creationId xmlns:a16="http://schemas.microsoft.com/office/drawing/2014/main" id="{9BA6A248-E8B5-4B4A-260B-9D2A852A7EC1}"/>
                </a:ext>
                <a:ext uri="{C183D7F6-B498-43B3-948B-1728B52AA6E4}">
                  <adec:decorative xmlns:adec="http://schemas.microsoft.com/office/drawing/2017/decorative" val="1"/>
                </a:ext>
              </a:extLst>
            </p:cNvPr>
            <p:cNvSpPr/>
            <p:nvPr/>
          </p:nvSpPr>
          <p:spPr>
            <a:xfrm>
              <a:off x="4522924" y="1709738"/>
              <a:ext cx="672964" cy="215217"/>
            </a:xfrm>
            <a:custGeom>
              <a:avLst/>
              <a:gdLst>
                <a:gd name="connsiteX0" fmla="*/ 6214 w 672964"/>
                <a:gd name="connsiteY0" fmla="*/ 95250 h 215217"/>
                <a:gd name="connsiteX1" fmla="*/ 125276 w 672964"/>
                <a:gd name="connsiteY1" fmla="*/ 42862 h 215217"/>
                <a:gd name="connsiteX2" fmla="*/ 191951 w 672964"/>
                <a:gd name="connsiteY2" fmla="*/ 23812 h 215217"/>
                <a:gd name="connsiteX3" fmla="*/ 225289 w 672964"/>
                <a:gd name="connsiteY3" fmla="*/ 14287 h 215217"/>
                <a:gd name="connsiteX4" fmla="*/ 311014 w 672964"/>
                <a:gd name="connsiteY4" fmla="*/ 4762 h 215217"/>
                <a:gd name="connsiteX5" fmla="*/ 487226 w 672964"/>
                <a:gd name="connsiteY5" fmla="*/ 0 h 215217"/>
                <a:gd name="connsiteX6" fmla="*/ 606289 w 672964"/>
                <a:gd name="connsiteY6" fmla="*/ 19050 h 215217"/>
                <a:gd name="connsiteX7" fmla="*/ 634864 w 672964"/>
                <a:gd name="connsiteY7" fmla="*/ 42862 h 215217"/>
                <a:gd name="connsiteX8" fmla="*/ 649151 w 672964"/>
                <a:gd name="connsiteY8" fmla="*/ 52387 h 215217"/>
                <a:gd name="connsiteX9" fmla="*/ 653914 w 672964"/>
                <a:gd name="connsiteY9" fmla="*/ 66675 h 215217"/>
                <a:gd name="connsiteX10" fmla="*/ 672964 w 672964"/>
                <a:gd name="connsiteY10" fmla="*/ 100012 h 215217"/>
                <a:gd name="connsiteX11" fmla="*/ 668201 w 672964"/>
                <a:gd name="connsiteY11" fmla="*/ 142875 h 215217"/>
                <a:gd name="connsiteX12" fmla="*/ 644389 w 672964"/>
                <a:gd name="connsiteY12" fmla="*/ 157162 h 215217"/>
                <a:gd name="connsiteX13" fmla="*/ 491989 w 672964"/>
                <a:gd name="connsiteY13" fmla="*/ 180975 h 215217"/>
                <a:gd name="connsiteX14" fmla="*/ 463414 w 672964"/>
                <a:gd name="connsiteY14" fmla="*/ 185737 h 215217"/>
                <a:gd name="connsiteX15" fmla="*/ 444364 w 672964"/>
                <a:gd name="connsiteY15" fmla="*/ 190500 h 215217"/>
                <a:gd name="connsiteX16" fmla="*/ 396739 w 672964"/>
                <a:gd name="connsiteY16" fmla="*/ 195262 h 215217"/>
                <a:gd name="connsiteX17" fmla="*/ 368164 w 672964"/>
                <a:gd name="connsiteY17" fmla="*/ 200025 h 215217"/>
                <a:gd name="connsiteX18" fmla="*/ 39551 w 672964"/>
                <a:gd name="connsiteY18" fmla="*/ 180975 h 215217"/>
                <a:gd name="connsiteX19" fmla="*/ 25264 w 672964"/>
                <a:gd name="connsiteY19" fmla="*/ 171450 h 215217"/>
                <a:gd name="connsiteX20" fmla="*/ 20501 w 672964"/>
                <a:gd name="connsiteY20" fmla="*/ 147637 h 215217"/>
                <a:gd name="connsiteX21" fmla="*/ 15739 w 672964"/>
                <a:gd name="connsiteY21" fmla="*/ 128587 h 215217"/>
                <a:gd name="connsiteX22" fmla="*/ 6214 w 672964"/>
                <a:gd name="connsiteY22" fmla="*/ 95250 h 215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72964" h="215217">
                  <a:moveTo>
                    <a:pt x="6214" y="95250"/>
                  </a:moveTo>
                  <a:cubicBezTo>
                    <a:pt x="24470" y="80963"/>
                    <a:pt x="7161" y="74359"/>
                    <a:pt x="125276" y="42862"/>
                  </a:cubicBezTo>
                  <a:cubicBezTo>
                    <a:pt x="125296" y="42857"/>
                    <a:pt x="191930" y="23818"/>
                    <a:pt x="191951" y="23812"/>
                  </a:cubicBezTo>
                  <a:cubicBezTo>
                    <a:pt x="203064" y="20637"/>
                    <a:pt x="213821" y="15720"/>
                    <a:pt x="225289" y="14287"/>
                  </a:cubicBezTo>
                  <a:cubicBezTo>
                    <a:pt x="245469" y="11765"/>
                    <a:pt x="292726" y="5540"/>
                    <a:pt x="311014" y="4762"/>
                  </a:cubicBezTo>
                  <a:cubicBezTo>
                    <a:pt x="369720" y="2264"/>
                    <a:pt x="428489" y="1587"/>
                    <a:pt x="487226" y="0"/>
                  </a:cubicBezTo>
                  <a:cubicBezTo>
                    <a:pt x="503088" y="1586"/>
                    <a:pt x="576399" y="30"/>
                    <a:pt x="606289" y="19050"/>
                  </a:cubicBezTo>
                  <a:cubicBezTo>
                    <a:pt x="616749" y="25706"/>
                    <a:pt x="625077" y="35250"/>
                    <a:pt x="634864" y="42862"/>
                  </a:cubicBezTo>
                  <a:cubicBezTo>
                    <a:pt x="639382" y="46376"/>
                    <a:pt x="644389" y="49212"/>
                    <a:pt x="649151" y="52387"/>
                  </a:cubicBezTo>
                  <a:cubicBezTo>
                    <a:pt x="650739" y="57150"/>
                    <a:pt x="651423" y="62316"/>
                    <a:pt x="653914" y="66675"/>
                  </a:cubicBezTo>
                  <a:cubicBezTo>
                    <a:pt x="676981" y="107043"/>
                    <a:pt x="662043" y="67252"/>
                    <a:pt x="672964" y="100012"/>
                  </a:cubicBezTo>
                  <a:cubicBezTo>
                    <a:pt x="671376" y="114300"/>
                    <a:pt x="674630" y="130017"/>
                    <a:pt x="668201" y="142875"/>
                  </a:cubicBezTo>
                  <a:cubicBezTo>
                    <a:pt x="664061" y="151154"/>
                    <a:pt x="653075" y="153962"/>
                    <a:pt x="644389" y="157162"/>
                  </a:cubicBezTo>
                  <a:cubicBezTo>
                    <a:pt x="575096" y="182691"/>
                    <a:pt x="569963" y="176643"/>
                    <a:pt x="491989" y="180975"/>
                  </a:cubicBezTo>
                  <a:cubicBezTo>
                    <a:pt x="482464" y="182562"/>
                    <a:pt x="472883" y="183843"/>
                    <a:pt x="463414" y="185737"/>
                  </a:cubicBezTo>
                  <a:cubicBezTo>
                    <a:pt x="456996" y="187021"/>
                    <a:pt x="450844" y="189574"/>
                    <a:pt x="444364" y="190500"/>
                  </a:cubicBezTo>
                  <a:cubicBezTo>
                    <a:pt x="428570" y="192756"/>
                    <a:pt x="412570" y="193283"/>
                    <a:pt x="396739" y="195262"/>
                  </a:cubicBezTo>
                  <a:cubicBezTo>
                    <a:pt x="387157" y="196460"/>
                    <a:pt x="377689" y="198437"/>
                    <a:pt x="368164" y="200025"/>
                  </a:cubicBezTo>
                  <a:cubicBezTo>
                    <a:pt x="104115" y="195899"/>
                    <a:pt x="145942" y="247468"/>
                    <a:pt x="39551" y="180975"/>
                  </a:cubicBezTo>
                  <a:cubicBezTo>
                    <a:pt x="34697" y="177942"/>
                    <a:pt x="30026" y="174625"/>
                    <a:pt x="25264" y="171450"/>
                  </a:cubicBezTo>
                  <a:cubicBezTo>
                    <a:pt x="23676" y="163512"/>
                    <a:pt x="22257" y="155539"/>
                    <a:pt x="20501" y="147637"/>
                  </a:cubicBezTo>
                  <a:cubicBezTo>
                    <a:pt x="19081" y="141247"/>
                    <a:pt x="15739" y="135132"/>
                    <a:pt x="15739" y="128587"/>
                  </a:cubicBezTo>
                  <a:cubicBezTo>
                    <a:pt x="15739" y="120493"/>
                    <a:pt x="-12042" y="109537"/>
                    <a:pt x="6214" y="952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Rectangle 29">
              <a:extLst>
                <a:ext uri="{FF2B5EF4-FFF2-40B4-BE49-F238E27FC236}">
                  <a16:creationId xmlns:a16="http://schemas.microsoft.com/office/drawing/2014/main" id="{CD27E0E9-4CE7-5251-1DF8-60182453E526}"/>
                </a:ext>
                <a:ext uri="{C183D7F6-B498-43B3-948B-1728B52AA6E4}">
                  <adec:decorative xmlns:adec="http://schemas.microsoft.com/office/drawing/2017/decorative" val="1"/>
                </a:ext>
              </a:extLst>
            </p:cNvPr>
            <p:cNvSpPr/>
            <p:nvPr/>
          </p:nvSpPr>
          <p:spPr>
            <a:xfrm>
              <a:off x="2386013" y="192495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30">
              <a:extLst>
                <a:ext uri="{FF2B5EF4-FFF2-40B4-BE49-F238E27FC236}">
                  <a16:creationId xmlns:a16="http://schemas.microsoft.com/office/drawing/2014/main" id="{C46A120D-2855-1F92-FFA7-6161343306C9}"/>
                </a:ext>
                <a:ext uri="{C183D7F6-B498-43B3-948B-1728B52AA6E4}">
                  <adec:decorative xmlns:adec="http://schemas.microsoft.com/office/drawing/2017/decorative" val="1"/>
                </a:ext>
              </a:extLst>
            </p:cNvPr>
            <p:cNvSpPr/>
            <p:nvPr/>
          </p:nvSpPr>
          <p:spPr>
            <a:xfrm>
              <a:off x="3386139" y="276746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a:extLst>
                <a:ext uri="{FF2B5EF4-FFF2-40B4-BE49-F238E27FC236}">
                  <a16:creationId xmlns:a16="http://schemas.microsoft.com/office/drawing/2014/main" id="{04412523-C0A9-C554-F3F2-5FC2C3A397A2}"/>
                </a:ext>
                <a:ext uri="{C183D7F6-B498-43B3-948B-1728B52AA6E4}">
                  <adec:decorative xmlns:adec="http://schemas.microsoft.com/office/drawing/2017/decorative" val="1"/>
                </a:ext>
              </a:extLst>
            </p:cNvPr>
            <p:cNvSpPr/>
            <p:nvPr/>
          </p:nvSpPr>
          <p:spPr>
            <a:xfrm>
              <a:off x="5096814" y="2775870"/>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9" name="Rectangle 8">
            <a:extLst>
              <a:ext uri="{FF2B5EF4-FFF2-40B4-BE49-F238E27FC236}">
                <a16:creationId xmlns:a16="http://schemas.microsoft.com/office/drawing/2014/main" id="{A004667C-57AD-E8AA-50E0-D4136BC87C1F}"/>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C43A76C5-80CF-81FF-D7B2-37F0435AC810}"/>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EE7B17-0283-EF40-CDEF-9D548944370B}"/>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ctangle 11">
            <a:extLst>
              <a:ext uri="{FF2B5EF4-FFF2-40B4-BE49-F238E27FC236}">
                <a16:creationId xmlns:a16="http://schemas.microsoft.com/office/drawing/2014/main" id="{DE46AFAF-5381-31F9-91AC-C1920C7A558F}"/>
              </a:ext>
              <a:ext uri="{C183D7F6-B498-43B3-948B-1728B52AA6E4}">
                <adec:decorative xmlns:adec="http://schemas.microsoft.com/office/drawing/2017/decorative" val="1"/>
              </a:ext>
            </a:extLst>
          </p:cNvPr>
          <p:cNvSpPr/>
          <p:nvPr/>
        </p:nvSpPr>
        <p:spPr>
          <a:xfrm>
            <a:off x="409575" y="631031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ctangle 12">
            <a:extLst>
              <a:ext uri="{FF2B5EF4-FFF2-40B4-BE49-F238E27FC236}">
                <a16:creationId xmlns:a16="http://schemas.microsoft.com/office/drawing/2014/main" id="{FB16B77F-2171-3DDF-5DAF-BA0D8718F0B2}"/>
              </a:ext>
              <a:ext uri="{C183D7F6-B498-43B3-948B-1728B52AA6E4}">
                <adec:decorative xmlns:adec="http://schemas.microsoft.com/office/drawing/2017/decorative" val="1"/>
              </a:ext>
            </a:extLst>
          </p:cNvPr>
          <p:cNvSpPr/>
          <p:nvPr/>
        </p:nvSpPr>
        <p:spPr>
          <a:xfrm>
            <a:off x="409575" y="942689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ctangle 14">
            <a:extLst>
              <a:ext uri="{FF2B5EF4-FFF2-40B4-BE49-F238E27FC236}">
                <a16:creationId xmlns:a16="http://schemas.microsoft.com/office/drawing/2014/main" id="{24B175C9-D9ED-EFB5-A931-0C9A53E8663D}"/>
              </a:ext>
              <a:ext uri="{C183D7F6-B498-43B3-948B-1728B52AA6E4}">
                <adec:decorative xmlns:adec="http://schemas.microsoft.com/office/drawing/2017/decorative" val="1"/>
              </a:ext>
            </a:extLst>
          </p:cNvPr>
          <p:cNvSpPr/>
          <p:nvPr/>
        </p:nvSpPr>
        <p:spPr>
          <a:xfrm>
            <a:off x="57722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Título</a:t>
            </a:r>
            <a:endParaRPr lang="pt-BR" sz="900" b="1" dirty="0">
              <a:solidFill>
                <a:schemeClr val="tx1"/>
              </a:solidFill>
              <a:latin typeface="Pangolin" panose="00000500000000000000" pitchFamily="2" charset="0"/>
            </a:endParaRPr>
          </a:p>
        </p:txBody>
      </p:sp>
      <p:sp>
        <p:nvSpPr>
          <p:cNvPr id="16" name="Rectangle 15">
            <a:extLst>
              <a:ext uri="{FF2B5EF4-FFF2-40B4-BE49-F238E27FC236}">
                <a16:creationId xmlns:a16="http://schemas.microsoft.com/office/drawing/2014/main" id="{77AA2A8B-1D2B-BEC4-4EC3-05E6FC6A6B39}"/>
              </a:ext>
              <a:ext uri="{C183D7F6-B498-43B3-948B-1728B52AA6E4}">
                <adec:decorative xmlns:adec="http://schemas.microsoft.com/office/drawing/2017/decorative" val="1"/>
              </a:ext>
            </a:extLst>
          </p:cNvPr>
          <p:cNvSpPr/>
          <p:nvPr/>
        </p:nvSpPr>
        <p:spPr>
          <a:xfrm>
            <a:off x="1397000"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Diretor</a:t>
            </a:r>
            <a:endParaRPr lang="pt-BR" sz="900" b="1" dirty="0">
              <a:solidFill>
                <a:schemeClr val="tx1"/>
              </a:solidFill>
              <a:latin typeface="Pangolin" panose="00000500000000000000" pitchFamily="2" charset="0"/>
            </a:endParaRPr>
          </a:p>
        </p:txBody>
      </p:sp>
      <p:sp>
        <p:nvSpPr>
          <p:cNvPr id="17" name="Rectangle 16">
            <a:extLst>
              <a:ext uri="{FF2B5EF4-FFF2-40B4-BE49-F238E27FC236}">
                <a16:creationId xmlns:a16="http://schemas.microsoft.com/office/drawing/2014/main" id="{3B66D02F-8E89-01A1-7DC1-DA481C4EA8EB}"/>
              </a:ext>
              <a:ext uri="{C183D7F6-B498-43B3-948B-1728B52AA6E4}">
                <adec:decorative xmlns:adec="http://schemas.microsoft.com/office/drawing/2017/decorative" val="1"/>
              </a:ext>
            </a:extLst>
          </p:cNvPr>
          <p:cNvSpPr/>
          <p:nvPr/>
        </p:nvSpPr>
        <p:spPr>
          <a:xfrm>
            <a:off x="2238382"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Ator</a:t>
            </a:r>
            <a:endParaRPr lang="pt-BR" sz="900" b="1" dirty="0">
              <a:solidFill>
                <a:schemeClr val="tx1"/>
              </a:solidFill>
              <a:latin typeface="Pangolin" panose="00000500000000000000" pitchFamily="2" charset="0"/>
            </a:endParaRPr>
          </a:p>
        </p:txBody>
      </p:sp>
      <p:sp>
        <p:nvSpPr>
          <p:cNvPr id="18" name="Rectangle 17">
            <a:extLst>
              <a:ext uri="{FF2B5EF4-FFF2-40B4-BE49-F238E27FC236}">
                <a16:creationId xmlns:a16="http://schemas.microsoft.com/office/drawing/2014/main" id="{A2466F00-5BDE-8328-123F-ED67DEF93731}"/>
              </a:ext>
              <a:ext uri="{C183D7F6-B498-43B3-948B-1728B52AA6E4}">
                <adec:decorative xmlns:adec="http://schemas.microsoft.com/office/drawing/2017/decorative" val="1"/>
              </a:ext>
            </a:extLst>
          </p:cNvPr>
          <p:cNvSpPr/>
          <p:nvPr/>
        </p:nvSpPr>
        <p:spPr>
          <a:xfrm>
            <a:off x="308451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Duração</a:t>
            </a:r>
            <a:endParaRPr lang="pt-BR" sz="900" b="1" dirty="0">
              <a:solidFill>
                <a:schemeClr val="tx1"/>
              </a:solidFill>
              <a:latin typeface="Pangolin" panose="00000500000000000000" pitchFamily="2" charset="0"/>
            </a:endParaRPr>
          </a:p>
        </p:txBody>
      </p:sp>
      <p:sp>
        <p:nvSpPr>
          <p:cNvPr id="19" name="Rectangle 18">
            <a:extLst>
              <a:ext uri="{FF2B5EF4-FFF2-40B4-BE49-F238E27FC236}">
                <a16:creationId xmlns:a16="http://schemas.microsoft.com/office/drawing/2014/main" id="{E4A2AC58-81CE-EF2A-F2FD-6DCF369599C6}"/>
              </a:ext>
              <a:ext uri="{C183D7F6-B498-43B3-948B-1728B52AA6E4}">
                <adec:decorative xmlns:adec="http://schemas.microsoft.com/office/drawing/2017/decorative" val="1"/>
              </a:ext>
            </a:extLst>
          </p:cNvPr>
          <p:cNvSpPr/>
          <p:nvPr/>
        </p:nvSpPr>
        <p:spPr>
          <a:xfrm>
            <a:off x="3931285"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a:solidFill>
                  <a:schemeClr val="tx1"/>
                </a:solidFill>
                <a:latin typeface="Pangolin" panose="00000500000000000000" pitchFamily="2" charset="0"/>
              </a:rPr>
              <a:t>Ano</a:t>
            </a:r>
            <a:endParaRPr lang="pt-BR" sz="900" b="1" dirty="0">
              <a:solidFill>
                <a:schemeClr val="tx1"/>
              </a:solidFill>
              <a:latin typeface="Pangolin" panose="00000500000000000000" pitchFamily="2" charset="0"/>
            </a:endParaRPr>
          </a:p>
        </p:txBody>
      </p:sp>
      <p:sp>
        <p:nvSpPr>
          <p:cNvPr id="21" name="Rectangle 20">
            <a:extLst>
              <a:ext uri="{FF2B5EF4-FFF2-40B4-BE49-F238E27FC236}">
                <a16:creationId xmlns:a16="http://schemas.microsoft.com/office/drawing/2014/main" id="{6EF71874-9CF6-EBC9-D21F-7D0810051041}"/>
              </a:ext>
              <a:ext uri="{C183D7F6-B498-43B3-948B-1728B52AA6E4}">
                <adec:decorative xmlns:adec="http://schemas.microsoft.com/office/drawing/2017/decorative" val="1"/>
              </a:ext>
            </a:extLst>
          </p:cNvPr>
          <p:cNvSpPr/>
          <p:nvPr/>
        </p:nvSpPr>
        <p:spPr>
          <a:xfrm>
            <a:off x="5639604"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Gênero</a:t>
            </a:r>
            <a:endParaRPr lang="pt-BR" sz="900" b="1" dirty="0">
              <a:solidFill>
                <a:schemeClr val="tx1"/>
              </a:solidFill>
              <a:latin typeface="Pangolin" panose="00000500000000000000" pitchFamily="2" charset="0"/>
            </a:endParaRPr>
          </a:p>
        </p:txBody>
      </p:sp>
      <p:sp>
        <p:nvSpPr>
          <p:cNvPr id="20" name="Rectangle 19">
            <a:extLst>
              <a:ext uri="{FF2B5EF4-FFF2-40B4-BE49-F238E27FC236}">
                <a16:creationId xmlns:a16="http://schemas.microsoft.com/office/drawing/2014/main" id="{226E995C-1673-332F-C0DA-4A8D14D7594A}"/>
              </a:ext>
              <a:ext uri="{C183D7F6-B498-43B3-948B-1728B52AA6E4}">
                <adec:decorative xmlns:adec="http://schemas.microsoft.com/office/drawing/2017/decorative" val="1"/>
              </a:ext>
            </a:extLst>
          </p:cNvPr>
          <p:cNvSpPr/>
          <p:nvPr/>
        </p:nvSpPr>
        <p:spPr>
          <a:xfrm>
            <a:off x="4721430" y="7259461"/>
            <a:ext cx="828707"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Popularidade</a:t>
            </a:r>
            <a:endParaRPr lang="pt-BR" sz="900" b="1" dirty="0">
              <a:solidFill>
                <a:schemeClr val="tx1"/>
              </a:solidFill>
              <a:latin typeface="Pangolin" panose="00000500000000000000" pitchFamily="2" charset="0"/>
            </a:endParaRPr>
          </a:p>
        </p:txBody>
      </p:sp>
      <p:sp>
        <p:nvSpPr>
          <p:cNvPr id="23" name="Freeform: Shape 22">
            <a:extLst>
              <a:ext uri="{FF2B5EF4-FFF2-40B4-BE49-F238E27FC236}">
                <a16:creationId xmlns:a16="http://schemas.microsoft.com/office/drawing/2014/main" id="{CAFE7B4F-8988-89FB-60FD-68C08A5E64FC}"/>
              </a:ext>
              <a:ext uri="{C183D7F6-B498-43B3-948B-1728B52AA6E4}">
                <adec:decorative xmlns:adec="http://schemas.microsoft.com/office/drawing/2017/decorative" val="1"/>
              </a:ext>
            </a:extLst>
          </p:cNvPr>
          <p:cNvSpPr/>
          <p:nvPr/>
        </p:nvSpPr>
        <p:spPr>
          <a:xfrm>
            <a:off x="3033719" y="720409"/>
            <a:ext cx="1402801" cy="457803"/>
          </a:xfrm>
          <a:custGeom>
            <a:avLst/>
            <a:gdLst>
              <a:gd name="connsiteX0" fmla="*/ 37279 w 1402801"/>
              <a:gd name="connsiteY0" fmla="*/ 457200 h 457803"/>
              <a:gd name="connsiteX1" fmla="*/ 113479 w 1402801"/>
              <a:gd name="connsiteY1" fmla="*/ 450850 h 457803"/>
              <a:gd name="connsiteX2" fmla="*/ 138879 w 1402801"/>
              <a:gd name="connsiteY2" fmla="*/ 438150 h 457803"/>
              <a:gd name="connsiteX3" fmla="*/ 253179 w 1402801"/>
              <a:gd name="connsiteY3" fmla="*/ 431800 h 457803"/>
              <a:gd name="connsiteX4" fmla="*/ 303979 w 1402801"/>
              <a:gd name="connsiteY4" fmla="*/ 419100 h 457803"/>
              <a:gd name="connsiteX5" fmla="*/ 373829 w 1402801"/>
              <a:gd name="connsiteY5" fmla="*/ 412750 h 457803"/>
              <a:gd name="connsiteX6" fmla="*/ 488129 w 1402801"/>
              <a:gd name="connsiteY6" fmla="*/ 400050 h 457803"/>
              <a:gd name="connsiteX7" fmla="*/ 551629 w 1402801"/>
              <a:gd name="connsiteY7" fmla="*/ 387350 h 457803"/>
              <a:gd name="connsiteX8" fmla="*/ 672279 w 1402801"/>
              <a:gd name="connsiteY8" fmla="*/ 381000 h 457803"/>
              <a:gd name="connsiteX9" fmla="*/ 875479 w 1402801"/>
              <a:gd name="connsiteY9" fmla="*/ 381000 h 457803"/>
              <a:gd name="connsiteX10" fmla="*/ 938979 w 1402801"/>
              <a:gd name="connsiteY10" fmla="*/ 412750 h 457803"/>
              <a:gd name="connsiteX11" fmla="*/ 964379 w 1402801"/>
              <a:gd name="connsiteY11" fmla="*/ 425450 h 457803"/>
              <a:gd name="connsiteX12" fmla="*/ 1059629 w 1402801"/>
              <a:gd name="connsiteY12" fmla="*/ 431800 h 457803"/>
              <a:gd name="connsiteX13" fmla="*/ 1110429 w 1402801"/>
              <a:gd name="connsiteY13" fmla="*/ 438150 h 457803"/>
              <a:gd name="connsiteX14" fmla="*/ 1243779 w 1402801"/>
              <a:gd name="connsiteY14" fmla="*/ 431800 h 457803"/>
              <a:gd name="connsiteX15" fmla="*/ 1294579 w 1402801"/>
              <a:gd name="connsiteY15" fmla="*/ 425450 h 457803"/>
              <a:gd name="connsiteX16" fmla="*/ 1345379 w 1402801"/>
              <a:gd name="connsiteY16" fmla="*/ 400050 h 457803"/>
              <a:gd name="connsiteX17" fmla="*/ 1377129 w 1402801"/>
              <a:gd name="connsiteY17" fmla="*/ 317500 h 457803"/>
              <a:gd name="connsiteX18" fmla="*/ 1396179 w 1402801"/>
              <a:gd name="connsiteY18" fmla="*/ 266700 h 457803"/>
              <a:gd name="connsiteX19" fmla="*/ 1402529 w 1402801"/>
              <a:gd name="connsiteY19" fmla="*/ 215900 h 457803"/>
              <a:gd name="connsiteX20" fmla="*/ 1319979 w 1402801"/>
              <a:gd name="connsiteY20" fmla="*/ 12700 h 457803"/>
              <a:gd name="connsiteX21" fmla="*/ 1231079 w 1402801"/>
              <a:gd name="connsiteY21" fmla="*/ 0 h 457803"/>
              <a:gd name="connsiteX22" fmla="*/ 926279 w 1402801"/>
              <a:gd name="connsiteY22" fmla="*/ 19050 h 457803"/>
              <a:gd name="connsiteX23" fmla="*/ 799279 w 1402801"/>
              <a:gd name="connsiteY23" fmla="*/ 44450 h 457803"/>
              <a:gd name="connsiteX24" fmla="*/ 646879 w 1402801"/>
              <a:gd name="connsiteY24" fmla="*/ 50800 h 457803"/>
              <a:gd name="connsiteX25" fmla="*/ 411929 w 1402801"/>
              <a:gd name="connsiteY25" fmla="*/ 63500 h 457803"/>
              <a:gd name="connsiteX26" fmla="*/ 170629 w 1402801"/>
              <a:gd name="connsiteY26" fmla="*/ 50800 h 457803"/>
              <a:gd name="connsiteX27" fmla="*/ 113479 w 1402801"/>
              <a:gd name="connsiteY27" fmla="*/ 44450 h 457803"/>
              <a:gd name="connsiteX28" fmla="*/ 24579 w 1402801"/>
              <a:gd name="connsiteY28" fmla="*/ 57150 h 457803"/>
              <a:gd name="connsiteX29" fmla="*/ 5529 w 1402801"/>
              <a:gd name="connsiteY29" fmla="*/ 273050 h 457803"/>
              <a:gd name="connsiteX30" fmla="*/ 18229 w 1402801"/>
              <a:gd name="connsiteY30" fmla="*/ 419100 h 457803"/>
              <a:gd name="connsiteX31" fmla="*/ 24579 w 1402801"/>
              <a:gd name="connsiteY31" fmla="*/ 438150 h 457803"/>
              <a:gd name="connsiteX32" fmla="*/ 37279 w 1402801"/>
              <a:gd name="connsiteY32" fmla="*/ 457200 h 45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402801" h="457803">
                <a:moveTo>
                  <a:pt x="37279" y="457200"/>
                </a:moveTo>
                <a:cubicBezTo>
                  <a:pt x="52096" y="459317"/>
                  <a:pt x="88428" y="455547"/>
                  <a:pt x="113479" y="450850"/>
                </a:cubicBezTo>
                <a:cubicBezTo>
                  <a:pt x="122783" y="449106"/>
                  <a:pt x="129500" y="439429"/>
                  <a:pt x="138879" y="438150"/>
                </a:cubicBezTo>
                <a:cubicBezTo>
                  <a:pt x="176688" y="432994"/>
                  <a:pt x="215079" y="433917"/>
                  <a:pt x="253179" y="431800"/>
                </a:cubicBezTo>
                <a:cubicBezTo>
                  <a:pt x="270112" y="427567"/>
                  <a:pt x="286738" y="421822"/>
                  <a:pt x="303979" y="419100"/>
                </a:cubicBezTo>
                <a:cubicBezTo>
                  <a:pt x="327072" y="415454"/>
                  <a:pt x="350574" y="415156"/>
                  <a:pt x="373829" y="412750"/>
                </a:cubicBezTo>
                <a:lnTo>
                  <a:pt x="488129" y="400050"/>
                </a:lnTo>
                <a:cubicBezTo>
                  <a:pt x="509879" y="394612"/>
                  <a:pt x="528733" y="389182"/>
                  <a:pt x="551629" y="387350"/>
                </a:cubicBezTo>
                <a:cubicBezTo>
                  <a:pt x="591773" y="384138"/>
                  <a:pt x="632062" y="383117"/>
                  <a:pt x="672279" y="381000"/>
                </a:cubicBezTo>
                <a:cubicBezTo>
                  <a:pt x="764272" y="369501"/>
                  <a:pt x="733614" y="370491"/>
                  <a:pt x="875479" y="381000"/>
                </a:cubicBezTo>
                <a:cubicBezTo>
                  <a:pt x="892423" y="382255"/>
                  <a:pt x="935362" y="410777"/>
                  <a:pt x="938979" y="412750"/>
                </a:cubicBezTo>
                <a:cubicBezTo>
                  <a:pt x="947289" y="417283"/>
                  <a:pt x="955029" y="423974"/>
                  <a:pt x="964379" y="425450"/>
                </a:cubicBezTo>
                <a:cubicBezTo>
                  <a:pt x="995810" y="430413"/>
                  <a:pt x="1027928" y="429043"/>
                  <a:pt x="1059629" y="431800"/>
                </a:cubicBezTo>
                <a:cubicBezTo>
                  <a:pt x="1076630" y="433278"/>
                  <a:pt x="1093496" y="436033"/>
                  <a:pt x="1110429" y="438150"/>
                </a:cubicBezTo>
                <a:cubicBezTo>
                  <a:pt x="1154879" y="436033"/>
                  <a:pt x="1199384" y="434862"/>
                  <a:pt x="1243779" y="431800"/>
                </a:cubicBezTo>
                <a:cubicBezTo>
                  <a:pt x="1260804" y="430626"/>
                  <a:pt x="1278291" y="430540"/>
                  <a:pt x="1294579" y="425450"/>
                </a:cubicBezTo>
                <a:cubicBezTo>
                  <a:pt x="1312649" y="419803"/>
                  <a:pt x="1345379" y="400050"/>
                  <a:pt x="1345379" y="400050"/>
                </a:cubicBezTo>
                <a:cubicBezTo>
                  <a:pt x="1355962" y="372533"/>
                  <a:pt x="1366634" y="345050"/>
                  <a:pt x="1377129" y="317500"/>
                </a:cubicBezTo>
                <a:cubicBezTo>
                  <a:pt x="1383567" y="300600"/>
                  <a:pt x="1396179" y="266700"/>
                  <a:pt x="1396179" y="266700"/>
                </a:cubicBezTo>
                <a:cubicBezTo>
                  <a:pt x="1398296" y="249767"/>
                  <a:pt x="1404122" y="232891"/>
                  <a:pt x="1402529" y="215900"/>
                </a:cubicBezTo>
                <a:cubicBezTo>
                  <a:pt x="1395011" y="135713"/>
                  <a:pt x="1404697" y="49534"/>
                  <a:pt x="1319979" y="12700"/>
                </a:cubicBezTo>
                <a:cubicBezTo>
                  <a:pt x="1292527" y="764"/>
                  <a:pt x="1260712" y="4233"/>
                  <a:pt x="1231079" y="0"/>
                </a:cubicBezTo>
                <a:cubicBezTo>
                  <a:pt x="1129479" y="6350"/>
                  <a:pt x="1027542" y="8626"/>
                  <a:pt x="926279" y="19050"/>
                </a:cubicBezTo>
                <a:cubicBezTo>
                  <a:pt x="883334" y="23471"/>
                  <a:pt x="842175" y="39575"/>
                  <a:pt x="799279" y="44450"/>
                </a:cubicBezTo>
                <a:cubicBezTo>
                  <a:pt x="748760" y="50191"/>
                  <a:pt x="697662" y="48302"/>
                  <a:pt x="646879" y="50800"/>
                </a:cubicBezTo>
                <a:lnTo>
                  <a:pt x="411929" y="63500"/>
                </a:lnTo>
                <a:lnTo>
                  <a:pt x="170629" y="50800"/>
                </a:lnTo>
                <a:cubicBezTo>
                  <a:pt x="151501" y="49579"/>
                  <a:pt x="132628" y="43617"/>
                  <a:pt x="113479" y="44450"/>
                </a:cubicBezTo>
                <a:cubicBezTo>
                  <a:pt x="83573" y="45750"/>
                  <a:pt x="54212" y="52917"/>
                  <a:pt x="24579" y="57150"/>
                </a:cubicBezTo>
                <a:cubicBezTo>
                  <a:pt x="-15542" y="137392"/>
                  <a:pt x="5529" y="86420"/>
                  <a:pt x="5529" y="273050"/>
                </a:cubicBezTo>
                <a:cubicBezTo>
                  <a:pt x="5529" y="341397"/>
                  <a:pt x="3587" y="367853"/>
                  <a:pt x="18229" y="419100"/>
                </a:cubicBezTo>
                <a:cubicBezTo>
                  <a:pt x="20068" y="425536"/>
                  <a:pt x="20866" y="432581"/>
                  <a:pt x="24579" y="438150"/>
                </a:cubicBezTo>
                <a:cubicBezTo>
                  <a:pt x="29560" y="445622"/>
                  <a:pt x="22462" y="455083"/>
                  <a:pt x="37279"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38">
            <a:extLst>
              <a:ext uri="{FF2B5EF4-FFF2-40B4-BE49-F238E27FC236}">
                <a16:creationId xmlns:a16="http://schemas.microsoft.com/office/drawing/2014/main" id="{81B42AD7-63BF-B6EF-3F66-6BD96ED1342B}"/>
              </a:ext>
              <a:ext uri="{C183D7F6-B498-43B3-948B-1728B52AA6E4}">
                <adec:decorative xmlns:adec="http://schemas.microsoft.com/office/drawing/2017/decorative" val="1"/>
              </a:ext>
            </a:extLst>
          </p:cNvPr>
          <p:cNvSpPr/>
          <p:nvPr/>
        </p:nvSpPr>
        <p:spPr>
          <a:xfrm>
            <a:off x="4780030" y="446688"/>
            <a:ext cx="663508" cy="1660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700" dirty="0" err="1">
                <a:solidFill>
                  <a:schemeClr val="tx1">
                    <a:lumMod val="50000"/>
                    <a:lumOff val="50000"/>
                  </a:schemeClr>
                </a:solidFill>
                <a:latin typeface="Pangolin" panose="00000500000000000000" pitchFamily="2" charset="0"/>
              </a:rPr>
              <a:t>Referências</a:t>
            </a:r>
            <a:r>
              <a:rPr lang="de-DE" sz="700" dirty="0">
                <a:solidFill>
                  <a:schemeClr val="tx1">
                    <a:lumMod val="50000"/>
                    <a:lumOff val="50000"/>
                  </a:schemeClr>
                </a:solidFill>
                <a:latin typeface="Pangolin" panose="00000500000000000000" pitchFamily="2" charset="0"/>
              </a:rPr>
              <a:t>:</a:t>
            </a:r>
            <a:endParaRPr lang="pt-BR" sz="700" dirty="0">
              <a:solidFill>
                <a:schemeClr val="tx1">
                  <a:lumMod val="50000"/>
                  <a:lumOff val="50000"/>
                </a:schemeClr>
              </a:solidFill>
              <a:latin typeface="Pangolin" panose="00000500000000000000" pitchFamily="2" charset="0"/>
            </a:endParaRPr>
          </a:p>
        </p:txBody>
      </p:sp>
      <p:sp>
        <p:nvSpPr>
          <p:cNvPr id="2" name="TextBox 1">
            <a:extLst>
              <a:ext uri="{FF2B5EF4-FFF2-40B4-BE49-F238E27FC236}">
                <a16:creationId xmlns:a16="http://schemas.microsoft.com/office/drawing/2014/main" id="{6E431609-A499-1367-3DD6-C76CF085DA5F}"/>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Tipos</a:t>
            </a:r>
            <a:r>
              <a:rPr lang="de-AT" sz="1100" dirty="0">
                <a:latin typeface="Pangolin" panose="00000500000000000000" pitchFamily="2" charset="0"/>
              </a:rPr>
              <a:t> de </a:t>
            </a:r>
            <a:r>
              <a:rPr lang="de-AT" sz="1100" dirty="0" err="1">
                <a:latin typeface="Pangolin" panose="00000500000000000000" pitchFamily="2" charset="0"/>
              </a:rPr>
              <a:t>Atributos</a:t>
            </a:r>
            <a:r>
              <a:rPr lang="de-AT" sz="1100" dirty="0">
                <a:latin typeface="Pangolin" panose="00000500000000000000" pitchFamily="2" charset="0"/>
              </a:rPr>
              <a:t> de </a:t>
            </a:r>
            <a:r>
              <a:rPr lang="de-AT" sz="1100" dirty="0" err="1">
                <a:latin typeface="Pangolin" panose="00000500000000000000" pitchFamily="2" charset="0"/>
              </a:rPr>
              <a:t>Dados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F2E7B421-81D7-F42B-3D99-B75FAE56AA08}"/>
              </a:ext>
            </a:extLst>
          </p:cNvPr>
          <p:cNvSpPr txBox="1"/>
          <p:nvPr/>
        </p:nvSpPr>
        <p:spPr>
          <a:xfrm>
            <a:off x="346030" y="451351"/>
            <a:ext cx="2326285" cy="784830"/>
          </a:xfrm>
          <a:prstGeom prst="rect">
            <a:avLst/>
          </a:prstGeom>
          <a:noFill/>
        </p:spPr>
        <p:txBody>
          <a:bodyPr wrap="square" rtlCol="0">
            <a:spAutoFit/>
          </a:bodyPr>
          <a:lstStyle/>
          <a:p>
            <a:pPr algn="ctr"/>
            <a:r>
              <a:rPr lang="pt-BR" sz="900" dirty="0">
                <a:latin typeface="Pangolin" panose="00000500000000000000" pitchFamily="2" charset="0"/>
              </a:rPr>
              <a:t>Lembre-se: um atributo é uma </a:t>
            </a:r>
            <a:br>
              <a:rPr lang="pt-BR" sz="900" dirty="0">
                <a:latin typeface="Pangolin" panose="00000500000000000000" pitchFamily="2" charset="0"/>
              </a:rPr>
            </a:br>
            <a:r>
              <a:rPr lang="pt-BR" sz="900" dirty="0">
                <a:latin typeface="Pangolin" panose="00000500000000000000" pitchFamily="2" charset="0"/>
              </a:rPr>
              <a:t>propriedade específica que pode ser medida, observada ou registrada. </a:t>
            </a:r>
            <a:br>
              <a:rPr lang="pt-BR" sz="900" dirty="0">
                <a:latin typeface="Pangolin" panose="00000500000000000000" pitchFamily="2" charset="0"/>
              </a:rPr>
            </a:br>
            <a:r>
              <a:rPr lang="pt-BR" sz="900" dirty="0">
                <a:latin typeface="Pangolin" panose="00000500000000000000" pitchFamily="2" charset="0"/>
              </a:rPr>
              <a:t>O gráfico ao lado fornece uma visão geral dos diferentes tipos de atributo.</a:t>
            </a:r>
            <a:endParaRPr lang="pt-BR" sz="900" dirty="0"/>
          </a:p>
        </p:txBody>
      </p:sp>
      <p:sp>
        <p:nvSpPr>
          <p:cNvPr id="24" name="Title 23">
            <a:extLst>
              <a:ext uri="{FF2B5EF4-FFF2-40B4-BE49-F238E27FC236}">
                <a16:creationId xmlns:a16="http://schemas.microsoft.com/office/drawing/2014/main" id="{149719A9-B685-4154-89CA-2080DC671E61}"/>
              </a:ext>
            </a:extLst>
          </p:cNvPr>
          <p:cNvSpPr txBox="1">
            <a:spLocks noGrp="1"/>
          </p:cNvSpPr>
          <p:nvPr>
            <p:ph type="title" idx="4294967295"/>
          </p:nvPr>
        </p:nvSpPr>
        <p:spPr>
          <a:xfrm>
            <a:off x="2990843" y="783421"/>
            <a:ext cx="1518364" cy="400110"/>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rPr>
              <a:t>ATRIBUTOS</a:t>
            </a:r>
            <a:endParaRPr kumimoji="0" lang="pt-BR"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endParaRPr>
          </a:p>
        </p:txBody>
      </p:sp>
      <p:sp>
        <p:nvSpPr>
          <p:cNvPr id="25" name="Rectangle 24" descr="Categórico">
            <a:extLst>
              <a:ext uri="{FF2B5EF4-FFF2-40B4-BE49-F238E27FC236}">
                <a16:creationId xmlns:a16="http://schemas.microsoft.com/office/drawing/2014/main" id="{56CB2B16-AE58-4FF4-5CE7-9BF9D821FC2E}"/>
              </a:ext>
            </a:extLst>
          </p:cNvPr>
          <p:cNvSpPr/>
          <p:nvPr/>
        </p:nvSpPr>
        <p:spPr>
          <a:xfrm>
            <a:off x="2386013" y="1664493"/>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CATEGÓRICO</a:t>
            </a:r>
            <a:endParaRPr lang="pt-BR" sz="1000" b="1" dirty="0">
              <a:solidFill>
                <a:schemeClr val="tx1"/>
              </a:solidFill>
              <a:latin typeface="Pangolin" panose="00000500000000000000" pitchFamily="2" charset="0"/>
            </a:endParaRPr>
          </a:p>
        </p:txBody>
      </p:sp>
      <p:sp>
        <p:nvSpPr>
          <p:cNvPr id="36" name="TextBox 35">
            <a:extLst>
              <a:ext uri="{FF2B5EF4-FFF2-40B4-BE49-F238E27FC236}">
                <a16:creationId xmlns:a16="http://schemas.microsoft.com/office/drawing/2014/main" id="{398EB901-7A68-FF87-2470-B0942DD23FD6}"/>
              </a:ext>
            </a:extLst>
          </p:cNvPr>
          <p:cNvSpPr txBox="1"/>
          <p:nvPr/>
        </p:nvSpPr>
        <p:spPr>
          <a:xfrm>
            <a:off x="2335077" y="1902360"/>
            <a:ext cx="1562000" cy="369332"/>
          </a:xfrm>
          <a:prstGeom prst="rect">
            <a:avLst/>
          </a:prstGeom>
          <a:noFill/>
        </p:spPr>
        <p:txBody>
          <a:bodyPr wrap="square" rtlCol="0">
            <a:spAutoFit/>
          </a:bodyPr>
          <a:lstStyle/>
          <a:p>
            <a:r>
              <a:rPr lang="pt-BR" sz="900" dirty="0">
                <a:latin typeface="Pangolin" panose="00000500000000000000" pitchFamily="2" charset="0"/>
              </a:rPr>
              <a:t>Ex.: cor, gênero, autor, língua</a:t>
            </a:r>
            <a:endParaRPr lang="pt-BR" sz="900" dirty="0"/>
          </a:p>
        </p:txBody>
      </p:sp>
      <p:sp>
        <p:nvSpPr>
          <p:cNvPr id="29" name="TextBox 28">
            <a:extLst>
              <a:ext uri="{FF2B5EF4-FFF2-40B4-BE49-F238E27FC236}">
                <a16:creationId xmlns:a16="http://schemas.microsoft.com/office/drawing/2014/main" id="{63493E4B-E352-BB63-D177-971913D59109}"/>
              </a:ext>
            </a:extLst>
          </p:cNvPr>
          <p:cNvSpPr txBox="1"/>
          <p:nvPr/>
        </p:nvSpPr>
        <p:spPr>
          <a:xfrm>
            <a:off x="4455333" y="1704154"/>
            <a:ext cx="881973" cy="261610"/>
          </a:xfrm>
          <a:prstGeom prst="rect">
            <a:avLst/>
          </a:prstGeom>
          <a:noFill/>
        </p:spPr>
        <p:txBody>
          <a:bodyPr wrap="none" rtlCol="0">
            <a:spAutoFit/>
          </a:bodyPr>
          <a:lstStyle/>
          <a:p>
            <a:r>
              <a:rPr lang="de-DE" sz="1100" dirty="0">
                <a:latin typeface="Pangolin" panose="00000500000000000000" pitchFamily="2" charset="0"/>
              </a:rPr>
              <a:t>ORDENADO</a:t>
            </a:r>
            <a:endParaRPr lang="pt-BR" sz="1100" dirty="0">
              <a:latin typeface="Pangolin" panose="00000500000000000000" pitchFamily="2" charset="0"/>
            </a:endParaRPr>
          </a:p>
        </p:txBody>
      </p:sp>
      <p:sp>
        <p:nvSpPr>
          <p:cNvPr id="26" name="Rectangle 25" descr="Ordinal">
            <a:extLst>
              <a:ext uri="{FF2B5EF4-FFF2-40B4-BE49-F238E27FC236}">
                <a16:creationId xmlns:a16="http://schemas.microsoft.com/office/drawing/2014/main" id="{84D5337C-25C6-1C80-1997-6948DFEB1D93}"/>
              </a:ext>
            </a:extLst>
          </p:cNvPr>
          <p:cNvSpPr/>
          <p:nvPr/>
        </p:nvSpPr>
        <p:spPr>
          <a:xfrm>
            <a:off x="3386139" y="2504792"/>
            <a:ext cx="895350"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ORDINAL</a:t>
            </a:r>
            <a:endParaRPr lang="pt-BR" sz="1000" b="1" dirty="0">
              <a:solidFill>
                <a:schemeClr val="tx1"/>
              </a:solidFill>
              <a:latin typeface="Pangolin" panose="00000500000000000000" pitchFamily="2" charset="0"/>
            </a:endParaRPr>
          </a:p>
        </p:txBody>
      </p:sp>
      <p:sp>
        <p:nvSpPr>
          <p:cNvPr id="37" name="TextBox 36">
            <a:extLst>
              <a:ext uri="{FF2B5EF4-FFF2-40B4-BE49-F238E27FC236}">
                <a16:creationId xmlns:a16="http://schemas.microsoft.com/office/drawing/2014/main" id="{E8D568F2-D52C-3C9B-64EE-F9DB4C68C2C6}"/>
              </a:ext>
            </a:extLst>
          </p:cNvPr>
          <p:cNvSpPr txBox="1"/>
          <p:nvPr/>
        </p:nvSpPr>
        <p:spPr>
          <a:xfrm>
            <a:off x="3334320" y="2737514"/>
            <a:ext cx="1562000" cy="369332"/>
          </a:xfrm>
          <a:prstGeom prst="rect">
            <a:avLst/>
          </a:prstGeom>
          <a:noFill/>
        </p:spPr>
        <p:txBody>
          <a:bodyPr wrap="square" rtlCol="0">
            <a:spAutoFit/>
          </a:bodyPr>
          <a:lstStyle/>
          <a:p>
            <a:r>
              <a:rPr lang="pt-BR" sz="900" dirty="0">
                <a:latin typeface="Pangolin" panose="00000500000000000000" pitchFamily="2" charset="0"/>
              </a:rPr>
              <a:t>Ex.: escolaridade, número </a:t>
            </a:r>
            <a:br>
              <a:rPr lang="pt-BR" sz="900" dirty="0">
                <a:latin typeface="Pangolin" panose="00000500000000000000" pitchFamily="2" charset="0"/>
              </a:rPr>
            </a:br>
            <a:r>
              <a:rPr lang="pt-BR" sz="900" dirty="0">
                <a:latin typeface="Pangolin" panose="00000500000000000000" pitchFamily="2" charset="0"/>
              </a:rPr>
              <a:t>do sapato, faixa etária...</a:t>
            </a:r>
            <a:endParaRPr lang="pt-BR" sz="900" dirty="0"/>
          </a:p>
        </p:txBody>
      </p:sp>
      <p:sp>
        <p:nvSpPr>
          <p:cNvPr id="27" name="Rectangle 26" descr="Quantitativo">
            <a:extLst>
              <a:ext uri="{FF2B5EF4-FFF2-40B4-BE49-F238E27FC236}">
                <a16:creationId xmlns:a16="http://schemas.microsoft.com/office/drawing/2014/main" id="{67BC9BCC-27DA-C360-F4A6-325002DDB47B}"/>
              </a:ext>
            </a:extLst>
          </p:cNvPr>
          <p:cNvSpPr/>
          <p:nvPr/>
        </p:nvSpPr>
        <p:spPr>
          <a:xfrm>
            <a:off x="5075556" y="2504792"/>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QUANTITATIVO</a:t>
            </a:r>
            <a:endParaRPr lang="pt-BR" sz="1000" b="1" dirty="0">
              <a:solidFill>
                <a:schemeClr val="tx1"/>
              </a:solidFill>
              <a:latin typeface="Pangolin" panose="00000500000000000000" pitchFamily="2" charset="0"/>
            </a:endParaRPr>
          </a:p>
        </p:txBody>
      </p:sp>
      <p:sp>
        <p:nvSpPr>
          <p:cNvPr id="38" name="TextBox 37">
            <a:extLst>
              <a:ext uri="{FF2B5EF4-FFF2-40B4-BE49-F238E27FC236}">
                <a16:creationId xmlns:a16="http://schemas.microsoft.com/office/drawing/2014/main" id="{475D9138-55DB-214B-ABDF-D01C1320B0AC}"/>
              </a:ext>
            </a:extLst>
          </p:cNvPr>
          <p:cNvSpPr txBox="1"/>
          <p:nvPr/>
        </p:nvSpPr>
        <p:spPr>
          <a:xfrm>
            <a:off x="5027190" y="2734488"/>
            <a:ext cx="1562000" cy="369332"/>
          </a:xfrm>
          <a:prstGeom prst="rect">
            <a:avLst/>
          </a:prstGeom>
          <a:noFill/>
        </p:spPr>
        <p:txBody>
          <a:bodyPr wrap="square" rtlCol="0">
            <a:spAutoFit/>
          </a:bodyPr>
          <a:lstStyle/>
          <a:p>
            <a:r>
              <a:rPr lang="pt-BR" sz="900" dirty="0">
                <a:latin typeface="Pangolin" panose="00000500000000000000" pitchFamily="2" charset="0"/>
              </a:rPr>
              <a:t>Ex.: centímetros, kilos,</a:t>
            </a:r>
            <a:br>
              <a:rPr lang="pt-BR" sz="900" dirty="0">
                <a:latin typeface="Pangolin" panose="00000500000000000000" pitchFamily="2" charset="0"/>
              </a:rPr>
            </a:br>
            <a:r>
              <a:rPr lang="pt-BR" sz="900" dirty="0">
                <a:latin typeface="Pangolin" panose="00000500000000000000" pitchFamily="2" charset="0"/>
              </a:rPr>
              <a:t>idade exata, temperatura...</a:t>
            </a:r>
            <a:endParaRPr lang="pt-BR" sz="900" dirty="0"/>
          </a:p>
        </p:txBody>
      </p:sp>
      <p:sp>
        <p:nvSpPr>
          <p:cNvPr id="5" name="TextBox 4">
            <a:extLst>
              <a:ext uri="{FF2B5EF4-FFF2-40B4-BE49-F238E27FC236}">
                <a16:creationId xmlns:a16="http://schemas.microsoft.com/office/drawing/2014/main" id="{1C3BEFE9-46CE-2C43-9FC5-C509B6D1BEFF}"/>
              </a:ext>
            </a:extLst>
          </p:cNvPr>
          <p:cNvSpPr txBox="1"/>
          <p:nvPr/>
        </p:nvSpPr>
        <p:spPr>
          <a:xfrm>
            <a:off x="351822" y="3645111"/>
            <a:ext cx="2511883" cy="507831"/>
          </a:xfrm>
          <a:prstGeom prst="rect">
            <a:avLst/>
          </a:prstGeom>
          <a:noFill/>
        </p:spPr>
        <p:txBody>
          <a:bodyPr wrap="square" rtlCol="0">
            <a:spAutoFit/>
          </a:bodyPr>
          <a:lstStyle/>
          <a:p>
            <a:r>
              <a:rPr lang="pt-BR" sz="900" dirty="0">
                <a:latin typeface="Pangolin" panose="00000500000000000000" pitchFamily="2" charset="0"/>
              </a:rPr>
              <a:t>            Descreva todos os diferentes atributos que você possa encontrar para essa variedade de chocolates!</a:t>
            </a:r>
            <a:endParaRPr lang="pt-BR" sz="900" dirty="0"/>
          </a:p>
        </p:txBody>
      </p:sp>
      <p:sp>
        <p:nvSpPr>
          <p:cNvPr id="11" name="TextBox 10">
            <a:extLst>
              <a:ext uri="{FF2B5EF4-FFF2-40B4-BE49-F238E27FC236}">
                <a16:creationId xmlns:a16="http://schemas.microsoft.com/office/drawing/2014/main" id="{E2CCE91F-0CA4-4C90-CC13-38DD5DC01010}"/>
              </a:ext>
            </a:extLst>
          </p:cNvPr>
          <p:cNvSpPr txBox="1"/>
          <p:nvPr/>
        </p:nvSpPr>
        <p:spPr>
          <a:xfrm rot="10800000">
            <a:off x="728663" y="6286486"/>
            <a:ext cx="5921366" cy="200055"/>
          </a:xfrm>
          <a:prstGeom prst="rect">
            <a:avLst/>
          </a:prstGeom>
          <a:noFill/>
        </p:spPr>
        <p:txBody>
          <a:bodyPr wrap="square" rtlCol="0">
            <a:spAutoFit/>
          </a:bodyPr>
          <a:lstStyle/>
          <a:p>
            <a:r>
              <a:rPr lang="de-DE" sz="700" dirty="0">
                <a:latin typeface="Pangolin" panose="00000500000000000000" pitchFamily="2" charset="0"/>
              </a:rPr>
              <a:t>E</a:t>
            </a:r>
            <a:r>
              <a:rPr lang="pt-BR" sz="700" dirty="0">
                <a:latin typeface="Pangolin" panose="00000500000000000000" pitchFamily="2" charset="0"/>
              </a:rPr>
              <a:t>xemplo: tamanho, peso, formato, cor, sabor, calorias, quantidade de nozes, tipo de embalagem, data de validade, consistência, se é um doce caseiro...</a:t>
            </a:r>
            <a:endParaRPr lang="pt-BR" sz="700" dirty="0"/>
          </a:p>
        </p:txBody>
      </p:sp>
      <p:sp>
        <p:nvSpPr>
          <p:cNvPr id="6" name="TextBox 5">
            <a:extLst>
              <a:ext uri="{FF2B5EF4-FFF2-40B4-BE49-F238E27FC236}">
                <a16:creationId xmlns:a16="http://schemas.microsoft.com/office/drawing/2014/main" id="{27FCE7B6-6B24-48C5-D50B-28A721ECF7AB}"/>
              </a:ext>
            </a:extLst>
          </p:cNvPr>
          <p:cNvSpPr txBox="1"/>
          <p:nvPr/>
        </p:nvSpPr>
        <p:spPr>
          <a:xfrm>
            <a:off x="542939" y="6660995"/>
            <a:ext cx="5147705" cy="230832"/>
          </a:xfrm>
          <a:prstGeom prst="rect">
            <a:avLst/>
          </a:prstGeom>
          <a:noFill/>
        </p:spPr>
        <p:txBody>
          <a:bodyPr wrap="square" rtlCol="0">
            <a:spAutoFit/>
          </a:bodyPr>
          <a:lstStyle/>
          <a:p>
            <a:pPr algn="ctr"/>
            <a:r>
              <a:rPr lang="pt-BR" sz="900" dirty="0">
                <a:latin typeface="Pangolin" panose="00000500000000000000" pitchFamily="2" charset="0"/>
              </a:rPr>
              <a:t>Dados são geralmente apresentados em tabelas. Tente adivinhar os tipos de atributo de cada coluna!</a:t>
            </a:r>
            <a:endParaRPr lang="pt-BR" sz="900" dirty="0"/>
          </a:p>
        </p:txBody>
      </p:sp>
      <p:sp>
        <p:nvSpPr>
          <p:cNvPr id="14" name="TextBox 13">
            <a:extLst>
              <a:ext uri="{FF2B5EF4-FFF2-40B4-BE49-F238E27FC236}">
                <a16:creationId xmlns:a16="http://schemas.microsoft.com/office/drawing/2014/main" id="{55393093-4276-FA95-3753-E80F54854E9A}"/>
              </a:ext>
            </a:extLst>
          </p:cNvPr>
          <p:cNvSpPr txBox="1"/>
          <p:nvPr/>
        </p:nvSpPr>
        <p:spPr>
          <a:xfrm rot="10800000">
            <a:off x="728663" y="9403066"/>
            <a:ext cx="5921366" cy="200055"/>
          </a:xfrm>
          <a:prstGeom prst="rect">
            <a:avLst/>
          </a:prstGeom>
          <a:noFill/>
        </p:spPr>
        <p:txBody>
          <a:bodyPr wrap="square" rtlCol="0">
            <a:spAutoFit/>
          </a:bodyPr>
          <a:lstStyle/>
          <a:p>
            <a:r>
              <a:rPr lang="de-DE" sz="700" dirty="0" err="1">
                <a:latin typeface="Pangolin" panose="00000500000000000000" pitchFamily="2" charset="0"/>
              </a:rPr>
              <a:t>Categórico</a:t>
            </a:r>
            <a:r>
              <a:rPr lang="de-DE" sz="700" dirty="0">
                <a:latin typeface="Pangolin" panose="00000500000000000000" pitchFamily="2" charset="0"/>
              </a:rPr>
              <a:t>: </a:t>
            </a:r>
            <a:r>
              <a:rPr lang="de-DE" sz="700" dirty="0" err="1">
                <a:latin typeface="Pangolin" panose="00000500000000000000" pitchFamily="2" charset="0"/>
              </a:rPr>
              <a:t>Título</a:t>
            </a:r>
            <a:r>
              <a:rPr lang="de-DE" sz="700" dirty="0">
                <a:latin typeface="Pangolin" panose="00000500000000000000" pitchFamily="2" charset="0"/>
              </a:rPr>
              <a:t>, </a:t>
            </a:r>
            <a:r>
              <a:rPr lang="de-DE" sz="700" dirty="0" err="1">
                <a:latin typeface="Pangolin" panose="00000500000000000000" pitchFamily="2" charset="0"/>
              </a:rPr>
              <a:t>Diretor</a:t>
            </a:r>
            <a:r>
              <a:rPr lang="de-DE" sz="700" dirty="0">
                <a:latin typeface="Pangolin" panose="00000500000000000000" pitchFamily="2" charset="0"/>
              </a:rPr>
              <a:t>, </a:t>
            </a:r>
            <a:r>
              <a:rPr lang="de-DE" sz="700" dirty="0" err="1">
                <a:latin typeface="Pangolin" panose="00000500000000000000" pitchFamily="2" charset="0"/>
              </a:rPr>
              <a:t>Ator</a:t>
            </a:r>
            <a:r>
              <a:rPr lang="de-DE" sz="700" dirty="0">
                <a:latin typeface="Pangolin" panose="00000500000000000000" pitchFamily="2" charset="0"/>
              </a:rPr>
              <a:t>, </a:t>
            </a:r>
            <a:r>
              <a:rPr lang="de-DE" sz="700" dirty="0" err="1">
                <a:latin typeface="Pangolin" panose="00000500000000000000" pitchFamily="2" charset="0"/>
              </a:rPr>
              <a:t>Gênero</a:t>
            </a:r>
            <a:r>
              <a:rPr lang="de-DE" sz="700" dirty="0">
                <a:latin typeface="Pangolin" panose="00000500000000000000" pitchFamily="2" charset="0"/>
              </a:rPr>
              <a:t> |  </a:t>
            </a:r>
            <a:r>
              <a:rPr lang="de-DE" sz="700" dirty="0" err="1">
                <a:latin typeface="Pangolin" panose="00000500000000000000" pitchFamily="2" charset="0"/>
              </a:rPr>
              <a:t>Quantitativo</a:t>
            </a:r>
            <a:r>
              <a:rPr lang="de-DE" sz="700" dirty="0">
                <a:latin typeface="Pangolin" panose="00000500000000000000" pitchFamily="2" charset="0"/>
              </a:rPr>
              <a:t>: </a:t>
            </a:r>
            <a:r>
              <a:rPr lang="de-DE" sz="700" dirty="0" err="1">
                <a:latin typeface="Pangolin" panose="00000500000000000000" pitchFamily="2" charset="0"/>
              </a:rPr>
              <a:t>Duração</a:t>
            </a:r>
            <a:r>
              <a:rPr lang="de-DE" sz="700" dirty="0">
                <a:latin typeface="Pangolin" panose="00000500000000000000" pitchFamily="2" charset="0"/>
              </a:rPr>
              <a:t> |  Ordinal: Ano, </a:t>
            </a:r>
            <a:r>
              <a:rPr lang="de-DE" sz="700" dirty="0" err="1">
                <a:latin typeface="Pangolin" panose="00000500000000000000" pitchFamily="2" charset="0"/>
              </a:rPr>
              <a:t>Popularidade</a:t>
            </a:r>
            <a:endParaRPr lang="pt-BR" sz="700" dirty="0"/>
          </a:p>
        </p:txBody>
      </p:sp>
      <p:grpSp>
        <p:nvGrpSpPr>
          <p:cNvPr id="42" name="Group 41">
            <a:extLst>
              <a:ext uri="{FF2B5EF4-FFF2-40B4-BE49-F238E27FC236}">
                <a16:creationId xmlns:a16="http://schemas.microsoft.com/office/drawing/2014/main" id="{83C78340-C68E-08CE-A8C4-DB66357E79BA}"/>
              </a:ext>
              <a:ext uri="{C183D7F6-B498-43B3-948B-1728B52AA6E4}">
                <adec:decorative xmlns:adec="http://schemas.microsoft.com/office/drawing/2017/decorative" val="1"/>
              </a:ext>
            </a:extLst>
          </p:cNvPr>
          <p:cNvGrpSpPr/>
          <p:nvPr/>
        </p:nvGrpSpPr>
        <p:grpSpPr>
          <a:xfrm>
            <a:off x="5250199" y="131611"/>
            <a:ext cx="1305102" cy="163205"/>
            <a:chOff x="295910" y="9653937"/>
            <a:chExt cx="1305102" cy="163205"/>
          </a:xfrm>
        </p:grpSpPr>
        <p:pic>
          <p:nvPicPr>
            <p:cNvPr id="43" name="Picture 42">
              <a:extLst>
                <a:ext uri="{FF2B5EF4-FFF2-40B4-BE49-F238E27FC236}">
                  <a16:creationId xmlns:a16="http://schemas.microsoft.com/office/drawing/2014/main" id="{5EDC6AF6-3A2A-B26F-367F-33BCD124E91A}"/>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4" name="Group 43">
              <a:extLst>
                <a:ext uri="{FF2B5EF4-FFF2-40B4-BE49-F238E27FC236}">
                  <a16:creationId xmlns:a16="http://schemas.microsoft.com/office/drawing/2014/main" id="{22987863-824F-3F02-8266-73B4D0709C5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5" name="Picture 44">
                <a:extLst>
                  <a:ext uri="{FF2B5EF4-FFF2-40B4-BE49-F238E27FC236}">
                    <a16:creationId xmlns:a16="http://schemas.microsoft.com/office/drawing/2014/main" id="{EAFDEC1A-26E1-D1EC-712F-674EDCED7A76}"/>
                  </a:ext>
                </a:extLst>
              </p:cNvPr>
              <p:cNvPicPr>
                <a:picLocks noChangeAspect="1"/>
              </p:cNvPicPr>
              <p:nvPr/>
            </p:nvPicPr>
            <p:blipFill>
              <a:blip r:embed="rId5"/>
              <a:stretch>
                <a:fillRect/>
              </a:stretch>
            </p:blipFill>
            <p:spPr>
              <a:xfrm>
                <a:off x="4063999" y="4953000"/>
                <a:ext cx="609600" cy="609600"/>
              </a:xfrm>
              <a:prstGeom prst="rect">
                <a:avLst/>
              </a:prstGeom>
            </p:spPr>
          </p:pic>
          <p:pic>
            <p:nvPicPr>
              <p:cNvPr id="46" name="Picture 45">
                <a:extLst>
                  <a:ext uri="{FF2B5EF4-FFF2-40B4-BE49-F238E27FC236}">
                    <a16:creationId xmlns:a16="http://schemas.microsoft.com/office/drawing/2014/main" id="{A5BB5E1D-874E-48C9-8887-75274FC95314}"/>
                  </a:ext>
                </a:extLst>
              </p:cNvPr>
              <p:cNvPicPr>
                <a:picLocks noChangeAspect="1"/>
              </p:cNvPicPr>
              <p:nvPr/>
            </p:nvPicPr>
            <p:blipFill>
              <a:blip r:embed="rId6"/>
              <a:stretch>
                <a:fillRect/>
              </a:stretch>
            </p:blipFill>
            <p:spPr>
              <a:xfrm>
                <a:off x="4705349" y="4953000"/>
                <a:ext cx="609600" cy="609600"/>
              </a:xfrm>
              <a:prstGeom prst="rect">
                <a:avLst/>
              </a:prstGeom>
            </p:spPr>
          </p:pic>
          <p:pic>
            <p:nvPicPr>
              <p:cNvPr id="47" name="Picture 46">
                <a:extLst>
                  <a:ext uri="{FF2B5EF4-FFF2-40B4-BE49-F238E27FC236}">
                    <a16:creationId xmlns:a16="http://schemas.microsoft.com/office/drawing/2014/main" id="{03E88D14-3FBD-E6CE-E5E4-2A114F887351}"/>
                  </a:ext>
                </a:extLst>
              </p:cNvPr>
              <p:cNvPicPr>
                <a:picLocks noChangeAspect="1"/>
              </p:cNvPicPr>
              <p:nvPr/>
            </p:nvPicPr>
            <p:blipFill>
              <a:blip r:embed="rId7"/>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3EF2828-4084-56A8-7699-2585156542A7}"/>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Fontes:</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7161044"/>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pt-BR" sz="1100" b="1" dirty="0">
                <a:solidFill>
                  <a:srgbClr val="333333"/>
                </a:solidFill>
                <a:latin typeface="Source Sans Pro" panose="020B0503030403020204" pitchFamily="34" charset="0"/>
                <a:ea typeface="+mn-ea"/>
                <a:cs typeface="+mn-cs"/>
              </a:rPr>
              <a:t>Como citar este documento:</a:t>
            </a:r>
            <a:br>
              <a:rPr lang="pt-BR" sz="1100" b="1" dirty="0">
                <a:solidFill>
                  <a:srgbClr val="333333"/>
                </a:solidFill>
                <a:latin typeface="Source Sans Pro" panose="020B0503030403020204" pitchFamily="34" charset="0"/>
                <a:ea typeface="+mn-ea"/>
                <a:cs typeface="+mn-cs"/>
              </a:rPr>
            </a:br>
            <a:br>
              <a:rPr lang="pt-BR"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Tipos de Atributos de Dados. University of Applied Sciences St. Pölten (USTP). https://www.comixplain.cc</a:t>
            </a:r>
            <a:br>
              <a:rPr lang="pt-BR" sz="1100" dirty="0">
                <a:solidFill>
                  <a:srgbClr val="333333"/>
                </a:solidFill>
                <a:latin typeface="Source Sans Pro" panose="020B0503030403020204" pitchFamily="34" charset="0"/>
                <a:ea typeface="+mn-ea"/>
                <a:cs typeface="+mn-cs"/>
              </a:rPr>
            </a:br>
            <a:br>
              <a:rPr lang="pt-BR" sz="1100" b="1" dirty="0">
                <a:solidFill>
                  <a:srgbClr val="333333"/>
                </a:solidFill>
                <a:latin typeface="Source Sans Pro" panose="020B0503030403020204" pitchFamily="34" charset="0"/>
                <a:ea typeface="+mn-ea"/>
                <a:cs typeface="+mn-cs"/>
              </a:rPr>
            </a:br>
            <a:r>
              <a:rPr lang="pt-BR" sz="1100" b="1" dirty="0">
                <a:solidFill>
                  <a:srgbClr val="333333"/>
                </a:solidFill>
                <a:latin typeface="Source Sans Pro" panose="020B0503030403020204" pitchFamily="34" charset="0"/>
                <a:ea typeface="+mn-ea"/>
                <a:cs typeface="+mn-cs"/>
              </a:rPr>
              <a:t>Este quadrinho foi adaptado de: </a:t>
            </a:r>
            <a:br>
              <a:rPr lang="pt-BR" sz="1100" dirty="0">
                <a:solidFill>
                  <a:srgbClr val="333333"/>
                </a:solidFill>
                <a:latin typeface="Source Sans Pro" panose="020B0503030403020204" pitchFamily="34" charset="0"/>
                <a:ea typeface="+mn-ea"/>
                <a:cs typeface="+mn-cs"/>
              </a:rPr>
            </a:br>
            <a:br>
              <a:rPr lang="pt-BR" sz="1100" dirty="0">
                <a:solidFill>
                  <a:srgbClr val="333333"/>
                </a:solidFill>
                <a:latin typeface="Source Sans Pro" panose="020B0503030403020204" pitchFamily="34" charset="0"/>
                <a:ea typeface="+mn-ea"/>
                <a:cs typeface="+mn-cs"/>
              </a:rPr>
            </a:br>
            <a:r>
              <a:rPr kumimoji="0" lang="de-AT"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Tipos de Atributos de Dados</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 2023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A0E7FCC-F4A9-4675-B9D8-5E09C3364C54}">
  <ds:schemaRefs>
    <ds:schemaRef ds:uri="http://schemas.microsoft.com/sharepoint/v3/contenttype/forms"/>
  </ds:schemaRefs>
</ds:datastoreItem>
</file>

<file path=customXml/itemProps2.xml><?xml version="1.0" encoding="utf-8"?>
<ds:datastoreItem xmlns:ds="http://schemas.openxmlformats.org/officeDocument/2006/customXml" ds:itemID="{1D7E292F-E3FB-4761-B9F1-EE732EA8F0F0}">
  <ds:schemaRefs>
    <ds:schemaRef ds:uri="http://purl.org/dc/terms/"/>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http://www.w3.org/XML/1998/namespace"/>
    <ds:schemaRef ds:uri="94bcf745-830c-42f4-885c-a1d7342e6e36"/>
    <ds:schemaRef ds:uri="da1b7603-f8b8-47c9-9682-dc6aa8e9acd7"/>
    <ds:schemaRef ds:uri="http://schemas.microsoft.com/office/2006/metadata/properties"/>
    <ds:schemaRef ds:uri="http://purl.org/dc/dcmitype/"/>
  </ds:schemaRefs>
</ds:datastoreItem>
</file>

<file path=customXml/itemProps3.xml><?xml version="1.0" encoding="utf-8"?>
<ds:datastoreItem xmlns:ds="http://schemas.openxmlformats.org/officeDocument/2006/customXml" ds:itemID="{55A6A255-8BF2-4115-BF2E-1B39D77985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32</TotalTime>
  <Words>1144</Words>
  <Application>Microsoft Office PowerPoint</Application>
  <PresentationFormat>A4 Paper (210x297 mm)</PresentationFormat>
  <Paragraphs>83</Paragraphs>
  <Slides>7</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vt:i4>
      </vt:variant>
    </vt:vector>
  </HeadingPairs>
  <TitlesOfParts>
    <vt:vector size="16" baseType="lpstr">
      <vt:lpstr>Momopresentation Updated 2</vt:lpstr>
      <vt:lpstr>Calibri</vt:lpstr>
      <vt:lpstr>Segoe UI</vt:lpstr>
      <vt:lpstr>Aptos</vt:lpstr>
      <vt:lpstr>Arial</vt:lpstr>
      <vt:lpstr>Source Sans Pro</vt:lpstr>
      <vt:lpstr>Pangolin</vt:lpstr>
      <vt:lpstr>Calibri Light</vt:lpstr>
      <vt:lpstr>Office</vt:lpstr>
      <vt:lpstr>Tipos de Atributos de Dados</vt:lpstr>
      <vt:lpstr>PowerPoint Presentation</vt:lpstr>
      <vt:lpstr>Atributos?</vt:lpstr>
      <vt:lpstr>Acho que é por causa  do tipo de atributo...</vt:lpstr>
      <vt:lpstr>Ótimo, agora que nós dois sabemos tudo sobre atributos de dados e tipos de atributos, podemos tomar uma decisão informada!</vt:lpstr>
      <vt:lpstr>ATRIBUTOS</vt:lpstr>
      <vt:lpstr>Como citar este documento:  De-Jesus-Oliveira, V.-A., Boucher, M., Boucher, A., Wu, H.-Y., &amp; Stoiber, C. (2025). Tipos de Atributos de Dados. University of Applied Sciences St. Pölten (USTP). https://www.comixplain.cc  Este quadrinho foi adaptado de:   Tipos de Atributos de Dados © 2023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Tipos de Atributos de Dados</dc:title>
  <dc:creator>Boucher Magdalena</dc:creator>
  <cp:lastModifiedBy>de-Jesus-Oliveira Victor-Adriel</cp:lastModifiedBy>
  <cp:revision>48</cp:revision>
  <dcterms:created xsi:type="dcterms:W3CDTF">2022-09-19T11:21:57Z</dcterms:created>
  <dcterms:modified xsi:type="dcterms:W3CDTF">2025-11-09T06:55:16Z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
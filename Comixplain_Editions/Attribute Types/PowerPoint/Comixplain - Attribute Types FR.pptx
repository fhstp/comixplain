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2"/>
    </p:embeddedFon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
      <p:font typeface="Source Sans Pro" panose="020B0503030403020204" pitchFamily="34" charset="0"/>
      <p:regular r:id="rId18"/>
      <p:bold r:id="rId19"/>
      <p:italic r:id="rId20"/>
      <p:boldItalic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0B16F3-FDB5-4311-AE48-D72F8EC78F76}" v="23" dt="2025-11-09T06:56:24.38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34579" autoAdjust="0"/>
    <p:restoredTop sz="95065" autoAdjust="0"/>
  </p:normalViewPr>
  <p:slideViewPr>
    <p:cSldViewPr snapToGrid="0">
      <p:cViewPr varScale="1">
        <p:scale>
          <a:sx n="66" d="100"/>
          <a:sy n="66" d="100"/>
        </p:scale>
        <p:origin x="2093" y="7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9T06:56:35.309" v="49" actId="478"/>
      <pc:docMkLst>
        <pc:docMk/>
      </pc:docMkLst>
      <pc:sldChg chg="addSp modSp mod">
        <pc:chgData name="de-Jesus-Oliveira Victor-Adriel" userId="a708fc36-3c1b-42ab-b5e9-2e1fa3c6605e" providerId="ADAL" clId="{39AA12F0-CB51-4D67-A3A6-7C3EC2C345CA}" dt="2025-11-07T10:48:02.904" v="28"/>
        <pc:sldMkLst>
          <pc:docMk/>
          <pc:sldMk cId="171183961" sldId="267"/>
        </pc:sldMkLst>
        <pc:spChg chg="mod">
          <ac:chgData name="de-Jesus-Oliveira Victor-Adriel" userId="a708fc36-3c1b-42ab-b5e9-2e1fa3c6605e" providerId="ADAL" clId="{39AA12F0-CB51-4D67-A3A6-7C3EC2C345CA}" dt="2025-11-07T10:48:02.904" v="28"/>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8:48.270" v="16" actId="167"/>
          <ac:picMkLst>
            <pc:docMk/>
            <pc:sldMk cId="171183961" sldId="267"/>
            <ac:picMk id="4" creationId="{BD8985FA-54A1-7FAC-AF35-DA4D60BDEDC7}"/>
          </ac:picMkLst>
        </pc:picChg>
      </pc:sldChg>
      <pc:sldChg chg="addSp delSp modSp mod">
        <pc:chgData name="de-Jesus-Oliveira Victor-Adriel" userId="a708fc36-3c1b-42ab-b5e9-2e1fa3c6605e" providerId="ADAL" clId="{39AA12F0-CB51-4D67-A3A6-7C3EC2C345CA}" dt="2025-11-09T06:56:35.309" v="49" actId="478"/>
        <pc:sldMkLst>
          <pc:docMk/>
          <pc:sldMk cId="2478332003" sldId="268"/>
        </pc:sldMkLst>
        <pc:grpChg chg="add del mod">
          <ac:chgData name="de-Jesus-Oliveira Victor-Adriel" userId="a708fc36-3c1b-42ab-b5e9-2e1fa3c6605e" providerId="ADAL" clId="{39AA12F0-CB51-4D67-A3A6-7C3EC2C345CA}" dt="2025-11-09T06:56:35.309" v="49" actId="478"/>
          <ac:grpSpMkLst>
            <pc:docMk/>
            <pc:sldMk cId="2478332003" sldId="268"/>
            <ac:grpSpMk id="29" creationId="{F90F19C5-0D64-210A-9675-4BA5DF7AD473}"/>
          </ac:grpSpMkLst>
        </pc:grpChg>
        <pc:grpChg chg="mod">
          <ac:chgData name="de-Jesus-Oliveira Victor-Adriel" userId="a708fc36-3c1b-42ab-b5e9-2e1fa3c6605e" providerId="ADAL" clId="{39AA12F0-CB51-4D67-A3A6-7C3EC2C345CA}" dt="2025-11-08T13:40:39.768" v="29"/>
          <ac:grpSpMkLst>
            <pc:docMk/>
            <pc:sldMk cId="2478332003" sldId="268"/>
            <ac:grpSpMk id="31" creationId="{2ED71146-1BE9-9FFE-9E82-AFF0DA546371}"/>
          </ac:grpSpMkLst>
        </pc:grpChg>
        <pc:grpChg chg="add mod">
          <ac:chgData name="de-Jesus-Oliveira Victor-Adriel" userId="a708fc36-3c1b-42ab-b5e9-2e1fa3c6605e" providerId="ADAL" clId="{39AA12F0-CB51-4D67-A3A6-7C3EC2C345CA}" dt="2025-11-09T06:56:17.220" v="42" actId="1038"/>
          <ac:grpSpMkLst>
            <pc:docMk/>
            <pc:sldMk cId="2478332003" sldId="268"/>
            <ac:grpSpMk id="35" creationId="{F74524F6-9AA0-CC7A-887B-ABBB1215A864}"/>
          </ac:grpSpMkLst>
        </pc:grpChg>
        <pc:grpChg chg="mod">
          <ac:chgData name="de-Jesus-Oliveira Victor-Adriel" userId="a708fc36-3c1b-42ab-b5e9-2e1fa3c6605e" providerId="ADAL" clId="{39AA12F0-CB51-4D67-A3A6-7C3EC2C345CA}" dt="2025-11-09T06:56:11.571" v="33"/>
          <ac:grpSpMkLst>
            <pc:docMk/>
            <pc:sldMk cId="2478332003" sldId="268"/>
            <ac:grpSpMk id="37" creationId="{BE688BC2-53F1-4E32-B87A-52EAC29296D5}"/>
          </ac:grpSpMkLst>
        </pc:grpChg>
        <pc:picChg chg="mod">
          <ac:chgData name="de-Jesus-Oliveira Victor-Adriel" userId="a708fc36-3c1b-42ab-b5e9-2e1fa3c6605e" providerId="ADAL" clId="{39AA12F0-CB51-4D67-A3A6-7C3EC2C345CA}" dt="2025-11-08T13:40:39.768" v="29"/>
          <ac:picMkLst>
            <pc:docMk/>
            <pc:sldMk cId="2478332003" sldId="268"/>
            <ac:picMk id="30" creationId="{9ED3A6FE-B9A6-B446-1AB1-C85B5971CCF8}"/>
          </ac:picMkLst>
        </pc:picChg>
        <pc:picChg chg="mod">
          <ac:chgData name="de-Jesus-Oliveira Victor-Adriel" userId="a708fc36-3c1b-42ab-b5e9-2e1fa3c6605e" providerId="ADAL" clId="{39AA12F0-CB51-4D67-A3A6-7C3EC2C345CA}" dt="2025-11-08T13:40:39.768" v="29"/>
          <ac:picMkLst>
            <pc:docMk/>
            <pc:sldMk cId="2478332003" sldId="268"/>
            <ac:picMk id="32" creationId="{AB3825EB-07EE-B7DD-30D8-E2DE0399E679}"/>
          </ac:picMkLst>
        </pc:picChg>
        <pc:picChg chg="mod">
          <ac:chgData name="de-Jesus-Oliveira Victor-Adriel" userId="a708fc36-3c1b-42ab-b5e9-2e1fa3c6605e" providerId="ADAL" clId="{39AA12F0-CB51-4D67-A3A6-7C3EC2C345CA}" dt="2025-11-08T13:40:39.768" v="29"/>
          <ac:picMkLst>
            <pc:docMk/>
            <pc:sldMk cId="2478332003" sldId="268"/>
            <ac:picMk id="33" creationId="{94D1F0AA-9456-A54C-4D57-C83F3FCB347F}"/>
          </ac:picMkLst>
        </pc:picChg>
        <pc:picChg chg="mod">
          <ac:chgData name="de-Jesus-Oliveira Victor-Adriel" userId="a708fc36-3c1b-42ab-b5e9-2e1fa3c6605e" providerId="ADAL" clId="{39AA12F0-CB51-4D67-A3A6-7C3EC2C345CA}" dt="2025-11-08T13:40:39.768" v="29"/>
          <ac:picMkLst>
            <pc:docMk/>
            <pc:sldMk cId="2478332003" sldId="268"/>
            <ac:picMk id="34" creationId="{2545DB92-E21D-ECFC-F745-C1657D647DD3}"/>
          </ac:picMkLst>
        </pc:picChg>
        <pc:picChg chg="mod">
          <ac:chgData name="de-Jesus-Oliveira Victor-Adriel" userId="a708fc36-3c1b-42ab-b5e9-2e1fa3c6605e" providerId="ADAL" clId="{39AA12F0-CB51-4D67-A3A6-7C3EC2C345CA}" dt="2025-11-09T06:56:11.571" v="33"/>
          <ac:picMkLst>
            <pc:docMk/>
            <pc:sldMk cId="2478332003" sldId="268"/>
            <ac:picMk id="36" creationId="{B3ECCD16-6BAD-6FCF-14D5-A7AE3593FFF0}"/>
          </ac:picMkLst>
        </pc:picChg>
        <pc:picChg chg="mod">
          <ac:chgData name="de-Jesus-Oliveira Victor-Adriel" userId="a708fc36-3c1b-42ab-b5e9-2e1fa3c6605e" providerId="ADAL" clId="{39AA12F0-CB51-4D67-A3A6-7C3EC2C345CA}" dt="2025-11-09T06:56:11.571" v="33"/>
          <ac:picMkLst>
            <pc:docMk/>
            <pc:sldMk cId="2478332003" sldId="268"/>
            <ac:picMk id="38" creationId="{BDDC7991-7F2C-13D6-3147-E66B5F1560EB}"/>
          </ac:picMkLst>
        </pc:picChg>
        <pc:picChg chg="mod">
          <ac:chgData name="de-Jesus-Oliveira Victor-Adriel" userId="a708fc36-3c1b-42ab-b5e9-2e1fa3c6605e" providerId="ADAL" clId="{39AA12F0-CB51-4D67-A3A6-7C3EC2C345CA}" dt="2025-11-09T06:56:11.571" v="33"/>
          <ac:picMkLst>
            <pc:docMk/>
            <pc:sldMk cId="2478332003" sldId="268"/>
            <ac:picMk id="39" creationId="{740DDE0B-8C08-D99B-4E97-9FA2029DC5CA}"/>
          </ac:picMkLst>
        </pc:picChg>
        <pc:picChg chg="mod">
          <ac:chgData name="de-Jesus-Oliveira Victor-Adriel" userId="a708fc36-3c1b-42ab-b5e9-2e1fa3c6605e" providerId="ADAL" clId="{39AA12F0-CB51-4D67-A3A6-7C3EC2C345CA}" dt="2025-11-09T06:56:11.571" v="33"/>
          <ac:picMkLst>
            <pc:docMk/>
            <pc:sldMk cId="2478332003" sldId="268"/>
            <ac:picMk id="40" creationId="{D19C5C91-D68A-6796-A51F-8472EE66FD9B}"/>
          </ac:picMkLst>
        </pc:picChg>
      </pc:sldChg>
      <pc:sldChg chg="addSp delSp modSp mod">
        <pc:chgData name="de-Jesus-Oliveira Victor-Adriel" userId="a708fc36-3c1b-42ab-b5e9-2e1fa3c6605e" providerId="ADAL" clId="{39AA12F0-CB51-4D67-A3A6-7C3EC2C345CA}" dt="2025-11-09T06:56:32.583" v="48" actId="478"/>
        <pc:sldMkLst>
          <pc:docMk/>
          <pc:sldMk cId="3603289315" sldId="269"/>
        </pc:sldMkLst>
        <pc:grpChg chg="add del mod">
          <ac:chgData name="de-Jesus-Oliveira Victor-Adriel" userId="a708fc36-3c1b-42ab-b5e9-2e1fa3c6605e" providerId="ADAL" clId="{39AA12F0-CB51-4D67-A3A6-7C3EC2C345CA}" dt="2025-11-09T06:56:32.583" v="48" actId="478"/>
          <ac:grpSpMkLst>
            <pc:docMk/>
            <pc:sldMk cId="3603289315" sldId="269"/>
            <ac:grpSpMk id="31" creationId="{40104E56-9710-9566-FBC1-5D5F6B683C7A}"/>
          </ac:grpSpMkLst>
        </pc:grpChg>
        <pc:grpChg chg="mod">
          <ac:chgData name="de-Jesus-Oliveira Victor-Adriel" userId="a708fc36-3c1b-42ab-b5e9-2e1fa3c6605e" providerId="ADAL" clId="{39AA12F0-CB51-4D67-A3A6-7C3EC2C345CA}" dt="2025-11-08T13:40:43.740" v="30"/>
          <ac:grpSpMkLst>
            <pc:docMk/>
            <pc:sldMk cId="3603289315" sldId="269"/>
            <ac:grpSpMk id="33" creationId="{FCA4C5E2-019B-804E-1048-87DE7E5D83A1}"/>
          </ac:grpSpMkLst>
        </pc:grpChg>
        <pc:grpChg chg="add mod">
          <ac:chgData name="de-Jesus-Oliveira Victor-Adriel" userId="a708fc36-3c1b-42ab-b5e9-2e1fa3c6605e" providerId="ADAL" clId="{39AA12F0-CB51-4D67-A3A6-7C3EC2C345CA}" dt="2025-11-09T06:56:22.685" v="43"/>
          <ac:grpSpMkLst>
            <pc:docMk/>
            <pc:sldMk cId="3603289315" sldId="269"/>
            <ac:grpSpMk id="37" creationId="{5945D6F4-3286-09AC-993E-3CBBE04C9485}"/>
          </ac:grpSpMkLst>
        </pc:grpChg>
        <pc:grpChg chg="mod">
          <ac:chgData name="de-Jesus-Oliveira Victor-Adriel" userId="a708fc36-3c1b-42ab-b5e9-2e1fa3c6605e" providerId="ADAL" clId="{39AA12F0-CB51-4D67-A3A6-7C3EC2C345CA}" dt="2025-11-09T06:56:22.685" v="43"/>
          <ac:grpSpMkLst>
            <pc:docMk/>
            <pc:sldMk cId="3603289315" sldId="269"/>
            <ac:grpSpMk id="39" creationId="{FFF5C90F-6E83-622F-0B2B-893700A8A44A}"/>
          </ac:grpSpMkLst>
        </pc:grpChg>
        <pc:picChg chg="mod">
          <ac:chgData name="de-Jesus-Oliveira Victor-Adriel" userId="a708fc36-3c1b-42ab-b5e9-2e1fa3c6605e" providerId="ADAL" clId="{39AA12F0-CB51-4D67-A3A6-7C3EC2C345CA}" dt="2025-11-08T13:40:43.740" v="30"/>
          <ac:picMkLst>
            <pc:docMk/>
            <pc:sldMk cId="3603289315" sldId="269"/>
            <ac:picMk id="32" creationId="{2C16A7D5-3C4A-D0DB-9735-247805AB2925}"/>
          </ac:picMkLst>
        </pc:picChg>
        <pc:picChg chg="mod">
          <ac:chgData name="de-Jesus-Oliveira Victor-Adriel" userId="a708fc36-3c1b-42ab-b5e9-2e1fa3c6605e" providerId="ADAL" clId="{39AA12F0-CB51-4D67-A3A6-7C3EC2C345CA}" dt="2025-11-08T13:40:43.740" v="30"/>
          <ac:picMkLst>
            <pc:docMk/>
            <pc:sldMk cId="3603289315" sldId="269"/>
            <ac:picMk id="34" creationId="{9276BA1A-3761-9D5A-6254-C50D4949822E}"/>
          </ac:picMkLst>
        </pc:picChg>
        <pc:picChg chg="mod">
          <ac:chgData name="de-Jesus-Oliveira Victor-Adriel" userId="a708fc36-3c1b-42ab-b5e9-2e1fa3c6605e" providerId="ADAL" clId="{39AA12F0-CB51-4D67-A3A6-7C3EC2C345CA}" dt="2025-11-08T13:40:43.740" v="30"/>
          <ac:picMkLst>
            <pc:docMk/>
            <pc:sldMk cId="3603289315" sldId="269"/>
            <ac:picMk id="35" creationId="{2742B4E9-6152-993A-3616-2D3A294D4E0E}"/>
          </ac:picMkLst>
        </pc:picChg>
        <pc:picChg chg="mod">
          <ac:chgData name="de-Jesus-Oliveira Victor-Adriel" userId="a708fc36-3c1b-42ab-b5e9-2e1fa3c6605e" providerId="ADAL" clId="{39AA12F0-CB51-4D67-A3A6-7C3EC2C345CA}" dt="2025-11-08T13:40:43.740" v="30"/>
          <ac:picMkLst>
            <pc:docMk/>
            <pc:sldMk cId="3603289315" sldId="269"/>
            <ac:picMk id="36" creationId="{18DF15B4-9A97-2D9B-150C-866CE29D3D68}"/>
          </ac:picMkLst>
        </pc:picChg>
        <pc:picChg chg="mod">
          <ac:chgData name="de-Jesus-Oliveira Victor-Adriel" userId="a708fc36-3c1b-42ab-b5e9-2e1fa3c6605e" providerId="ADAL" clId="{39AA12F0-CB51-4D67-A3A6-7C3EC2C345CA}" dt="2025-11-09T06:56:22.685" v="43"/>
          <ac:picMkLst>
            <pc:docMk/>
            <pc:sldMk cId="3603289315" sldId="269"/>
            <ac:picMk id="38" creationId="{79520A2F-CFAE-B2C4-7293-7A153E023696}"/>
          </ac:picMkLst>
        </pc:picChg>
        <pc:picChg chg="mod">
          <ac:chgData name="de-Jesus-Oliveira Victor-Adriel" userId="a708fc36-3c1b-42ab-b5e9-2e1fa3c6605e" providerId="ADAL" clId="{39AA12F0-CB51-4D67-A3A6-7C3EC2C345CA}" dt="2025-11-09T06:56:22.685" v="43"/>
          <ac:picMkLst>
            <pc:docMk/>
            <pc:sldMk cId="3603289315" sldId="269"/>
            <ac:picMk id="40" creationId="{7E41F94B-C61E-DA2B-4661-2771B18E8AF2}"/>
          </ac:picMkLst>
        </pc:picChg>
        <pc:picChg chg="mod">
          <ac:chgData name="de-Jesus-Oliveira Victor-Adriel" userId="a708fc36-3c1b-42ab-b5e9-2e1fa3c6605e" providerId="ADAL" clId="{39AA12F0-CB51-4D67-A3A6-7C3EC2C345CA}" dt="2025-11-09T06:56:22.685" v="43"/>
          <ac:picMkLst>
            <pc:docMk/>
            <pc:sldMk cId="3603289315" sldId="269"/>
            <ac:picMk id="41" creationId="{9DF38ED0-7BE5-FF7F-3515-1134E3F2C0AC}"/>
          </ac:picMkLst>
        </pc:picChg>
        <pc:picChg chg="mod">
          <ac:chgData name="de-Jesus-Oliveira Victor-Adriel" userId="a708fc36-3c1b-42ab-b5e9-2e1fa3c6605e" providerId="ADAL" clId="{39AA12F0-CB51-4D67-A3A6-7C3EC2C345CA}" dt="2025-11-09T06:56:22.685" v="43"/>
          <ac:picMkLst>
            <pc:docMk/>
            <pc:sldMk cId="3603289315" sldId="269"/>
            <ac:picMk id="42" creationId="{BED50EB1-C9DB-C99C-118F-6B54D748EFF0}"/>
          </ac:picMkLst>
        </pc:picChg>
      </pc:sldChg>
      <pc:sldChg chg="addSp delSp modSp mod">
        <pc:chgData name="de-Jesus-Oliveira Victor-Adriel" userId="a708fc36-3c1b-42ab-b5e9-2e1fa3c6605e" providerId="ADAL" clId="{39AA12F0-CB51-4D67-A3A6-7C3EC2C345CA}" dt="2025-11-09T06:56:30.174" v="47" actId="478"/>
        <pc:sldMkLst>
          <pc:docMk/>
          <pc:sldMk cId="170901122" sldId="270"/>
        </pc:sldMkLst>
        <pc:grpChg chg="add del mod">
          <ac:chgData name="de-Jesus-Oliveira Victor-Adriel" userId="a708fc36-3c1b-42ab-b5e9-2e1fa3c6605e" providerId="ADAL" clId="{39AA12F0-CB51-4D67-A3A6-7C3EC2C345CA}" dt="2025-11-09T06:56:30.174" v="47" actId="478"/>
          <ac:grpSpMkLst>
            <pc:docMk/>
            <pc:sldMk cId="170901122" sldId="270"/>
            <ac:grpSpMk id="24" creationId="{D27CDE86-7351-5ECE-4A1A-364EB775EC1A}"/>
          </ac:grpSpMkLst>
        </pc:grpChg>
        <pc:grpChg chg="mod">
          <ac:chgData name="de-Jesus-Oliveira Victor-Adriel" userId="a708fc36-3c1b-42ab-b5e9-2e1fa3c6605e" providerId="ADAL" clId="{39AA12F0-CB51-4D67-A3A6-7C3EC2C345CA}" dt="2025-11-08T13:40:48.353" v="31"/>
          <ac:grpSpMkLst>
            <pc:docMk/>
            <pc:sldMk cId="170901122" sldId="270"/>
            <ac:grpSpMk id="26" creationId="{E96D2A5D-2870-F8D5-CACA-6DAB45A38FC7}"/>
          </ac:grpSpMkLst>
        </pc:grpChg>
        <pc:grpChg chg="add mod">
          <ac:chgData name="de-Jesus-Oliveira Victor-Adriel" userId="a708fc36-3c1b-42ab-b5e9-2e1fa3c6605e" providerId="ADAL" clId="{39AA12F0-CB51-4D67-A3A6-7C3EC2C345CA}" dt="2025-11-09T06:56:23.631" v="44"/>
          <ac:grpSpMkLst>
            <pc:docMk/>
            <pc:sldMk cId="170901122" sldId="270"/>
            <ac:grpSpMk id="30" creationId="{C640B0B8-E13F-D4A7-1B96-F680B4D72984}"/>
          </ac:grpSpMkLst>
        </pc:grpChg>
        <pc:grpChg chg="mod">
          <ac:chgData name="de-Jesus-Oliveira Victor-Adriel" userId="a708fc36-3c1b-42ab-b5e9-2e1fa3c6605e" providerId="ADAL" clId="{39AA12F0-CB51-4D67-A3A6-7C3EC2C345CA}" dt="2025-11-09T06:56:23.631" v="44"/>
          <ac:grpSpMkLst>
            <pc:docMk/>
            <pc:sldMk cId="170901122" sldId="270"/>
            <ac:grpSpMk id="32" creationId="{91C779CE-C51E-1DCA-5717-D6CFC2A2BB63}"/>
          </ac:grpSpMkLst>
        </pc:grpChg>
        <pc:picChg chg="mod">
          <ac:chgData name="de-Jesus-Oliveira Victor-Adriel" userId="a708fc36-3c1b-42ab-b5e9-2e1fa3c6605e" providerId="ADAL" clId="{39AA12F0-CB51-4D67-A3A6-7C3EC2C345CA}" dt="2025-11-08T13:40:48.353" v="31"/>
          <ac:picMkLst>
            <pc:docMk/>
            <pc:sldMk cId="170901122" sldId="270"/>
            <ac:picMk id="25" creationId="{739DC2DC-E6E2-91F3-753A-B32A5310B021}"/>
          </ac:picMkLst>
        </pc:picChg>
        <pc:picChg chg="mod">
          <ac:chgData name="de-Jesus-Oliveira Victor-Adriel" userId="a708fc36-3c1b-42ab-b5e9-2e1fa3c6605e" providerId="ADAL" clId="{39AA12F0-CB51-4D67-A3A6-7C3EC2C345CA}" dt="2025-11-08T13:40:48.353" v="31"/>
          <ac:picMkLst>
            <pc:docMk/>
            <pc:sldMk cId="170901122" sldId="270"/>
            <ac:picMk id="27" creationId="{3236E629-5840-6296-38FE-57D650361145}"/>
          </ac:picMkLst>
        </pc:picChg>
        <pc:picChg chg="mod">
          <ac:chgData name="de-Jesus-Oliveira Victor-Adriel" userId="a708fc36-3c1b-42ab-b5e9-2e1fa3c6605e" providerId="ADAL" clId="{39AA12F0-CB51-4D67-A3A6-7C3EC2C345CA}" dt="2025-11-08T13:40:48.353" v="31"/>
          <ac:picMkLst>
            <pc:docMk/>
            <pc:sldMk cId="170901122" sldId="270"/>
            <ac:picMk id="28" creationId="{9218AED0-06AD-0101-BF5C-1E624BB3BD1E}"/>
          </ac:picMkLst>
        </pc:picChg>
        <pc:picChg chg="mod">
          <ac:chgData name="de-Jesus-Oliveira Victor-Adriel" userId="a708fc36-3c1b-42ab-b5e9-2e1fa3c6605e" providerId="ADAL" clId="{39AA12F0-CB51-4D67-A3A6-7C3EC2C345CA}" dt="2025-11-08T13:40:48.353" v="31"/>
          <ac:picMkLst>
            <pc:docMk/>
            <pc:sldMk cId="170901122" sldId="270"/>
            <ac:picMk id="29" creationId="{84751DC4-88B5-E287-D69A-735F23EA1ED5}"/>
          </ac:picMkLst>
        </pc:picChg>
        <pc:picChg chg="mod">
          <ac:chgData name="de-Jesus-Oliveira Victor-Adriel" userId="a708fc36-3c1b-42ab-b5e9-2e1fa3c6605e" providerId="ADAL" clId="{39AA12F0-CB51-4D67-A3A6-7C3EC2C345CA}" dt="2025-11-09T06:56:23.631" v="44"/>
          <ac:picMkLst>
            <pc:docMk/>
            <pc:sldMk cId="170901122" sldId="270"/>
            <ac:picMk id="31" creationId="{51C54ED1-2EB9-46A3-84F9-D119E0C63D3C}"/>
          </ac:picMkLst>
        </pc:picChg>
        <pc:picChg chg="mod">
          <ac:chgData name="de-Jesus-Oliveira Victor-Adriel" userId="a708fc36-3c1b-42ab-b5e9-2e1fa3c6605e" providerId="ADAL" clId="{39AA12F0-CB51-4D67-A3A6-7C3EC2C345CA}" dt="2025-11-09T06:56:23.631" v="44"/>
          <ac:picMkLst>
            <pc:docMk/>
            <pc:sldMk cId="170901122" sldId="270"/>
            <ac:picMk id="33" creationId="{2EB19855-AF09-AB3D-7A9F-17900957CE5F}"/>
          </ac:picMkLst>
        </pc:picChg>
        <pc:picChg chg="mod">
          <ac:chgData name="de-Jesus-Oliveira Victor-Adriel" userId="a708fc36-3c1b-42ab-b5e9-2e1fa3c6605e" providerId="ADAL" clId="{39AA12F0-CB51-4D67-A3A6-7C3EC2C345CA}" dt="2025-11-09T06:56:23.631" v="44"/>
          <ac:picMkLst>
            <pc:docMk/>
            <pc:sldMk cId="170901122" sldId="270"/>
            <ac:picMk id="34" creationId="{93F3F30C-30C1-174C-671F-DD7B177F2B1F}"/>
          </ac:picMkLst>
        </pc:picChg>
        <pc:picChg chg="mod">
          <ac:chgData name="de-Jesus-Oliveira Victor-Adriel" userId="a708fc36-3c1b-42ab-b5e9-2e1fa3c6605e" providerId="ADAL" clId="{39AA12F0-CB51-4D67-A3A6-7C3EC2C345CA}" dt="2025-11-09T06:56:23.631" v="44"/>
          <ac:picMkLst>
            <pc:docMk/>
            <pc:sldMk cId="170901122" sldId="270"/>
            <ac:picMk id="35" creationId="{A28D994A-BF3A-505A-B20A-3F998F761D38}"/>
          </ac:picMkLst>
        </pc:picChg>
      </pc:sldChg>
      <pc:sldChg chg="addSp delSp modSp mod">
        <pc:chgData name="de-Jesus-Oliveira Victor-Adriel" userId="a708fc36-3c1b-42ab-b5e9-2e1fa3c6605e" providerId="ADAL" clId="{39AA12F0-CB51-4D67-A3A6-7C3EC2C345CA}" dt="2025-11-09T06:56:26.462" v="46" actId="478"/>
        <pc:sldMkLst>
          <pc:docMk/>
          <pc:sldMk cId="4277564834" sldId="271"/>
        </pc:sldMkLst>
        <pc:grpChg chg="add del mod">
          <ac:chgData name="de-Jesus-Oliveira Victor-Adriel" userId="a708fc36-3c1b-42ab-b5e9-2e1fa3c6605e" providerId="ADAL" clId="{39AA12F0-CB51-4D67-A3A6-7C3EC2C345CA}" dt="2025-11-09T06:56:26.462" v="46" actId="478"/>
          <ac:grpSpMkLst>
            <pc:docMk/>
            <pc:sldMk cId="4277564834" sldId="271"/>
            <ac:grpSpMk id="10" creationId="{2B33C944-9D34-B6C0-8F93-5EA502EFCC75}"/>
          </ac:grpSpMkLst>
        </pc:grpChg>
        <pc:grpChg chg="mod">
          <ac:chgData name="de-Jesus-Oliveira Victor-Adriel" userId="a708fc36-3c1b-42ab-b5e9-2e1fa3c6605e" providerId="ADAL" clId="{39AA12F0-CB51-4D67-A3A6-7C3EC2C345CA}" dt="2025-11-08T13:40:50.538" v="32"/>
          <ac:grpSpMkLst>
            <pc:docMk/>
            <pc:sldMk cId="4277564834" sldId="271"/>
            <ac:grpSpMk id="33" creationId="{B26A02BF-7FC4-7AEE-442B-E71B64B0F789}"/>
          </ac:grpSpMkLst>
        </pc:grpChg>
        <pc:grpChg chg="add mod">
          <ac:chgData name="de-Jesus-Oliveira Victor-Adriel" userId="a708fc36-3c1b-42ab-b5e9-2e1fa3c6605e" providerId="ADAL" clId="{39AA12F0-CB51-4D67-A3A6-7C3EC2C345CA}" dt="2025-11-09T06:56:24.385" v="45"/>
          <ac:grpSpMkLst>
            <pc:docMk/>
            <pc:sldMk cId="4277564834" sldId="271"/>
            <ac:grpSpMk id="42" creationId="{51DDC7B3-1AEC-A2C9-45B3-4A0909A0F716}"/>
          </ac:grpSpMkLst>
        </pc:grpChg>
        <pc:grpChg chg="mod">
          <ac:chgData name="de-Jesus-Oliveira Victor-Adriel" userId="a708fc36-3c1b-42ab-b5e9-2e1fa3c6605e" providerId="ADAL" clId="{39AA12F0-CB51-4D67-A3A6-7C3EC2C345CA}" dt="2025-11-09T06:56:24.385" v="45"/>
          <ac:grpSpMkLst>
            <pc:docMk/>
            <pc:sldMk cId="4277564834" sldId="271"/>
            <ac:grpSpMk id="44" creationId="{1692CA67-568B-DB54-12C6-8DBB57ABBE2B}"/>
          </ac:grpSpMkLst>
        </pc:grpChg>
        <pc:picChg chg="mod">
          <ac:chgData name="de-Jesus-Oliveira Victor-Adriel" userId="a708fc36-3c1b-42ab-b5e9-2e1fa3c6605e" providerId="ADAL" clId="{39AA12F0-CB51-4D67-A3A6-7C3EC2C345CA}" dt="2025-11-08T13:40:50.538" v="32"/>
          <ac:picMkLst>
            <pc:docMk/>
            <pc:sldMk cId="4277564834" sldId="271"/>
            <ac:picMk id="22" creationId="{A4B104E4-EDFB-A264-5E11-9719E14D6938}"/>
          </ac:picMkLst>
        </pc:picChg>
        <pc:picChg chg="mod">
          <ac:chgData name="de-Jesus-Oliveira Victor-Adriel" userId="a708fc36-3c1b-42ab-b5e9-2e1fa3c6605e" providerId="ADAL" clId="{39AA12F0-CB51-4D67-A3A6-7C3EC2C345CA}" dt="2025-11-08T13:40:50.538" v="32"/>
          <ac:picMkLst>
            <pc:docMk/>
            <pc:sldMk cId="4277564834" sldId="271"/>
            <ac:picMk id="35" creationId="{1A7E251E-78C3-21D6-30DC-4E365AC3E79E}"/>
          </ac:picMkLst>
        </pc:picChg>
        <pc:picChg chg="mod">
          <ac:chgData name="de-Jesus-Oliveira Victor-Adriel" userId="a708fc36-3c1b-42ab-b5e9-2e1fa3c6605e" providerId="ADAL" clId="{39AA12F0-CB51-4D67-A3A6-7C3EC2C345CA}" dt="2025-11-08T13:40:50.538" v="32"/>
          <ac:picMkLst>
            <pc:docMk/>
            <pc:sldMk cId="4277564834" sldId="271"/>
            <ac:picMk id="40" creationId="{4723A9BB-F664-9330-89CA-3CB61C7A62BD}"/>
          </ac:picMkLst>
        </pc:picChg>
        <pc:picChg chg="mod">
          <ac:chgData name="de-Jesus-Oliveira Victor-Adriel" userId="a708fc36-3c1b-42ab-b5e9-2e1fa3c6605e" providerId="ADAL" clId="{39AA12F0-CB51-4D67-A3A6-7C3EC2C345CA}" dt="2025-11-08T13:40:50.538" v="32"/>
          <ac:picMkLst>
            <pc:docMk/>
            <pc:sldMk cId="4277564834" sldId="271"/>
            <ac:picMk id="41" creationId="{9B4BDFF8-A4E0-EC21-5B55-73ECB367810F}"/>
          </ac:picMkLst>
        </pc:picChg>
        <pc:picChg chg="mod">
          <ac:chgData name="de-Jesus-Oliveira Victor-Adriel" userId="a708fc36-3c1b-42ab-b5e9-2e1fa3c6605e" providerId="ADAL" clId="{39AA12F0-CB51-4D67-A3A6-7C3EC2C345CA}" dt="2025-11-09T06:56:24.385" v="45"/>
          <ac:picMkLst>
            <pc:docMk/>
            <pc:sldMk cId="4277564834" sldId="271"/>
            <ac:picMk id="43" creationId="{9A27751C-3AE3-AF0F-B69B-1A4E4B73AE53}"/>
          </ac:picMkLst>
        </pc:picChg>
        <pc:picChg chg="mod">
          <ac:chgData name="de-Jesus-Oliveira Victor-Adriel" userId="a708fc36-3c1b-42ab-b5e9-2e1fa3c6605e" providerId="ADAL" clId="{39AA12F0-CB51-4D67-A3A6-7C3EC2C345CA}" dt="2025-11-09T06:56:24.385" v="45"/>
          <ac:picMkLst>
            <pc:docMk/>
            <pc:sldMk cId="4277564834" sldId="271"/>
            <ac:picMk id="45" creationId="{D20E4EA9-F03F-8F4D-77B1-2AAD86B85DAE}"/>
          </ac:picMkLst>
        </pc:picChg>
        <pc:picChg chg="mod">
          <ac:chgData name="de-Jesus-Oliveira Victor-Adriel" userId="a708fc36-3c1b-42ab-b5e9-2e1fa3c6605e" providerId="ADAL" clId="{39AA12F0-CB51-4D67-A3A6-7C3EC2C345CA}" dt="2025-11-09T06:56:24.385" v="45"/>
          <ac:picMkLst>
            <pc:docMk/>
            <pc:sldMk cId="4277564834" sldId="271"/>
            <ac:picMk id="46" creationId="{EC5DBCCC-2D5A-8785-8FEB-8AF66359CBB4}"/>
          </ac:picMkLst>
        </pc:picChg>
        <pc:picChg chg="mod">
          <ac:chgData name="de-Jesus-Oliveira Victor-Adriel" userId="a708fc36-3c1b-42ab-b5e9-2e1fa3c6605e" providerId="ADAL" clId="{39AA12F0-CB51-4D67-A3A6-7C3EC2C345CA}" dt="2025-11-09T06:56:24.385" v="45"/>
          <ac:picMkLst>
            <pc:docMk/>
            <pc:sldMk cId="4277564834" sldId="271"/>
            <ac:picMk id="47" creationId="{304C8EB1-DF78-E76F-3238-7215D9896E35}"/>
          </ac:picMkLst>
        </pc:picChg>
      </pc:sldChg>
      <pc:sldChg chg="addSp delSp modSp mod">
        <pc:chgData name="de-Jesus-Oliveira Victor-Adriel" userId="a708fc36-3c1b-42ab-b5e9-2e1fa3c6605e" providerId="ADAL" clId="{39AA12F0-CB51-4D67-A3A6-7C3EC2C345CA}" dt="2025-11-07T10:37:40.781" v="14" actId="20577"/>
        <pc:sldMkLst>
          <pc:docMk/>
          <pc:sldMk cId="2799231148" sldId="272"/>
        </pc:sldMkLst>
        <pc:spChg chg="mod">
          <ac:chgData name="de-Jesus-Oliveira Victor-Adriel" userId="a708fc36-3c1b-42ab-b5e9-2e1fa3c6605e" providerId="ADAL" clId="{39AA12F0-CB51-4D67-A3A6-7C3EC2C345CA}" dt="2025-11-07T10:31:36.435" v="5"/>
          <ac:spMkLst>
            <pc:docMk/>
            <pc:sldMk cId="2799231148" sldId="272"/>
            <ac:spMk id="2" creationId="{36F7C832-7D7F-40CB-9479-79BC46A793B9}"/>
          </ac:spMkLst>
        </pc:spChg>
        <pc:spChg chg="add mod">
          <ac:chgData name="de-Jesus-Oliveira Victor-Adriel" userId="a708fc36-3c1b-42ab-b5e9-2e1fa3c6605e" providerId="ADAL" clId="{39AA12F0-CB51-4D67-A3A6-7C3EC2C345CA}" dt="2025-11-07T10:34:45.816" v="10"/>
          <ac:spMkLst>
            <pc:docMk/>
            <pc:sldMk cId="2799231148" sldId="272"/>
            <ac:spMk id="10" creationId="{0C274515-626B-136C-5BCD-033D97EB9859}"/>
          </ac:spMkLst>
        </pc:spChg>
        <pc:spChg chg="add mod">
          <ac:chgData name="de-Jesus-Oliveira Victor-Adriel" userId="a708fc36-3c1b-42ab-b5e9-2e1fa3c6605e" providerId="ADAL" clId="{39AA12F0-CB51-4D67-A3A6-7C3EC2C345CA}" dt="2025-11-07T10:37:40.781" v="14" actId="20577"/>
          <ac:spMkLst>
            <pc:docMk/>
            <pc:sldMk cId="2799231148" sldId="272"/>
            <ac:spMk id="11" creationId="{A2758473-32E9-DF20-3467-8607802DAC4A}"/>
          </ac:spMkLst>
        </pc:spChg>
        <pc:grpChg chg="add mod">
          <ac:chgData name="de-Jesus-Oliveira Victor-Adriel" userId="a708fc36-3c1b-42ab-b5e9-2e1fa3c6605e" providerId="ADAL" clId="{39AA12F0-CB51-4D67-A3A6-7C3EC2C345CA}" dt="2025-11-07T10:33:14.994" v="7"/>
          <ac:grpSpMkLst>
            <pc:docMk/>
            <pc:sldMk cId="2799231148" sldId="272"/>
            <ac:grpSpMk id="3" creationId="{A0A14FD0-6BCD-AD25-477E-510048ACA902}"/>
          </ac:grpSpMkLst>
        </pc:grpChg>
        <pc:grpChg chg="add mod">
          <ac:chgData name="de-Jesus-Oliveira Victor-Adriel" userId="a708fc36-3c1b-42ab-b5e9-2e1fa3c6605e" providerId="ADAL" clId="{39AA12F0-CB51-4D67-A3A6-7C3EC2C345CA}" dt="2025-11-07T10:34:45.816" v="10"/>
          <ac:grpSpMkLst>
            <pc:docMk/>
            <pc:sldMk cId="2799231148" sldId="272"/>
            <ac:grpSpMk id="12" creationId="{816F304A-4A2C-B4BC-96B0-FEC47827E361}"/>
          </ac:grpSpMkLst>
        </pc:grpChg>
        <pc:picChg chg="mod">
          <ac:chgData name="de-Jesus-Oliveira Victor-Adriel" userId="a708fc36-3c1b-42ab-b5e9-2e1fa3c6605e" providerId="ADAL" clId="{39AA12F0-CB51-4D67-A3A6-7C3EC2C345CA}" dt="2025-11-07T10:33:14.994" v="7"/>
          <ac:picMkLst>
            <pc:docMk/>
            <pc:sldMk cId="2799231148" sldId="272"/>
            <ac:picMk id="6" creationId="{C9B02106-C1B8-66ED-5C88-0A24F840228A}"/>
          </ac:picMkLst>
        </pc:picChg>
        <pc:picChg chg="mod">
          <ac:chgData name="de-Jesus-Oliveira Victor-Adriel" userId="a708fc36-3c1b-42ab-b5e9-2e1fa3c6605e" providerId="ADAL" clId="{39AA12F0-CB51-4D67-A3A6-7C3EC2C345CA}" dt="2025-11-07T10:33:14.994" v="7"/>
          <ac:picMkLst>
            <pc:docMk/>
            <pc:sldMk cId="2799231148" sldId="272"/>
            <ac:picMk id="8" creationId="{38E97771-3554-4BE8-EFA6-ACA47FC92B6B}"/>
          </ac:picMkLst>
        </pc:picChg>
        <pc:picChg chg="add mod">
          <ac:chgData name="de-Jesus-Oliveira Victor-Adriel" userId="a708fc36-3c1b-42ab-b5e9-2e1fa3c6605e" providerId="ADAL" clId="{39AA12F0-CB51-4D67-A3A6-7C3EC2C345CA}" dt="2025-11-07T10:34:45.816" v="10"/>
          <ac:picMkLst>
            <pc:docMk/>
            <pc:sldMk cId="2799231148" sldId="272"/>
            <ac:picMk id="9" creationId="{3CBF49C8-0776-80B5-499A-06F5261F87F5}"/>
          </ac:picMkLst>
        </pc:picChg>
        <pc:picChg chg="mod">
          <ac:chgData name="de-Jesus-Oliveira Victor-Adriel" userId="a708fc36-3c1b-42ab-b5e9-2e1fa3c6605e" providerId="ADAL" clId="{39AA12F0-CB51-4D67-A3A6-7C3EC2C345CA}" dt="2025-11-07T10:34:45.816" v="10"/>
          <ac:picMkLst>
            <pc:docMk/>
            <pc:sldMk cId="2799231148" sldId="272"/>
            <ac:picMk id="13" creationId="{8B669ED0-4238-5CAF-07DD-19AAABD879B2}"/>
          </ac:picMkLst>
        </pc:picChg>
        <pc:picChg chg="mod">
          <ac:chgData name="de-Jesus-Oliveira Victor-Adriel" userId="a708fc36-3c1b-42ab-b5e9-2e1fa3c6605e" providerId="ADAL" clId="{39AA12F0-CB51-4D67-A3A6-7C3EC2C345CA}" dt="2025-11-07T10:34:45.816" v="10"/>
          <ac:picMkLst>
            <pc:docMk/>
            <pc:sldMk cId="2799231148" sldId="272"/>
            <ac:picMk id="14" creationId="{E33FE46C-C4F5-C53D-8F8B-19E5475274E4}"/>
          </ac:picMkLst>
        </pc:picChg>
        <pc:picChg chg="mod">
          <ac:chgData name="de-Jesus-Oliveira Victor-Adriel" userId="a708fc36-3c1b-42ab-b5e9-2e1fa3c6605e" providerId="ADAL" clId="{39AA12F0-CB51-4D67-A3A6-7C3EC2C345CA}" dt="2025-11-07T10:34:45.816" v="10"/>
          <ac:picMkLst>
            <pc:docMk/>
            <pc:sldMk cId="2799231148" sldId="272"/>
            <ac:picMk id="15" creationId="{7E50429D-092B-6595-1226-508C0B9AF6D2}"/>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09.11.2025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09.11.2025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09.11.2025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09.11.2025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9.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49"/>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pitchFamily="2" charset="0"/>
              </a:rPr>
              <a:t>Types</a:t>
            </a:r>
            <a:r>
              <a:rPr lang="de-AT" sz="4800" dirty="0">
                <a:latin typeface="Pangolin" panose="00000500000000000000" pitchFamily="2" charset="0"/>
              </a:rPr>
              <a:t> de </a:t>
            </a:r>
            <a:r>
              <a:rPr lang="de-AT" sz="4800" dirty="0" err="1">
                <a:latin typeface="Pangolin" panose="00000500000000000000" pitchFamily="2" charset="0"/>
              </a:rPr>
              <a:t>Données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970044"/>
          </a:xfrm>
          <a:prstGeom prst="rect">
            <a:avLst/>
          </a:prstGeom>
          <a:noFill/>
        </p:spPr>
        <p:txBody>
          <a:bodyPr wrap="square" rtlCol="0">
            <a:spAutoFit/>
          </a:bodyPr>
          <a:lstStyle/>
          <a:p>
            <a:r>
              <a:rPr lang="fr-FR" sz="1100" dirty="0">
                <a:latin typeface="Segoe UI" panose="020B0502040204020203" pitchFamily="34" charset="0"/>
                <a:cs typeface="Segoe UI" panose="020B0502040204020203" pitchFamily="34" charset="0"/>
              </a:rPr>
              <a:t>Cette bande dessinée a été créée dans le cadre du projet de recherche </a:t>
            </a:r>
            <a:r>
              <a:rPr lang="fr-FR" sz="1100" dirty="0" err="1">
                <a:latin typeface="Segoe UI" panose="020B0502040204020203" pitchFamily="34" charset="0"/>
                <a:cs typeface="Segoe UI" panose="020B0502040204020203" pitchFamily="34" charset="0"/>
              </a:rPr>
              <a:t>Comixplain</a:t>
            </a:r>
            <a:r>
              <a:rPr lang="fr-FR" sz="1100" dirty="0">
                <a:latin typeface="Segoe UI" panose="020B0502040204020203" pitchFamily="34" charset="0"/>
                <a:cs typeface="Segoe UI" panose="020B0502040204020203" pitchFamily="34" charset="0"/>
              </a:rPr>
              <a:t>, financé par l’Université des Sciences Appliquées de St. </a:t>
            </a:r>
            <a:r>
              <a:rPr lang="fr-FR" sz="1100" dirty="0" err="1">
                <a:latin typeface="Segoe UI" panose="020B0502040204020203" pitchFamily="34" charset="0"/>
                <a:cs typeface="Segoe UI" panose="020B0502040204020203" pitchFamily="34" charset="0"/>
              </a:rPr>
              <a:t>Pölten</a:t>
            </a:r>
            <a:r>
              <a:rPr lang="fr-FR" sz="1100" dirty="0">
                <a:latin typeface="Segoe UI" panose="020B0502040204020203" pitchFamily="34" charset="0"/>
                <a:cs typeface="Segoe UI" panose="020B0502040204020203" pitchFamily="34" charset="0"/>
              </a:rPr>
              <a:t> (USTP) dans le cadre de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Équipe: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A0A14FD0-6BCD-AD25-477E-510048ACA902}"/>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C9B02106-C1B8-66ED-5C88-0A24F84022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38E97771-3554-4BE8-EFA6-ACA47FC92B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3CBF49C8-0776-80B5-499A-06F5261F87F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0C274515-626B-136C-5BCD-033D97EB9859}"/>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A2758473-32E9-DF20-3467-8607802DAC4A}"/>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Types de Données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16F304A-4A2C-B4BC-96B0-FEC47827E361}"/>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8B669ED0-4238-5CAF-07DD-19AAABD879B2}"/>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E33FE46C-C4F5-C53D-8F8B-19E5475274E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7E50429D-092B-6595-1226-508C0B9AF6D2}"/>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525980" y="444810"/>
            <a:ext cx="1316738" cy="507831"/>
          </a:xfrm>
          <a:prstGeom prst="rect">
            <a:avLst/>
          </a:prstGeom>
          <a:noFill/>
        </p:spPr>
        <p:txBody>
          <a:bodyPr wrap="square" rtlCol="0">
            <a:spAutoFit/>
          </a:bodyPr>
          <a:lstStyle/>
          <a:p>
            <a:pPr algn="ctr"/>
            <a:r>
              <a:rPr lang="fr-FR" sz="900" dirty="0">
                <a:latin typeface="Pangolin" panose="00000500000000000000" pitchFamily="2" charset="0"/>
              </a:rPr>
              <a:t>Nous avons enfin fini de monter les nouvelles étagères !</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802158" y="2539816"/>
            <a:ext cx="1486175" cy="369332"/>
          </a:xfrm>
          <a:prstGeom prst="rect">
            <a:avLst/>
          </a:prstGeom>
          <a:noFill/>
        </p:spPr>
        <p:txBody>
          <a:bodyPr wrap="square" rtlCol="0">
            <a:spAutoFit/>
          </a:bodyPr>
          <a:lstStyle/>
          <a:p>
            <a:pPr algn="ctr"/>
            <a:r>
              <a:rPr lang="fr-FR" sz="900" dirty="0">
                <a:latin typeface="Pangolin" panose="00000500000000000000" pitchFamily="2" charset="0"/>
              </a:rPr>
              <a:t>Maintenant, nous devons réorganiser les livres.</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230832"/>
          </a:xfrm>
          <a:prstGeom prst="rect">
            <a:avLst/>
          </a:prstGeom>
          <a:noFill/>
        </p:spPr>
        <p:txBody>
          <a:bodyPr wrap="square" rtlCol="0">
            <a:spAutoFit/>
          </a:bodyPr>
          <a:lstStyle/>
          <a:p>
            <a:pPr algn="ctr"/>
            <a:r>
              <a:rPr lang="pt-BR" sz="900">
                <a:latin typeface="Pangolin" panose="00000500000000000000" pitchFamily="2" charset="0"/>
              </a:rPr>
              <a:t>D’accord, voici le premier.</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366516" y="2597964"/>
            <a:ext cx="1004553" cy="369332"/>
          </a:xfrm>
          <a:prstGeom prst="rect">
            <a:avLst/>
          </a:prstGeom>
          <a:noFill/>
        </p:spPr>
        <p:txBody>
          <a:bodyPr wrap="square" rtlCol="0">
            <a:spAutoFit/>
          </a:bodyPr>
          <a:lstStyle/>
          <a:p>
            <a:pPr algn="ctr"/>
            <a:r>
              <a:rPr lang="pt-BR" sz="900" dirty="0">
                <a:latin typeface="Pangolin" panose="00000500000000000000" pitchFamily="2" charset="0"/>
              </a:rPr>
              <a:t>Pourquoi est-ce le premier ?</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776738" y="550724"/>
            <a:ext cx="1537008" cy="369332"/>
          </a:xfrm>
          <a:prstGeom prst="rect">
            <a:avLst/>
          </a:prstGeom>
          <a:noFill/>
        </p:spPr>
        <p:txBody>
          <a:bodyPr wrap="square" rtlCol="0">
            <a:spAutoFit/>
          </a:bodyPr>
          <a:lstStyle/>
          <a:p>
            <a:pPr algn="ctr"/>
            <a:r>
              <a:rPr lang="fr-FR" sz="900">
                <a:latin typeface="Pangolin" panose="00000500000000000000" pitchFamily="2" charset="0"/>
              </a:rPr>
              <a:t>Le titre commence par A, donc c’est le premier.</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167202" y="2384376"/>
            <a:ext cx="1474052" cy="784830"/>
          </a:xfrm>
          <a:prstGeom prst="rect">
            <a:avLst/>
          </a:prstGeom>
          <a:noFill/>
        </p:spPr>
        <p:txBody>
          <a:bodyPr wrap="square" rtlCol="0">
            <a:spAutoFit/>
          </a:bodyPr>
          <a:lstStyle/>
          <a:p>
            <a:pPr algn="ctr"/>
            <a:r>
              <a:rPr lang="fr-FR" sz="900" dirty="0">
                <a:latin typeface="Pangolin" panose="00000500000000000000" pitchFamily="2" charset="0"/>
              </a:rPr>
              <a:t>Les classer par ordre alphabétique est-il la meilleure option ? Les livres ont de nombreux attributs différents.</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AT" sz="900" dirty="0">
                <a:latin typeface="Pangolin" panose="00000500000000000000" pitchFamily="2" charset="0"/>
                <a:ea typeface="+mn-ea"/>
                <a:cs typeface="+mn-cs"/>
              </a:rPr>
              <a:t>Attributs ?</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230832"/>
          </a:xfrm>
          <a:prstGeom prst="rect">
            <a:avLst/>
          </a:prstGeom>
          <a:noFill/>
        </p:spPr>
        <p:txBody>
          <a:bodyPr wrap="square" rtlCol="0">
            <a:spAutoFit/>
          </a:bodyPr>
          <a:lstStyle/>
          <a:p>
            <a:pPr algn="ctr"/>
            <a:r>
              <a:rPr lang="de-AT" sz="900">
                <a:latin typeface="Pangolin" panose="00000500000000000000" pitchFamily="2" charset="0"/>
              </a:rPr>
              <a:t>Oui.</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632972" y="3599091"/>
            <a:ext cx="1773870" cy="6463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fr-FR" dirty="0"/>
              <a:t>Un </a:t>
            </a:r>
            <a:r>
              <a:rPr lang="fr-FR" dirty="0">
                <a:highlight>
                  <a:srgbClr val="C0C0C0"/>
                </a:highlight>
              </a:rPr>
              <a:t>ATTRIBUT</a:t>
            </a:r>
            <a:r>
              <a:rPr lang="fr-FR" dirty="0"/>
              <a:t> est une propriété spécifique du livre qui peut être mesurée ou observée, comme son titre, sa taille ...</a:t>
            </a:r>
            <a:endParaRPr lang="pt-BR" dirty="0"/>
          </a:p>
        </p:txBody>
      </p:sp>
      <p:sp>
        <p:nvSpPr>
          <p:cNvPr id="12" name="TextBox 11">
            <a:extLst>
              <a:ext uri="{FF2B5EF4-FFF2-40B4-BE49-F238E27FC236}">
                <a16:creationId xmlns:a16="http://schemas.microsoft.com/office/drawing/2014/main" id="{5F8FE5C0-B8C4-715D-0006-151EC047DD4C}"/>
              </a:ext>
            </a:extLst>
          </p:cNvPr>
          <p:cNvSpPr txBox="1"/>
          <p:nvPr/>
        </p:nvSpPr>
        <p:spPr>
          <a:xfrm>
            <a:off x="2446406" y="6077476"/>
            <a:ext cx="2089625"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fr-FR" dirty="0"/>
              <a:t>(Les synonymes d’attribut sont :</a:t>
            </a:r>
            <a:br>
              <a:rPr lang="fr-FR" dirty="0"/>
            </a:br>
            <a:r>
              <a:rPr lang="fr-FR" dirty="0"/>
              <a:t>variable et dimension de données)</a:t>
            </a:r>
            <a:endParaRPr lang="pt-BR" dirty="0"/>
          </a:p>
        </p:txBody>
      </p:sp>
      <p:sp>
        <p:nvSpPr>
          <p:cNvPr id="14" name="TextBox 13">
            <a:extLst>
              <a:ext uri="{FF2B5EF4-FFF2-40B4-BE49-F238E27FC236}">
                <a16:creationId xmlns:a16="http://schemas.microsoft.com/office/drawing/2014/main" id="{61113EC9-CD55-B591-449B-8CD4EEF9E7CF}"/>
              </a:ext>
            </a:extLst>
          </p:cNvPr>
          <p:cNvSpPr txBox="1"/>
          <p:nvPr/>
        </p:nvSpPr>
        <p:spPr>
          <a:xfrm>
            <a:off x="4824818" y="3570570"/>
            <a:ext cx="1676818"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fr-FR" dirty="0"/>
              <a:t>Bon d’accord... Quels attributs pourrions-nous trouver pour mieux ranger nos livres, alors ?</a:t>
            </a:r>
            <a:endParaRPr lang="pt-BR" dirty="0"/>
          </a:p>
        </p:txBody>
      </p:sp>
      <p:sp>
        <p:nvSpPr>
          <p:cNvPr id="15" name="TextBox 14">
            <a:extLst>
              <a:ext uri="{FF2B5EF4-FFF2-40B4-BE49-F238E27FC236}">
                <a16:creationId xmlns:a16="http://schemas.microsoft.com/office/drawing/2014/main" id="{9E649E8F-B936-9A1D-DD7F-B669CF43C49C}"/>
              </a:ext>
            </a:extLst>
          </p:cNvPr>
          <p:cNvSpPr txBox="1"/>
          <p:nvPr/>
        </p:nvSpPr>
        <p:spPr>
          <a:xfrm>
            <a:off x="295909" y="6787235"/>
            <a:ext cx="2898227"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fr-FR" dirty="0"/>
              <a:t>               Avant de tourner la page, regardez les livres et essayez d’énumérer les attributs que vous pensez que nous pouvons utiliser pour les organiser.</a:t>
            </a:r>
            <a:endParaRPr lang="pt-BR" dirty="0"/>
          </a:p>
        </p:txBody>
      </p:sp>
      <p:grpSp>
        <p:nvGrpSpPr>
          <p:cNvPr id="35" name="Group 34">
            <a:extLst>
              <a:ext uri="{FF2B5EF4-FFF2-40B4-BE49-F238E27FC236}">
                <a16:creationId xmlns:a16="http://schemas.microsoft.com/office/drawing/2014/main" id="{F74524F6-9AA0-CC7A-887B-ABBB1215A864}"/>
              </a:ext>
              <a:ext uri="{C183D7F6-B498-43B3-948B-1728B52AA6E4}">
                <adec:decorative xmlns:adec="http://schemas.microsoft.com/office/drawing/2017/decorative" val="1"/>
              </a:ext>
            </a:extLst>
          </p:cNvPr>
          <p:cNvGrpSpPr/>
          <p:nvPr/>
        </p:nvGrpSpPr>
        <p:grpSpPr>
          <a:xfrm>
            <a:off x="5354374" y="131611"/>
            <a:ext cx="1305102" cy="163205"/>
            <a:chOff x="295910" y="9653937"/>
            <a:chExt cx="1305102" cy="163205"/>
          </a:xfrm>
        </p:grpSpPr>
        <p:pic>
          <p:nvPicPr>
            <p:cNvPr id="36" name="Picture 35">
              <a:extLst>
                <a:ext uri="{FF2B5EF4-FFF2-40B4-BE49-F238E27FC236}">
                  <a16:creationId xmlns:a16="http://schemas.microsoft.com/office/drawing/2014/main" id="{B3ECCD16-6BAD-6FCF-14D5-A7AE3593FFF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7" name="Group 36">
              <a:extLst>
                <a:ext uri="{FF2B5EF4-FFF2-40B4-BE49-F238E27FC236}">
                  <a16:creationId xmlns:a16="http://schemas.microsoft.com/office/drawing/2014/main" id="{BE688BC2-53F1-4E32-B87A-52EAC29296D5}"/>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8" name="Picture 37">
                <a:extLst>
                  <a:ext uri="{FF2B5EF4-FFF2-40B4-BE49-F238E27FC236}">
                    <a16:creationId xmlns:a16="http://schemas.microsoft.com/office/drawing/2014/main" id="{BDDC7991-7F2C-13D6-3147-E66B5F1560EB}"/>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9" name="Picture 38">
                <a:extLst>
                  <a:ext uri="{FF2B5EF4-FFF2-40B4-BE49-F238E27FC236}">
                    <a16:creationId xmlns:a16="http://schemas.microsoft.com/office/drawing/2014/main" id="{740DDE0B-8C08-D99B-4E97-9FA2029DC5CA}"/>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0" name="Picture 39">
                <a:extLst>
                  <a:ext uri="{FF2B5EF4-FFF2-40B4-BE49-F238E27FC236}">
                    <a16:creationId xmlns:a16="http://schemas.microsoft.com/office/drawing/2014/main" id="{D19C5C91-D68A-6796-A51F-8472EE66FD9B}"/>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a:off x="953339" y="2398620"/>
            <a:ext cx="1319091" cy="646331"/>
          </a:xfrm>
          <a:prstGeom prst="rect">
            <a:avLst/>
          </a:prstGeom>
          <a:noFill/>
        </p:spPr>
        <p:txBody>
          <a:bodyPr wrap="square" rtlCol="0">
            <a:spAutoFit/>
          </a:bodyPr>
          <a:lstStyle/>
          <a:p>
            <a:pPr algn="ctr"/>
            <a:r>
              <a:rPr lang="fr-FR" sz="900" dirty="0">
                <a:latin typeface="Pangolin" panose="00000500000000000000" pitchFamily="2" charset="0"/>
              </a:rPr>
              <a:t>Il y a tellement d’attributs... Que diriez-vous d’utiliser la couleur ?</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766164" y="399814"/>
            <a:ext cx="1567841" cy="507831"/>
          </a:xfrm>
          <a:prstGeom prst="rect">
            <a:avLst/>
          </a:prstGeom>
          <a:noFill/>
        </p:spPr>
        <p:txBody>
          <a:bodyPr wrap="square" rtlCol="0">
            <a:spAutoFit/>
          </a:bodyPr>
          <a:lstStyle/>
          <a:p>
            <a:pPr algn="ctr"/>
            <a:r>
              <a:rPr lang="fr-FR" sz="900" dirty="0">
                <a:latin typeface="Pangolin" panose="00000500000000000000" pitchFamily="2" charset="0"/>
              </a:rPr>
              <a:t>Bien sûr ! Nous pourrions ordonner les livres comme les couleurs de l’arc-en-ciel.</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717625" y="976240"/>
            <a:ext cx="1032867" cy="507831"/>
          </a:xfrm>
          <a:prstGeom prst="rect">
            <a:avLst/>
          </a:prstGeom>
          <a:noFill/>
        </p:spPr>
        <p:txBody>
          <a:bodyPr wrap="square" rtlCol="0">
            <a:spAutoFit/>
          </a:bodyPr>
          <a:lstStyle/>
          <a:p>
            <a:pPr algn="ctr"/>
            <a:r>
              <a:rPr lang="fr-FR" sz="900">
                <a:latin typeface="Pangolin" panose="00000500000000000000" pitchFamily="2" charset="0"/>
              </a:rPr>
              <a:t>Ou par ordre alphabétique de couleur !</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750158" y="439530"/>
            <a:ext cx="1846970" cy="369332"/>
          </a:xfrm>
          <a:prstGeom prst="rect">
            <a:avLst/>
          </a:prstGeom>
          <a:noFill/>
        </p:spPr>
        <p:txBody>
          <a:bodyPr wrap="square" rtlCol="0">
            <a:spAutoFit/>
          </a:bodyPr>
          <a:lstStyle/>
          <a:p>
            <a:pPr algn="ctr"/>
            <a:r>
              <a:rPr lang="fr-FR" sz="900" dirty="0">
                <a:latin typeface="Pangolin" panose="00000500000000000000" pitchFamily="2" charset="0"/>
              </a:rPr>
              <a:t>Il ne devrait pas être si difficile de parvenir à un accord...</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40911" y="883167"/>
            <a:ext cx="1719928" cy="507831"/>
          </a:xfrm>
          <a:prstGeom prst="rect">
            <a:avLst/>
          </a:prstGeom>
          <a:noFill/>
        </p:spPr>
        <p:txBody>
          <a:bodyPr wrap="square" rtlCol="0">
            <a:spAutoFit/>
          </a:bodyPr>
          <a:lstStyle/>
          <a:p>
            <a:pPr algn="ctr"/>
            <a:r>
              <a:rPr lang="fr-FR" sz="900" dirty="0">
                <a:latin typeface="Pangolin" panose="00000500000000000000" pitchFamily="2" charset="0"/>
              </a:rPr>
              <a:t>Pourquoi existe-t-il différentes manières de s'organiser en fonction de la couleur ?</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25286" y="1421439"/>
            <a:ext cx="124679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900" dirty="0">
                <a:latin typeface="Pangolin" panose="00000500000000000000" pitchFamily="2" charset="0"/>
                <a:ea typeface="+mn-ea"/>
                <a:cs typeface="+mn-cs"/>
              </a:rPr>
              <a:t>Cela dépend du type d'attribut…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276513" y="3524726"/>
            <a:ext cx="2075527" cy="923330"/>
          </a:xfrm>
          <a:prstGeom prst="rect">
            <a:avLst/>
          </a:prstGeom>
          <a:noFill/>
        </p:spPr>
        <p:txBody>
          <a:bodyPr wrap="square" rtlCol="0">
            <a:spAutoFit/>
          </a:bodyPr>
          <a:lstStyle/>
          <a:p>
            <a:pPr algn="ctr"/>
            <a:r>
              <a:rPr lang="fr-FR" sz="900" dirty="0">
                <a:latin typeface="Pangolin" panose="00000500000000000000" pitchFamily="2" charset="0"/>
              </a:rPr>
              <a:t>La teinte de couleur est un attribut </a:t>
            </a:r>
            <a:r>
              <a:rPr lang="fr-FR" sz="900" dirty="0">
                <a:highlight>
                  <a:srgbClr val="C0C0C0"/>
                </a:highlight>
                <a:latin typeface="Pangolin" panose="00000500000000000000" pitchFamily="2" charset="0"/>
              </a:rPr>
              <a:t>NOMINAL</a:t>
            </a:r>
            <a:r>
              <a:rPr lang="fr-FR" sz="900" dirty="0">
                <a:latin typeface="Pangolin" panose="00000500000000000000" pitchFamily="2" charset="0"/>
              </a:rPr>
              <a:t>. Il n’y a pas d’ordre implicite – comme le genre ou l’auteur du livre. Nous pouvons trier les éléments par catégories, mais il n’y a pas d’ordre préétabli entre eux.</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591420" y="3618403"/>
            <a:ext cx="1810104" cy="646331"/>
          </a:xfrm>
          <a:prstGeom prst="rect">
            <a:avLst/>
          </a:prstGeom>
          <a:noFill/>
        </p:spPr>
        <p:txBody>
          <a:bodyPr wrap="square" rtlCol="0">
            <a:spAutoFit/>
          </a:bodyPr>
          <a:lstStyle/>
          <a:p>
            <a:pPr algn="ctr"/>
            <a:r>
              <a:rPr lang="fr-FR" sz="900" dirty="0">
                <a:latin typeface="Pangolin" panose="00000500000000000000" pitchFamily="2" charset="0"/>
              </a:rPr>
              <a:t>Oui je vois ! Qu’en est-il de la taille des livres ? C’est certainement quelque chose avec un ordre naturelle, n’est-ce pas ?</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716386" y="3579128"/>
            <a:ext cx="1891213" cy="646331"/>
          </a:xfrm>
          <a:prstGeom prst="rect">
            <a:avLst/>
          </a:prstGeom>
          <a:noFill/>
        </p:spPr>
        <p:txBody>
          <a:bodyPr wrap="square" rtlCol="0">
            <a:spAutoFit/>
          </a:bodyPr>
          <a:lstStyle/>
          <a:p>
            <a:pPr algn="ctr"/>
            <a:r>
              <a:rPr lang="fr-FR" sz="900" dirty="0">
                <a:latin typeface="Pangolin" panose="00000500000000000000" pitchFamily="2" charset="0"/>
              </a:rPr>
              <a:t>Exactement ! Un attribut peut être nominal ou ordonné – et les attributs ordonnés peuvent être </a:t>
            </a:r>
            <a:r>
              <a:rPr lang="fr-FR" sz="900" dirty="0">
                <a:highlight>
                  <a:srgbClr val="C0C0C0"/>
                </a:highlight>
                <a:latin typeface="Pangolin" panose="00000500000000000000" pitchFamily="2" charset="0"/>
              </a:rPr>
              <a:t>ORDINAUX</a:t>
            </a:r>
            <a:r>
              <a:rPr lang="fr-FR" sz="900" dirty="0">
                <a:latin typeface="Pangolin" panose="00000500000000000000" pitchFamily="2" charset="0"/>
              </a:rPr>
              <a:t> ou </a:t>
            </a:r>
            <a:r>
              <a:rPr lang="fr-FR" sz="900" dirty="0">
                <a:highlight>
                  <a:srgbClr val="C0C0C0"/>
                </a:highlight>
                <a:latin typeface="Pangolin" panose="00000500000000000000" pitchFamily="2" charset="0"/>
              </a:rPr>
              <a:t>QUANTITATIFS</a:t>
            </a:r>
            <a:r>
              <a:rPr lang="fr-FR"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482402" y="6733427"/>
            <a:ext cx="1751928" cy="784830"/>
          </a:xfrm>
          <a:prstGeom prst="rect">
            <a:avLst/>
          </a:prstGeom>
          <a:noFill/>
        </p:spPr>
        <p:txBody>
          <a:bodyPr wrap="square" rtlCol="0">
            <a:spAutoFit/>
          </a:bodyPr>
          <a:lstStyle/>
          <a:p>
            <a:r>
              <a:rPr lang="fr-FR" sz="900" dirty="0">
                <a:latin typeface="Pangolin" panose="00000500000000000000" pitchFamily="2" charset="0"/>
              </a:rPr>
              <a:t>Si vous mesurez les livres en centimètres, la mesure est </a:t>
            </a:r>
            <a:r>
              <a:rPr lang="fr-FR" sz="900" dirty="0">
                <a:highlight>
                  <a:srgbClr val="C0C0C0"/>
                </a:highlight>
                <a:latin typeface="Pangolin" panose="00000500000000000000" pitchFamily="2" charset="0"/>
              </a:rPr>
              <a:t>QUANTITATIVE</a:t>
            </a:r>
            <a:r>
              <a:rPr lang="fr-FR" sz="900" dirty="0">
                <a:latin typeface="Pangolin" panose="00000500000000000000" pitchFamily="2" charset="0"/>
              </a:rPr>
              <a:t>, car elle prend en charge la comparaison arithmétique.</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852042" y="9009568"/>
            <a:ext cx="1306088" cy="507831"/>
          </a:xfrm>
          <a:prstGeom prst="rect">
            <a:avLst/>
          </a:prstGeom>
          <a:noFill/>
        </p:spPr>
        <p:txBody>
          <a:bodyPr wrap="square" rtlCol="0">
            <a:spAutoFit/>
          </a:bodyPr>
          <a:lstStyle/>
          <a:p>
            <a:pPr algn="ctr"/>
            <a:r>
              <a:rPr lang="fr-FR" sz="900">
                <a:latin typeface="Pangolin" panose="00000500000000000000" pitchFamily="2" charset="0"/>
              </a:rPr>
              <a:t>Il en va de même pour le poids en grammes, ou le nombre de pages.</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828629" y="6795911"/>
            <a:ext cx="1345840" cy="507831"/>
          </a:xfrm>
          <a:prstGeom prst="rect">
            <a:avLst/>
          </a:prstGeom>
          <a:noFill/>
        </p:spPr>
        <p:txBody>
          <a:bodyPr wrap="square" rtlCol="0">
            <a:spAutoFit/>
          </a:bodyPr>
          <a:lstStyle/>
          <a:p>
            <a:pPr algn="ctr"/>
            <a:r>
              <a:rPr lang="fr-FR" sz="900" dirty="0">
                <a:latin typeface="Pangolin" panose="00000500000000000000" pitchFamily="2" charset="0"/>
              </a:rPr>
              <a:t>Mais si je crée des groupes de livres petits, moyens et grands…</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608173" y="6730908"/>
            <a:ext cx="1909762" cy="646331"/>
          </a:xfrm>
          <a:prstGeom prst="rect">
            <a:avLst/>
          </a:prstGeom>
          <a:noFill/>
        </p:spPr>
        <p:txBody>
          <a:bodyPr wrap="square" rtlCol="0">
            <a:spAutoFit/>
          </a:bodyPr>
          <a:lstStyle/>
          <a:p>
            <a:pPr algn="ctr"/>
            <a:r>
              <a:rPr lang="fr-FR" sz="900" dirty="0">
                <a:latin typeface="Pangolin" panose="00000500000000000000" pitchFamily="2" charset="0"/>
              </a:rPr>
              <a:t>... alors la taille est un attribut </a:t>
            </a:r>
            <a:r>
              <a:rPr lang="fr-FR" sz="900" dirty="0">
                <a:highlight>
                  <a:srgbClr val="C0C0C0"/>
                </a:highlight>
                <a:latin typeface="Pangolin" panose="00000500000000000000" pitchFamily="2" charset="0"/>
              </a:rPr>
              <a:t>ORDINAL</a:t>
            </a:r>
            <a:r>
              <a:rPr lang="fr-FR" sz="900" dirty="0">
                <a:latin typeface="Pangolin" panose="00000500000000000000" pitchFamily="2" charset="0"/>
              </a:rPr>
              <a:t>. Nous ne pouvons pas l’utiliser dans les calculs, mais il y a toujours un ordre bien défini.</a:t>
            </a:r>
            <a:endParaRPr lang="pt-BR" sz="900" dirty="0"/>
          </a:p>
        </p:txBody>
      </p:sp>
      <p:grpSp>
        <p:nvGrpSpPr>
          <p:cNvPr id="37" name="Group 36">
            <a:extLst>
              <a:ext uri="{FF2B5EF4-FFF2-40B4-BE49-F238E27FC236}">
                <a16:creationId xmlns:a16="http://schemas.microsoft.com/office/drawing/2014/main" id="{5945D6F4-3286-09AC-993E-3CBBE04C9485}"/>
              </a:ext>
              <a:ext uri="{C183D7F6-B498-43B3-948B-1728B52AA6E4}">
                <adec:decorative xmlns:adec="http://schemas.microsoft.com/office/drawing/2017/decorative" val="1"/>
              </a:ext>
            </a:extLst>
          </p:cNvPr>
          <p:cNvGrpSpPr/>
          <p:nvPr/>
        </p:nvGrpSpPr>
        <p:grpSpPr>
          <a:xfrm>
            <a:off x="5354374" y="131611"/>
            <a:ext cx="1305102" cy="163205"/>
            <a:chOff x="295910" y="9653937"/>
            <a:chExt cx="1305102" cy="163205"/>
          </a:xfrm>
        </p:grpSpPr>
        <p:pic>
          <p:nvPicPr>
            <p:cNvPr id="38" name="Picture 37">
              <a:extLst>
                <a:ext uri="{FF2B5EF4-FFF2-40B4-BE49-F238E27FC236}">
                  <a16:creationId xmlns:a16="http://schemas.microsoft.com/office/drawing/2014/main" id="{79520A2F-CFAE-B2C4-7293-7A153E023696}"/>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9" name="Group 38">
              <a:extLst>
                <a:ext uri="{FF2B5EF4-FFF2-40B4-BE49-F238E27FC236}">
                  <a16:creationId xmlns:a16="http://schemas.microsoft.com/office/drawing/2014/main" id="{FFF5C90F-6E83-622F-0B2B-893700A8A44A}"/>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0" name="Picture 39">
                <a:extLst>
                  <a:ext uri="{FF2B5EF4-FFF2-40B4-BE49-F238E27FC236}">
                    <a16:creationId xmlns:a16="http://schemas.microsoft.com/office/drawing/2014/main" id="{7E41F94B-C61E-DA2B-4661-2771B18E8AF2}"/>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41" name="Picture 40">
                <a:extLst>
                  <a:ext uri="{FF2B5EF4-FFF2-40B4-BE49-F238E27FC236}">
                    <a16:creationId xmlns:a16="http://schemas.microsoft.com/office/drawing/2014/main" id="{9DF38ED0-7BE5-FF7F-3515-1134E3F2C0AC}"/>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42" name="Picture 41">
                <a:extLst>
                  <a:ext uri="{FF2B5EF4-FFF2-40B4-BE49-F238E27FC236}">
                    <a16:creationId xmlns:a16="http://schemas.microsoft.com/office/drawing/2014/main" id="{BED50EB1-C9DB-C99C-118F-6B54D748EFF0}"/>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427110" y="426823"/>
            <a:ext cx="1773337" cy="646331"/>
          </a:xfrm>
          <a:prstGeom prst="rect">
            <a:avLst/>
          </a:prstGeom>
          <a:noFill/>
        </p:spPr>
        <p:txBody>
          <a:bodyPr wrap="square" rtlCol="0">
            <a:spAutoFit/>
          </a:bodyPr>
          <a:lstStyle/>
          <a:p>
            <a:pPr algn="ctr"/>
            <a:r>
              <a:rPr lang="fr-FR" sz="900" dirty="0">
                <a:latin typeface="Pangolin" panose="00000500000000000000" pitchFamily="2" charset="0"/>
              </a:rPr>
              <a:t>Une variable peut aussi être transformée après la collecte des données afin qu’elle ait un type différent.</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23631" y="455663"/>
            <a:ext cx="2151678" cy="923330"/>
          </a:xfrm>
          <a:prstGeom prst="rect">
            <a:avLst/>
          </a:prstGeom>
          <a:noFill/>
        </p:spPr>
        <p:txBody>
          <a:bodyPr wrap="square" rtlCol="0">
            <a:spAutoFit/>
          </a:bodyPr>
          <a:lstStyle/>
          <a:p>
            <a:pPr algn="ctr"/>
            <a:r>
              <a:rPr lang="fr-FR" sz="900" dirty="0">
                <a:latin typeface="Pangolin" panose="00000500000000000000" pitchFamily="2" charset="0"/>
              </a:rPr>
              <a:t>Pouvons-nous mesurer les livres en </a:t>
            </a:r>
            <a:r>
              <a:rPr lang="fr-FR" sz="900" dirty="0">
                <a:solidFill>
                  <a:schemeClr val="accent4">
                    <a:lumMod val="50000"/>
                  </a:schemeClr>
                </a:solidFill>
                <a:latin typeface="Pangolin" panose="00000500000000000000" pitchFamily="2" charset="0"/>
              </a:rPr>
              <a:t>centimètres</a:t>
            </a:r>
            <a:r>
              <a:rPr lang="fr-FR" sz="900" dirty="0">
                <a:latin typeface="Pangolin" panose="00000500000000000000" pitchFamily="2" charset="0"/>
              </a:rPr>
              <a:t> et décider ensuite que chaque livre de moins de 18 centimètres sera classé comme ««  </a:t>
            </a:r>
            <a:r>
              <a:rPr lang="fr-FR" sz="900" dirty="0">
                <a:solidFill>
                  <a:srgbClr val="7030A0"/>
                </a:solidFill>
                <a:latin typeface="Pangolin" panose="00000500000000000000" pitchFamily="2" charset="0"/>
              </a:rPr>
              <a:t>petit</a:t>
            </a:r>
            <a:r>
              <a:rPr lang="fr-FR" sz="900" dirty="0">
                <a:latin typeface="Pangolin" panose="00000500000000000000" pitchFamily="2" charset="0"/>
              </a:rPr>
              <a:t>  »» ? Cela reviendrait à transformer un attribut </a:t>
            </a:r>
            <a:r>
              <a:rPr lang="fr-FR" sz="900" dirty="0">
                <a:solidFill>
                  <a:schemeClr val="accent4">
                    <a:lumMod val="50000"/>
                  </a:schemeClr>
                </a:solidFill>
                <a:latin typeface="Pangolin" panose="00000500000000000000" pitchFamily="2" charset="0"/>
              </a:rPr>
              <a:t>quantitatif</a:t>
            </a:r>
            <a:r>
              <a:rPr lang="fr-FR" sz="900" dirty="0">
                <a:latin typeface="Pangolin" panose="00000500000000000000" pitchFamily="2" charset="0"/>
              </a:rPr>
              <a:t> en un attribut </a:t>
            </a:r>
            <a:r>
              <a:rPr lang="fr-FR" sz="900" dirty="0">
                <a:solidFill>
                  <a:srgbClr val="7030A0"/>
                </a:solidFill>
                <a:latin typeface="Pangolin" panose="00000500000000000000" pitchFamily="2" charset="0"/>
              </a:rPr>
              <a:t>ordinal</a:t>
            </a:r>
            <a:r>
              <a:rPr lang="fr-FR" sz="900" dirty="0">
                <a:latin typeface="Pangolin" panose="00000500000000000000" pitchFamily="2" charset="0"/>
              </a:rPr>
              <a:t>.</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fr-FR" sz="900" dirty="0">
                <a:latin typeface="Pangolin" panose="00000500000000000000" pitchFamily="2" charset="0"/>
              </a:rPr>
              <a:t>C’est bien ça. Vous pouvez également le transformer en un attribut catégorique binaire : par exemple, livre de poche (oui ou non).</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83886" y="3608454"/>
            <a:ext cx="2083286" cy="507831"/>
          </a:xfrm>
          <a:prstGeom prst="rect">
            <a:avLst/>
          </a:prstGeom>
          <a:noFill/>
        </p:spPr>
        <p:txBody>
          <a:bodyPr wrap="square" rtlCol="0">
            <a:spAutoFit/>
          </a:bodyPr>
          <a:lstStyle/>
          <a:p>
            <a:pPr algn="ctr"/>
            <a:r>
              <a:rPr lang="fr-FR" sz="900" dirty="0">
                <a:latin typeface="Pangolin" panose="00000500000000000000" pitchFamily="2" charset="0"/>
              </a:rPr>
              <a:t>Oh, c’est vrai. Mais cela ne signifie-t-il pas que nous manquerions la plupart des détails des données collectées ?</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468772" y="3519979"/>
            <a:ext cx="2040537" cy="784830"/>
          </a:xfrm>
          <a:prstGeom prst="rect">
            <a:avLst/>
          </a:prstGeom>
          <a:noFill/>
        </p:spPr>
        <p:txBody>
          <a:bodyPr wrap="square" rtlCol="0">
            <a:spAutoFit/>
          </a:bodyPr>
          <a:lstStyle/>
          <a:p>
            <a:pPr algn="ctr"/>
            <a:r>
              <a:rPr lang="fr-FR" sz="900">
                <a:latin typeface="Pangolin" panose="00000500000000000000" pitchFamily="2" charset="0"/>
              </a:rPr>
              <a:t>Oui, ce sont des transformations avec perte de données. Donc, si vous n’êtes pas sûr de la façon dont vous allez utiliser les données, il est préférable de les collecter plus en détail.</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37096" y="3499701"/>
            <a:ext cx="2040537" cy="923330"/>
          </a:xfrm>
          <a:prstGeom prst="rect">
            <a:avLst/>
          </a:prstGeom>
          <a:noFill/>
        </p:spPr>
        <p:txBody>
          <a:bodyPr wrap="square" rtlCol="0">
            <a:spAutoFit/>
          </a:bodyPr>
          <a:lstStyle/>
          <a:p>
            <a:pPr algn="ctr"/>
            <a:r>
              <a:rPr lang="fr-FR" sz="900">
                <a:latin typeface="Pangolin" panose="00000500000000000000" pitchFamily="2" charset="0"/>
              </a:rPr>
              <a:t>C’est logique. Vous pouvez toujours transformer une valeur quantitative. Mais si vous n’avez que des valeurs catégorielles ou ordinales, vous ne pouvez pas passer à des valeurs quantitatives plus tard.</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404838" y="6654321"/>
            <a:ext cx="1846409" cy="78483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900" dirty="0">
                <a:latin typeface="Pangolin" panose="00000500000000000000" pitchFamily="2" charset="0"/>
                <a:ea typeface="+mn-ea"/>
                <a:cs typeface="+mn-cs"/>
              </a:rPr>
              <a:t>Super, maintenant que nous avons tous appris sur les attributs des données et leurs types d’attributs, nous pouvons prendre une décision éclairée !</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664428"/>
            <a:ext cx="2058976" cy="646331"/>
          </a:xfrm>
          <a:prstGeom prst="rect">
            <a:avLst/>
          </a:prstGeom>
          <a:noFill/>
        </p:spPr>
        <p:txBody>
          <a:bodyPr wrap="square" rtlCol="0">
            <a:spAutoFit/>
          </a:bodyPr>
          <a:lstStyle/>
          <a:p>
            <a:pPr algn="ctr"/>
            <a:r>
              <a:rPr lang="fr-FR" sz="900" dirty="0">
                <a:latin typeface="Pangolin" panose="00000500000000000000" pitchFamily="2" charset="0"/>
              </a:rPr>
              <a:t>Bien sûr. En parlant d’attributs... Je vais vous </a:t>
            </a:r>
            <a:r>
              <a:rPr lang="fr-FR" sz="900" i="1" dirty="0">
                <a:latin typeface="Pangolin" panose="00000500000000000000" pitchFamily="2" charset="0"/>
              </a:rPr>
              <a:t>attribuer</a:t>
            </a:r>
            <a:r>
              <a:rPr lang="fr-FR" sz="900" dirty="0">
                <a:latin typeface="Pangolin" panose="00000500000000000000" pitchFamily="2" charset="0"/>
              </a:rPr>
              <a:t> cette tâche et aller chercher à manger. Faites-moi savoir quand ce sera fini.</a:t>
            </a:r>
            <a:endParaRPr lang="pt-BR" sz="900" dirty="0"/>
          </a:p>
        </p:txBody>
      </p:sp>
      <p:sp>
        <p:nvSpPr>
          <p:cNvPr id="22" name="Rectangle 21">
            <a:extLst>
              <a:ext uri="{FF2B5EF4-FFF2-40B4-BE49-F238E27FC236}">
                <a16:creationId xmlns:a16="http://schemas.microsoft.com/office/drawing/2014/main" id="{CB7901C0-4218-8AEC-F845-02FADD72E2FD}"/>
              </a:ext>
            </a:extLst>
          </p:cNvPr>
          <p:cNvSpPr/>
          <p:nvPr/>
        </p:nvSpPr>
        <p:spPr>
          <a:xfrm>
            <a:off x="3906968" y="9291640"/>
            <a:ext cx="584704" cy="2591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latin typeface="Momopresentation Updated 2" panose="02000503000000000000" pitchFamily="2" charset="0"/>
              </a:rPr>
              <a:t>FIN</a:t>
            </a:r>
            <a:endParaRPr lang="pt-BR" dirty="0">
              <a:solidFill>
                <a:schemeClr val="tx1"/>
              </a:solidFill>
              <a:latin typeface="Momopresentation Updated 2" panose="02000503000000000000" pitchFamily="2" charset="0"/>
            </a:endParaRPr>
          </a:p>
        </p:txBody>
      </p:sp>
      <p:sp>
        <p:nvSpPr>
          <p:cNvPr id="12" name="TextBox 11">
            <a:extLst>
              <a:ext uri="{FF2B5EF4-FFF2-40B4-BE49-F238E27FC236}">
                <a16:creationId xmlns:a16="http://schemas.microsoft.com/office/drawing/2014/main" id="{171738F2-D8D5-A79C-CD96-DD9FCC733297}"/>
              </a:ext>
            </a:extLst>
          </p:cNvPr>
          <p:cNvSpPr txBox="1"/>
          <p:nvPr/>
        </p:nvSpPr>
        <p:spPr>
          <a:xfrm>
            <a:off x="4680809" y="8803670"/>
            <a:ext cx="1966054" cy="784830"/>
          </a:xfrm>
          <a:prstGeom prst="rect">
            <a:avLst/>
          </a:prstGeom>
          <a:noFill/>
        </p:spPr>
        <p:txBody>
          <a:bodyPr wrap="square" rtlCol="0">
            <a:spAutoFit/>
          </a:bodyPr>
          <a:lstStyle/>
          <a:p>
            <a:pPr algn="ctr"/>
            <a:r>
              <a:rPr lang="fr-FR" sz="900" dirty="0">
                <a:latin typeface="Pangolin" panose="00000500000000000000" pitchFamily="2" charset="0"/>
              </a:rPr>
              <a:t>Maintenant que nous avons parlé des attributs de données et de leurs types, tournez la page et voyez si vous pouvez appliquer les connaissances à certains exercices !</a:t>
            </a:r>
            <a:endParaRPr lang="pt-BR" sz="900" dirty="0"/>
          </a:p>
        </p:txBody>
      </p:sp>
      <p:grpSp>
        <p:nvGrpSpPr>
          <p:cNvPr id="30" name="Group 29">
            <a:extLst>
              <a:ext uri="{FF2B5EF4-FFF2-40B4-BE49-F238E27FC236}">
                <a16:creationId xmlns:a16="http://schemas.microsoft.com/office/drawing/2014/main" id="{C640B0B8-E13F-D4A7-1B96-F680B4D72984}"/>
              </a:ext>
              <a:ext uri="{C183D7F6-B498-43B3-948B-1728B52AA6E4}">
                <adec:decorative xmlns:adec="http://schemas.microsoft.com/office/drawing/2017/decorative" val="1"/>
              </a:ext>
            </a:extLst>
          </p:cNvPr>
          <p:cNvGrpSpPr/>
          <p:nvPr/>
        </p:nvGrpSpPr>
        <p:grpSpPr>
          <a:xfrm>
            <a:off x="5354374" y="131611"/>
            <a:ext cx="1305102" cy="163205"/>
            <a:chOff x="295910" y="9653937"/>
            <a:chExt cx="1305102" cy="163205"/>
          </a:xfrm>
        </p:grpSpPr>
        <p:pic>
          <p:nvPicPr>
            <p:cNvPr id="31" name="Picture 30">
              <a:extLst>
                <a:ext uri="{FF2B5EF4-FFF2-40B4-BE49-F238E27FC236}">
                  <a16:creationId xmlns:a16="http://schemas.microsoft.com/office/drawing/2014/main" id="{51C54ED1-2EB9-46A3-84F9-D119E0C63D3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32" name="Group 31">
              <a:extLst>
                <a:ext uri="{FF2B5EF4-FFF2-40B4-BE49-F238E27FC236}">
                  <a16:creationId xmlns:a16="http://schemas.microsoft.com/office/drawing/2014/main" id="{91C779CE-C51E-1DCA-5717-D6CFC2A2BB63}"/>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33" name="Picture 32">
                <a:extLst>
                  <a:ext uri="{FF2B5EF4-FFF2-40B4-BE49-F238E27FC236}">
                    <a16:creationId xmlns:a16="http://schemas.microsoft.com/office/drawing/2014/main" id="{2EB19855-AF09-AB3D-7A9F-17900957CE5F}"/>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34" name="Picture 33">
                <a:extLst>
                  <a:ext uri="{FF2B5EF4-FFF2-40B4-BE49-F238E27FC236}">
                    <a16:creationId xmlns:a16="http://schemas.microsoft.com/office/drawing/2014/main" id="{93F3F30C-30C1-174C-671F-DD7B177F2B1F}"/>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35" name="Picture 34">
                <a:extLst>
                  <a:ext uri="{FF2B5EF4-FFF2-40B4-BE49-F238E27FC236}">
                    <a16:creationId xmlns:a16="http://schemas.microsoft.com/office/drawing/2014/main" id="{A28D994A-BF3A-505A-B20A-3F998F761D38}"/>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65265"/>
            <a:chOff x="2386013" y="1709738"/>
            <a:chExt cx="4020488" cy="1365265"/>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2495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6746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7587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57722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Titre</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397000"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Directeur</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238382"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Acteur</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08451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Durée</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Année</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Genre</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21430" y="7259461"/>
            <a:ext cx="82870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Popularité</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a:solidFill>
                  <a:schemeClr val="tx1">
                    <a:lumMod val="50000"/>
                    <a:lumOff val="50000"/>
                  </a:schemeClr>
                </a:solidFill>
                <a:latin typeface="Pangolin" panose="00000500000000000000" pitchFamily="2" charset="0"/>
              </a:rPr>
              <a:t>Références:</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36550" y="464051"/>
            <a:ext cx="2310365" cy="784830"/>
          </a:xfrm>
          <a:prstGeom prst="rect">
            <a:avLst/>
          </a:prstGeom>
          <a:noFill/>
        </p:spPr>
        <p:txBody>
          <a:bodyPr wrap="square" rtlCol="0">
            <a:spAutoFit/>
          </a:bodyPr>
          <a:lstStyle/>
          <a:p>
            <a:pPr algn="ctr"/>
            <a:r>
              <a:rPr lang="fr-FR" sz="900">
                <a:latin typeface="Pangolin" panose="00000500000000000000" pitchFamily="2" charset="0"/>
              </a:rPr>
              <a:t>N’oubliez pas qu’un attribut est une propriété spécifique qui peut être mesurée, observée ou enregistrée. </a:t>
            </a:r>
            <a:br>
              <a:rPr lang="fr-FR" sz="900">
                <a:latin typeface="Pangolin" panose="00000500000000000000" pitchFamily="2" charset="0"/>
              </a:rPr>
            </a:br>
            <a:r>
              <a:rPr lang="fr-FR" sz="900">
                <a:latin typeface="Pangolin" panose="00000500000000000000" pitchFamily="2" charset="0"/>
              </a:rPr>
              <a:t>Le graphique de droite donne un aperçu des différents types d’attributs.</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2990843" y="783421"/>
            <a:ext cx="1518364"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DE" sz="2000" b="1">
                <a:ln w="19050">
                  <a:solidFill>
                    <a:schemeClr val="tx1"/>
                  </a:solidFill>
                </a:ln>
                <a:solidFill>
                  <a:srgbClr val="A4A4A4"/>
                </a:solidFill>
                <a:latin typeface="Momopresentation Updated 2" panose="02000503000000000000" pitchFamily="2" charset="0"/>
                <a:ea typeface="+mn-ea"/>
                <a:cs typeface="+mn-cs"/>
              </a:rPr>
              <a:t>ATTRIBUTS</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NOMINAL</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360623" cy="369332"/>
          </a:xfrm>
          <a:prstGeom prst="rect">
            <a:avLst/>
          </a:prstGeom>
          <a:noFill/>
        </p:spPr>
        <p:txBody>
          <a:bodyPr wrap="square" rtlCol="0">
            <a:spAutoFit/>
          </a:bodyPr>
          <a:lstStyle/>
          <a:p>
            <a:r>
              <a:rPr lang="fr-FR" sz="900">
                <a:latin typeface="Pangolin" panose="00000500000000000000" pitchFamily="2" charset="0"/>
              </a:rPr>
              <a:t>Par exemple, couleur, sexe, auteur, langue</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55333" y="1704154"/>
            <a:ext cx="883575" cy="261610"/>
          </a:xfrm>
          <a:prstGeom prst="rect">
            <a:avLst/>
          </a:prstGeom>
          <a:noFill/>
        </p:spPr>
        <p:txBody>
          <a:bodyPr wrap="none" rtlCol="0">
            <a:spAutoFit/>
          </a:bodyPr>
          <a:lstStyle/>
          <a:p>
            <a:r>
              <a:rPr lang="de-DE" sz="1100" dirty="0">
                <a:latin typeface="Pangolin" panose="00000500000000000000" pitchFamily="2" charset="0"/>
              </a:rPr>
              <a:t>ORDONNÉS</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ORDINAL</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34319" y="2737514"/>
            <a:ext cx="1445711" cy="369332"/>
          </a:xfrm>
          <a:prstGeom prst="rect">
            <a:avLst/>
          </a:prstGeom>
          <a:noFill/>
        </p:spPr>
        <p:txBody>
          <a:bodyPr wrap="square" rtlCol="0">
            <a:spAutoFit/>
          </a:bodyPr>
          <a:lstStyle/>
          <a:p>
            <a:r>
              <a:rPr lang="fr-FR" sz="900" dirty="0">
                <a:latin typeface="Pangolin" panose="00000500000000000000" pitchFamily="2" charset="0"/>
              </a:rPr>
              <a:t>Par exemple, l’éducation, la pointure...</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QUANTITATIF</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60638"/>
            <a:ext cx="1622839" cy="369332"/>
          </a:xfrm>
          <a:prstGeom prst="rect">
            <a:avLst/>
          </a:prstGeom>
          <a:noFill/>
        </p:spPr>
        <p:txBody>
          <a:bodyPr wrap="square" rtlCol="0">
            <a:spAutoFit/>
          </a:bodyPr>
          <a:lstStyle/>
          <a:p>
            <a:r>
              <a:rPr lang="fr-FR" sz="900" dirty="0">
                <a:latin typeface="Pangolin" panose="00000500000000000000" pitchFamily="2" charset="0"/>
              </a:rPr>
              <a:t>Exemple: poids, âge exact, température...</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389922" y="3645111"/>
            <a:ext cx="2392571" cy="507831"/>
          </a:xfrm>
          <a:prstGeom prst="rect">
            <a:avLst/>
          </a:prstGeom>
          <a:noFill/>
        </p:spPr>
        <p:txBody>
          <a:bodyPr wrap="square" rtlCol="0">
            <a:spAutoFit/>
          </a:bodyPr>
          <a:lstStyle/>
          <a:p>
            <a:r>
              <a:rPr lang="fr-FR" sz="900" dirty="0">
                <a:latin typeface="Pangolin" panose="00000500000000000000" pitchFamily="2" charset="0"/>
              </a:rPr>
              <a:t>            Décrivez tous les différents attributs que vous pourriez trouver pour cette variété de chocolats !</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336549" y="6297260"/>
            <a:ext cx="6313479" cy="200055"/>
          </a:xfrm>
          <a:prstGeom prst="rect">
            <a:avLst/>
          </a:prstGeom>
          <a:noFill/>
        </p:spPr>
        <p:txBody>
          <a:bodyPr wrap="square" rtlCol="0">
            <a:spAutoFit/>
          </a:bodyPr>
          <a:lstStyle/>
          <a:p>
            <a:r>
              <a:rPr lang="fr-FR" sz="700" dirty="0">
                <a:latin typeface="Pangolin" panose="00000500000000000000" pitchFamily="2" charset="0"/>
              </a:rPr>
              <a:t>Exemple: taille, poids, forme, couleur, saveur, calories, quantité de noix, type d’emballage, date de péremption, consistance, s’il s’agit d’un bonbon maison...</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fr-FR" sz="900" dirty="0">
                <a:latin typeface="Pangolin" panose="00000500000000000000" pitchFamily="2" charset="0"/>
              </a:rPr>
              <a:t>Voir le tableau ci-dessous avec les données. Découvrez les types d’attributs de chaque colonne !</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390366"/>
            <a:ext cx="5921366" cy="200055"/>
          </a:xfrm>
          <a:prstGeom prst="rect">
            <a:avLst/>
          </a:prstGeom>
          <a:noFill/>
        </p:spPr>
        <p:txBody>
          <a:bodyPr wrap="square" rtlCol="0">
            <a:spAutoFit/>
          </a:bodyPr>
          <a:lstStyle/>
          <a:p>
            <a:r>
              <a:rPr lang="fr-FR" sz="700">
                <a:latin typeface="Pangolin" panose="00000500000000000000" pitchFamily="2" charset="0"/>
              </a:rPr>
              <a:t>Catégorie : Titre, Réalisateur, Acteur, Genre |  Quantitatif : Durée |  Ordinal : Année, Popularité</a:t>
            </a:r>
            <a:endParaRPr lang="pt-BR" sz="700" dirty="0"/>
          </a:p>
        </p:txBody>
      </p:sp>
      <p:grpSp>
        <p:nvGrpSpPr>
          <p:cNvPr id="42" name="Group 41">
            <a:extLst>
              <a:ext uri="{FF2B5EF4-FFF2-40B4-BE49-F238E27FC236}">
                <a16:creationId xmlns:a16="http://schemas.microsoft.com/office/drawing/2014/main" id="{51DDC7B3-1AEC-A2C9-45B3-4A0909A0F716}"/>
              </a:ext>
              <a:ext uri="{C183D7F6-B498-43B3-948B-1728B52AA6E4}">
                <adec:decorative xmlns:adec="http://schemas.microsoft.com/office/drawing/2017/decorative" val="1"/>
              </a:ext>
            </a:extLst>
          </p:cNvPr>
          <p:cNvGrpSpPr/>
          <p:nvPr/>
        </p:nvGrpSpPr>
        <p:grpSpPr>
          <a:xfrm>
            <a:off x="5354374" y="131611"/>
            <a:ext cx="1305102" cy="163205"/>
            <a:chOff x="295910" y="9653937"/>
            <a:chExt cx="1305102" cy="163205"/>
          </a:xfrm>
        </p:grpSpPr>
        <p:pic>
          <p:nvPicPr>
            <p:cNvPr id="43" name="Picture 42">
              <a:extLst>
                <a:ext uri="{FF2B5EF4-FFF2-40B4-BE49-F238E27FC236}">
                  <a16:creationId xmlns:a16="http://schemas.microsoft.com/office/drawing/2014/main" id="{9A27751C-3AE3-AF0F-B69B-1A4E4B73AE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4" name="Group 43">
              <a:extLst>
                <a:ext uri="{FF2B5EF4-FFF2-40B4-BE49-F238E27FC236}">
                  <a16:creationId xmlns:a16="http://schemas.microsoft.com/office/drawing/2014/main" id="{1692CA67-568B-DB54-12C6-8DBB57ABBE2B}"/>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5" name="Picture 44">
                <a:extLst>
                  <a:ext uri="{FF2B5EF4-FFF2-40B4-BE49-F238E27FC236}">
                    <a16:creationId xmlns:a16="http://schemas.microsoft.com/office/drawing/2014/main" id="{D20E4EA9-F03F-8F4D-77B1-2AAD86B85DAE}"/>
                  </a:ext>
                </a:extLst>
              </p:cNvPr>
              <p:cNvPicPr>
                <a:picLocks noChangeAspect="1"/>
              </p:cNvPicPr>
              <p:nvPr/>
            </p:nvPicPr>
            <p:blipFill>
              <a:blip r:embed="rId5"/>
              <a:stretch>
                <a:fillRect/>
              </a:stretch>
            </p:blipFill>
            <p:spPr>
              <a:xfrm>
                <a:off x="4063999" y="4953000"/>
                <a:ext cx="609600" cy="609600"/>
              </a:xfrm>
              <a:prstGeom prst="rect">
                <a:avLst/>
              </a:prstGeom>
            </p:spPr>
          </p:pic>
          <p:pic>
            <p:nvPicPr>
              <p:cNvPr id="46" name="Picture 45">
                <a:extLst>
                  <a:ext uri="{FF2B5EF4-FFF2-40B4-BE49-F238E27FC236}">
                    <a16:creationId xmlns:a16="http://schemas.microsoft.com/office/drawing/2014/main" id="{EC5DBCCC-2D5A-8785-8FEB-8AF66359CBB4}"/>
                  </a:ext>
                </a:extLst>
              </p:cNvPr>
              <p:cNvPicPr>
                <a:picLocks noChangeAspect="1"/>
              </p:cNvPicPr>
              <p:nvPr/>
            </p:nvPicPr>
            <p:blipFill>
              <a:blip r:embed="rId6"/>
              <a:stretch>
                <a:fillRect/>
              </a:stretch>
            </p:blipFill>
            <p:spPr>
              <a:xfrm>
                <a:off x="4705349" y="4953000"/>
                <a:ext cx="609600" cy="609600"/>
              </a:xfrm>
              <a:prstGeom prst="rect">
                <a:avLst/>
              </a:prstGeom>
            </p:spPr>
          </p:pic>
          <p:pic>
            <p:nvPicPr>
              <p:cNvPr id="47" name="Picture 46">
                <a:extLst>
                  <a:ext uri="{FF2B5EF4-FFF2-40B4-BE49-F238E27FC236}">
                    <a16:creationId xmlns:a16="http://schemas.microsoft.com/office/drawing/2014/main" id="{304C8EB1-DF78-E76F-3238-7215D9896E35}"/>
                  </a:ext>
                </a:extLst>
              </p:cNvPr>
              <p:cNvPicPr>
                <a:picLocks noChangeAspect="1"/>
              </p:cNvPicPr>
              <p:nvPr/>
            </p:nvPicPr>
            <p:blipFill>
              <a:blip r:embed="rId7"/>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D8985FA-54A1-7FAC-AF35-DA4D60BDEDC7}"/>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defTabSz="457200">
              <a:lnSpc>
                <a:spcPct val="100000"/>
              </a:lnSpc>
              <a:spcBef>
                <a:spcPts val="0"/>
              </a:spcBef>
              <a:defRPr/>
            </a:pPr>
            <a:r>
              <a:rPr lang="fr-FR" sz="1100" b="1" dirty="0">
                <a:solidFill>
                  <a:srgbClr val="333333"/>
                </a:solidFill>
                <a:latin typeface="Source Sans Pro" panose="020B0503030403020204" pitchFamily="34" charset="0"/>
                <a:ea typeface="+mn-ea"/>
                <a:cs typeface="+mn-cs"/>
              </a:rPr>
              <a:t>Comment citer ce document :</a:t>
            </a:r>
            <a:br>
              <a:rPr lang="fr-FR" sz="1100" b="1"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Types de Données . University of Applied Sciences St. Pölten (USTP). https://www.comixplain.cc</a:t>
            </a:r>
            <a:br>
              <a:rPr lang="fr-FR" sz="1100" dirty="0">
                <a:solidFill>
                  <a:srgbClr val="333333"/>
                </a:solidFill>
                <a:latin typeface="Source Sans Pro" panose="020B0503030403020204" pitchFamily="34" charset="0"/>
                <a:ea typeface="+mn-ea"/>
                <a:cs typeface="+mn-cs"/>
              </a:rPr>
            </a:br>
            <a:br>
              <a:rPr lang="fr-FR" sz="1100" b="1" dirty="0">
                <a:solidFill>
                  <a:srgbClr val="333333"/>
                </a:solidFill>
                <a:latin typeface="Source Sans Pro" panose="020B0503030403020204" pitchFamily="34" charset="0"/>
                <a:ea typeface="+mn-ea"/>
                <a:cs typeface="+mn-cs"/>
              </a:rPr>
            </a:br>
            <a:r>
              <a:rPr lang="fr-FR" sz="1100" b="1" dirty="0">
                <a:solidFill>
                  <a:srgbClr val="333333"/>
                </a:solidFill>
                <a:latin typeface="Source Sans Pro" panose="020B0503030403020204" pitchFamily="34" charset="0"/>
                <a:ea typeface="+mn-ea"/>
                <a:cs typeface="+mn-cs"/>
              </a:rPr>
              <a:t>Cette bande dessinée a été adaptée de : </a:t>
            </a:r>
            <a:br>
              <a:rPr lang="fr-FR" sz="1100"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lang="de-AT" sz="1100" dirty="0">
                <a:solidFill>
                  <a:srgbClr val="333333"/>
                </a:solidFill>
                <a:latin typeface="Source Sans Pro" panose="020B0503030403020204" pitchFamily="34" charset="0"/>
                <a:ea typeface="+mn-ea"/>
                <a:cs typeface="+mn-cs"/>
              </a:rPr>
              <a:t>Types de Données </a:t>
            </a:r>
            <a:r>
              <a:rPr lang="de-DE" sz="1100" dirty="0">
                <a:solidFill>
                  <a:srgbClr val="333333"/>
                </a:solidFill>
                <a:latin typeface="Source Sans Pro" panose="020B0503030403020204" pitchFamily="34" charset="0"/>
                <a:ea typeface="+mn-ea"/>
                <a:cs typeface="+mn-cs"/>
              </a:rPr>
              <a:t>© 2024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D7E292F-E3FB-4761-B9F1-EE732EA8F0F0}">
  <ds:schemaRefs>
    <ds:schemaRef ds:uri="da1b7603-f8b8-47c9-9682-dc6aa8e9acd7"/>
    <ds:schemaRef ds:uri="94bcf745-830c-42f4-885c-a1d7342e6e36"/>
    <ds:schemaRef ds:uri="http://schemas.microsoft.com/office/2006/documentManagement/types"/>
    <ds:schemaRef ds:uri="http://purl.org/dc/elements/1.1/"/>
    <ds:schemaRef ds:uri="http://schemas.microsoft.com/office/2006/metadata/properties"/>
    <ds:schemaRef ds:uri="http://schemas.openxmlformats.org/package/2006/metadata/core-properties"/>
    <ds:schemaRef ds:uri="http://purl.org/dc/terms/"/>
    <ds:schemaRef ds:uri="http://schemas.microsoft.com/office/infopath/2007/PartnerControls"/>
    <ds:schemaRef ds:uri="http://www.w3.org/XML/1998/namespace"/>
    <ds:schemaRef ds:uri="http://purl.org/dc/dcmitype/"/>
  </ds:schemaRefs>
</ds:datastoreItem>
</file>

<file path=customXml/itemProps2.xml><?xml version="1.0" encoding="utf-8"?>
<ds:datastoreItem xmlns:ds="http://schemas.openxmlformats.org/officeDocument/2006/customXml" ds:itemID="{0D9A6FA5-AF28-42C9-9D21-6347A8320AC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A0E7FCC-F4A9-4675-B9D8-5E09C3364C5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34</TotalTime>
  <Words>1076</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Momopresentation Updated 2</vt:lpstr>
      <vt:lpstr>Calibri</vt:lpstr>
      <vt:lpstr>Segoe UI</vt:lpstr>
      <vt:lpstr>Arial</vt:lpstr>
      <vt:lpstr>Source Sans Pro</vt:lpstr>
      <vt:lpstr>Pangolin</vt:lpstr>
      <vt:lpstr>Calibri Light</vt:lpstr>
      <vt:lpstr>Office</vt:lpstr>
      <vt:lpstr>Types de Données</vt:lpstr>
      <vt:lpstr>PowerPoint Presentation</vt:lpstr>
      <vt:lpstr>Attributs ?</vt:lpstr>
      <vt:lpstr>Cela dépend du type d'attribut…</vt:lpstr>
      <vt:lpstr>Super, maintenant que nous avons tous appris sur les attributs des données et leurs types d’attributs, nous pouvons prendre une décision éclairée !</vt:lpstr>
      <vt:lpstr>ATTRIBUTS</vt:lpstr>
      <vt:lpstr>Comment citer ce document :  De-Jesus-Oliveira, V.-A., Boucher, M., Boucher, A., Wu, H.-Y., &amp; Stoiber, C. (2025). Types de Données . University of Applied Sciences St. Pölten (USTP). https://www.comixplain.cc  Cette bande dessinée a été adaptée de :   Types de Données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Types de Données</dc:title>
  <dc:creator>Boucher Magdalena</dc:creator>
  <cp:lastModifiedBy>de-Jesus-Oliveira Victor-Adriel</cp:lastModifiedBy>
  <cp:revision>48</cp:revision>
  <dcterms:created xsi:type="dcterms:W3CDTF">2022-09-19T11:21:57Z</dcterms:created>
  <dcterms:modified xsi:type="dcterms:W3CDTF">2025-11-09T06:56:38Z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
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6114CC-4CAF-4FE8-91BA-731F9731FE43}" v="19" dt="2025-11-08T13:40:19.9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847" autoAdjust="0"/>
  </p:normalViewPr>
  <p:slideViewPr>
    <p:cSldViewPr snapToGrid="0">
      <p:cViewPr varScale="1">
        <p:scale>
          <a:sx n="66" d="100"/>
          <a:sy n="66" d="100"/>
        </p:scale>
        <p:origin x="2093" y="7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8T13:40:19.930" v="49"/>
      <pc:docMkLst>
        <pc:docMk/>
      </pc:docMkLst>
      <pc:sldChg chg="addSp modSp mod">
        <pc:chgData name="de-Jesus-Oliveira Victor-Adriel" userId="a708fc36-3c1b-42ab-b5e9-2e1fa3c6605e" providerId="ADAL" clId="{39AA12F0-CB51-4D67-A3A6-7C3EC2C345CA}" dt="2025-11-07T10:49:07.146" v="45" actId="20577"/>
        <pc:sldMkLst>
          <pc:docMk/>
          <pc:sldMk cId="171183961" sldId="267"/>
        </pc:sldMkLst>
        <pc:spChg chg="mod">
          <ac:chgData name="de-Jesus-Oliveira Victor-Adriel" userId="a708fc36-3c1b-42ab-b5e9-2e1fa3c6605e" providerId="ADAL" clId="{39AA12F0-CB51-4D67-A3A6-7C3EC2C345CA}" dt="2025-11-07T10:49:07.146" v="45"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39.049" v="30" actId="167"/>
          <ac:picMkLst>
            <pc:docMk/>
            <pc:sldMk cId="171183961" sldId="267"/>
            <ac:picMk id="4" creationId="{B5B1612E-D4B6-CC3D-F06C-A74D63720842}"/>
          </ac:picMkLst>
        </pc:picChg>
      </pc:sldChg>
      <pc:sldChg chg="addSp modSp">
        <pc:chgData name="de-Jesus-Oliveira Victor-Adriel" userId="a708fc36-3c1b-42ab-b5e9-2e1fa3c6605e" providerId="ADAL" clId="{39AA12F0-CB51-4D67-A3A6-7C3EC2C345CA}" dt="2025-11-08T13:40:13.087" v="46"/>
        <pc:sldMkLst>
          <pc:docMk/>
          <pc:sldMk cId="2478332003" sldId="268"/>
        </pc:sldMkLst>
        <pc:grpChg chg="add mod">
          <ac:chgData name="de-Jesus-Oliveira Victor-Adriel" userId="a708fc36-3c1b-42ab-b5e9-2e1fa3c6605e" providerId="ADAL" clId="{39AA12F0-CB51-4D67-A3A6-7C3EC2C345CA}" dt="2025-11-08T13:40:13.087" v="46"/>
          <ac:grpSpMkLst>
            <pc:docMk/>
            <pc:sldMk cId="2478332003" sldId="268"/>
            <ac:grpSpMk id="29" creationId="{AD63E088-9184-4371-50C8-84AEC5734D0B}"/>
          </ac:grpSpMkLst>
        </pc:grpChg>
        <pc:grpChg chg="mod">
          <ac:chgData name="de-Jesus-Oliveira Victor-Adriel" userId="a708fc36-3c1b-42ab-b5e9-2e1fa3c6605e" providerId="ADAL" clId="{39AA12F0-CB51-4D67-A3A6-7C3EC2C345CA}" dt="2025-11-08T13:40:13.087" v="46"/>
          <ac:grpSpMkLst>
            <pc:docMk/>
            <pc:sldMk cId="2478332003" sldId="268"/>
            <ac:grpSpMk id="31" creationId="{5D099D2E-10B4-61FF-74B1-E8F8C8F74704}"/>
          </ac:grpSpMkLst>
        </pc:grpChg>
        <pc:picChg chg="mod">
          <ac:chgData name="de-Jesus-Oliveira Victor-Adriel" userId="a708fc36-3c1b-42ab-b5e9-2e1fa3c6605e" providerId="ADAL" clId="{39AA12F0-CB51-4D67-A3A6-7C3EC2C345CA}" dt="2025-11-08T13:40:13.087" v="46"/>
          <ac:picMkLst>
            <pc:docMk/>
            <pc:sldMk cId="2478332003" sldId="268"/>
            <ac:picMk id="30" creationId="{E7E2C699-F830-83C9-9B45-F7287AB387E7}"/>
          </ac:picMkLst>
        </pc:picChg>
        <pc:picChg chg="mod">
          <ac:chgData name="de-Jesus-Oliveira Victor-Adriel" userId="a708fc36-3c1b-42ab-b5e9-2e1fa3c6605e" providerId="ADAL" clId="{39AA12F0-CB51-4D67-A3A6-7C3EC2C345CA}" dt="2025-11-08T13:40:13.087" v="46"/>
          <ac:picMkLst>
            <pc:docMk/>
            <pc:sldMk cId="2478332003" sldId="268"/>
            <ac:picMk id="32" creationId="{1B9E9073-D2CB-919A-B26E-84E16CE7226C}"/>
          </ac:picMkLst>
        </pc:picChg>
        <pc:picChg chg="mod">
          <ac:chgData name="de-Jesus-Oliveira Victor-Adriel" userId="a708fc36-3c1b-42ab-b5e9-2e1fa3c6605e" providerId="ADAL" clId="{39AA12F0-CB51-4D67-A3A6-7C3EC2C345CA}" dt="2025-11-08T13:40:13.087" v="46"/>
          <ac:picMkLst>
            <pc:docMk/>
            <pc:sldMk cId="2478332003" sldId="268"/>
            <ac:picMk id="33" creationId="{72B762D9-6846-D6F7-17B9-FA882DEE1864}"/>
          </ac:picMkLst>
        </pc:picChg>
        <pc:picChg chg="mod">
          <ac:chgData name="de-Jesus-Oliveira Victor-Adriel" userId="a708fc36-3c1b-42ab-b5e9-2e1fa3c6605e" providerId="ADAL" clId="{39AA12F0-CB51-4D67-A3A6-7C3EC2C345CA}" dt="2025-11-08T13:40:13.087" v="46"/>
          <ac:picMkLst>
            <pc:docMk/>
            <pc:sldMk cId="2478332003" sldId="268"/>
            <ac:picMk id="34" creationId="{2C64A14A-272F-287A-45A5-EF8A072447E5}"/>
          </ac:picMkLst>
        </pc:picChg>
      </pc:sldChg>
      <pc:sldChg chg="addSp modSp">
        <pc:chgData name="de-Jesus-Oliveira Victor-Adriel" userId="a708fc36-3c1b-42ab-b5e9-2e1fa3c6605e" providerId="ADAL" clId="{39AA12F0-CB51-4D67-A3A6-7C3EC2C345CA}" dt="2025-11-08T13:40:15.808" v="47"/>
        <pc:sldMkLst>
          <pc:docMk/>
          <pc:sldMk cId="3603289315" sldId="269"/>
        </pc:sldMkLst>
        <pc:grpChg chg="add mod">
          <ac:chgData name="de-Jesus-Oliveira Victor-Adriel" userId="a708fc36-3c1b-42ab-b5e9-2e1fa3c6605e" providerId="ADAL" clId="{39AA12F0-CB51-4D67-A3A6-7C3EC2C345CA}" dt="2025-11-08T13:40:15.808" v="47"/>
          <ac:grpSpMkLst>
            <pc:docMk/>
            <pc:sldMk cId="3603289315" sldId="269"/>
            <ac:grpSpMk id="31" creationId="{DE0316FD-AFB7-1DE6-A0AC-0464D077825C}"/>
          </ac:grpSpMkLst>
        </pc:grpChg>
        <pc:grpChg chg="mod">
          <ac:chgData name="de-Jesus-Oliveira Victor-Adriel" userId="a708fc36-3c1b-42ab-b5e9-2e1fa3c6605e" providerId="ADAL" clId="{39AA12F0-CB51-4D67-A3A6-7C3EC2C345CA}" dt="2025-11-08T13:40:15.808" v="47"/>
          <ac:grpSpMkLst>
            <pc:docMk/>
            <pc:sldMk cId="3603289315" sldId="269"/>
            <ac:grpSpMk id="33" creationId="{9C14B525-AA46-DC61-1AEE-B1AEDEBBD449}"/>
          </ac:grpSpMkLst>
        </pc:grpChg>
        <pc:picChg chg="mod">
          <ac:chgData name="de-Jesus-Oliveira Victor-Adriel" userId="a708fc36-3c1b-42ab-b5e9-2e1fa3c6605e" providerId="ADAL" clId="{39AA12F0-CB51-4D67-A3A6-7C3EC2C345CA}" dt="2025-11-08T13:40:15.808" v="47"/>
          <ac:picMkLst>
            <pc:docMk/>
            <pc:sldMk cId="3603289315" sldId="269"/>
            <ac:picMk id="32" creationId="{2B4D89E1-75A5-1B5B-644D-A2BDCF9593AC}"/>
          </ac:picMkLst>
        </pc:picChg>
        <pc:picChg chg="mod">
          <ac:chgData name="de-Jesus-Oliveira Victor-Adriel" userId="a708fc36-3c1b-42ab-b5e9-2e1fa3c6605e" providerId="ADAL" clId="{39AA12F0-CB51-4D67-A3A6-7C3EC2C345CA}" dt="2025-11-08T13:40:15.808" v="47"/>
          <ac:picMkLst>
            <pc:docMk/>
            <pc:sldMk cId="3603289315" sldId="269"/>
            <ac:picMk id="34" creationId="{0E1C04A3-3324-9F7D-87DD-E2144696E08F}"/>
          </ac:picMkLst>
        </pc:picChg>
        <pc:picChg chg="mod">
          <ac:chgData name="de-Jesus-Oliveira Victor-Adriel" userId="a708fc36-3c1b-42ab-b5e9-2e1fa3c6605e" providerId="ADAL" clId="{39AA12F0-CB51-4D67-A3A6-7C3EC2C345CA}" dt="2025-11-08T13:40:15.808" v="47"/>
          <ac:picMkLst>
            <pc:docMk/>
            <pc:sldMk cId="3603289315" sldId="269"/>
            <ac:picMk id="35" creationId="{A0CED316-A94F-BAC2-E9D8-71568512D3AA}"/>
          </ac:picMkLst>
        </pc:picChg>
        <pc:picChg chg="mod">
          <ac:chgData name="de-Jesus-Oliveira Victor-Adriel" userId="a708fc36-3c1b-42ab-b5e9-2e1fa3c6605e" providerId="ADAL" clId="{39AA12F0-CB51-4D67-A3A6-7C3EC2C345CA}" dt="2025-11-08T13:40:15.808" v="47"/>
          <ac:picMkLst>
            <pc:docMk/>
            <pc:sldMk cId="3603289315" sldId="269"/>
            <ac:picMk id="36" creationId="{6BF20993-DF3D-D694-4B47-EA75D743726F}"/>
          </ac:picMkLst>
        </pc:picChg>
      </pc:sldChg>
      <pc:sldChg chg="addSp modSp">
        <pc:chgData name="de-Jesus-Oliveira Victor-Adriel" userId="a708fc36-3c1b-42ab-b5e9-2e1fa3c6605e" providerId="ADAL" clId="{39AA12F0-CB51-4D67-A3A6-7C3EC2C345CA}" dt="2025-11-08T13:40:17.950" v="48"/>
        <pc:sldMkLst>
          <pc:docMk/>
          <pc:sldMk cId="170901122" sldId="270"/>
        </pc:sldMkLst>
        <pc:grpChg chg="add mod">
          <ac:chgData name="de-Jesus-Oliveira Victor-Adriel" userId="a708fc36-3c1b-42ab-b5e9-2e1fa3c6605e" providerId="ADAL" clId="{39AA12F0-CB51-4D67-A3A6-7C3EC2C345CA}" dt="2025-11-08T13:40:17.950" v="48"/>
          <ac:grpSpMkLst>
            <pc:docMk/>
            <pc:sldMk cId="170901122" sldId="270"/>
            <ac:grpSpMk id="24" creationId="{7E368133-9ABB-9E51-3FAE-176A52C76A4E}"/>
          </ac:grpSpMkLst>
        </pc:grpChg>
        <pc:grpChg chg="mod">
          <ac:chgData name="de-Jesus-Oliveira Victor-Adriel" userId="a708fc36-3c1b-42ab-b5e9-2e1fa3c6605e" providerId="ADAL" clId="{39AA12F0-CB51-4D67-A3A6-7C3EC2C345CA}" dt="2025-11-08T13:40:17.950" v="48"/>
          <ac:grpSpMkLst>
            <pc:docMk/>
            <pc:sldMk cId="170901122" sldId="270"/>
            <ac:grpSpMk id="26" creationId="{BC95BCA2-5CF8-63DB-88B0-E0673E90D647}"/>
          </ac:grpSpMkLst>
        </pc:grpChg>
        <pc:picChg chg="mod">
          <ac:chgData name="de-Jesus-Oliveira Victor-Adriel" userId="a708fc36-3c1b-42ab-b5e9-2e1fa3c6605e" providerId="ADAL" clId="{39AA12F0-CB51-4D67-A3A6-7C3EC2C345CA}" dt="2025-11-08T13:40:17.950" v="48"/>
          <ac:picMkLst>
            <pc:docMk/>
            <pc:sldMk cId="170901122" sldId="270"/>
            <ac:picMk id="25" creationId="{0BD6E27D-60DC-C77C-DF2B-38C14B248BAA}"/>
          </ac:picMkLst>
        </pc:picChg>
        <pc:picChg chg="mod">
          <ac:chgData name="de-Jesus-Oliveira Victor-Adriel" userId="a708fc36-3c1b-42ab-b5e9-2e1fa3c6605e" providerId="ADAL" clId="{39AA12F0-CB51-4D67-A3A6-7C3EC2C345CA}" dt="2025-11-08T13:40:17.950" v="48"/>
          <ac:picMkLst>
            <pc:docMk/>
            <pc:sldMk cId="170901122" sldId="270"/>
            <ac:picMk id="27" creationId="{1DF66229-E6AA-4D10-6E57-3D822A4E61B0}"/>
          </ac:picMkLst>
        </pc:picChg>
        <pc:picChg chg="mod">
          <ac:chgData name="de-Jesus-Oliveira Victor-Adriel" userId="a708fc36-3c1b-42ab-b5e9-2e1fa3c6605e" providerId="ADAL" clId="{39AA12F0-CB51-4D67-A3A6-7C3EC2C345CA}" dt="2025-11-08T13:40:17.950" v="48"/>
          <ac:picMkLst>
            <pc:docMk/>
            <pc:sldMk cId="170901122" sldId="270"/>
            <ac:picMk id="28" creationId="{5BD9EDA9-16AC-2AB0-9948-8B53CA85CCD5}"/>
          </ac:picMkLst>
        </pc:picChg>
        <pc:picChg chg="mod">
          <ac:chgData name="de-Jesus-Oliveira Victor-Adriel" userId="a708fc36-3c1b-42ab-b5e9-2e1fa3c6605e" providerId="ADAL" clId="{39AA12F0-CB51-4D67-A3A6-7C3EC2C345CA}" dt="2025-11-08T13:40:17.950" v="48"/>
          <ac:picMkLst>
            <pc:docMk/>
            <pc:sldMk cId="170901122" sldId="270"/>
            <ac:picMk id="29" creationId="{EB320803-50C6-25E1-1F6B-9A8EF8B0BCBD}"/>
          </ac:picMkLst>
        </pc:picChg>
      </pc:sldChg>
      <pc:sldChg chg="addSp modSp">
        <pc:chgData name="de-Jesus-Oliveira Victor-Adriel" userId="a708fc36-3c1b-42ab-b5e9-2e1fa3c6605e" providerId="ADAL" clId="{39AA12F0-CB51-4D67-A3A6-7C3EC2C345CA}" dt="2025-11-08T13:40:19.930" v="49"/>
        <pc:sldMkLst>
          <pc:docMk/>
          <pc:sldMk cId="4277564834" sldId="271"/>
        </pc:sldMkLst>
        <pc:grpChg chg="add mod">
          <ac:chgData name="de-Jesus-Oliveira Victor-Adriel" userId="a708fc36-3c1b-42ab-b5e9-2e1fa3c6605e" providerId="ADAL" clId="{39AA12F0-CB51-4D67-A3A6-7C3EC2C345CA}" dt="2025-11-08T13:40:19.930" v="49"/>
          <ac:grpSpMkLst>
            <pc:docMk/>
            <pc:sldMk cId="4277564834" sldId="271"/>
            <ac:grpSpMk id="10" creationId="{9342BDB5-C805-52F4-D102-9A699B96DB4E}"/>
          </ac:grpSpMkLst>
        </pc:grpChg>
        <pc:grpChg chg="mod">
          <ac:chgData name="de-Jesus-Oliveira Victor-Adriel" userId="a708fc36-3c1b-42ab-b5e9-2e1fa3c6605e" providerId="ADAL" clId="{39AA12F0-CB51-4D67-A3A6-7C3EC2C345CA}" dt="2025-11-08T13:40:19.930" v="49"/>
          <ac:grpSpMkLst>
            <pc:docMk/>
            <pc:sldMk cId="4277564834" sldId="271"/>
            <ac:grpSpMk id="33" creationId="{BF5EBE2B-90FC-4435-FE1C-34E7178A836F}"/>
          </ac:grpSpMkLst>
        </pc:grpChg>
        <pc:picChg chg="mod">
          <ac:chgData name="de-Jesus-Oliveira Victor-Adriel" userId="a708fc36-3c1b-42ab-b5e9-2e1fa3c6605e" providerId="ADAL" clId="{39AA12F0-CB51-4D67-A3A6-7C3EC2C345CA}" dt="2025-11-08T13:40:19.930" v="49"/>
          <ac:picMkLst>
            <pc:docMk/>
            <pc:sldMk cId="4277564834" sldId="271"/>
            <ac:picMk id="22" creationId="{08BA0A89-6E73-4F73-74B3-991DADB340EB}"/>
          </ac:picMkLst>
        </pc:picChg>
        <pc:picChg chg="mod">
          <ac:chgData name="de-Jesus-Oliveira Victor-Adriel" userId="a708fc36-3c1b-42ab-b5e9-2e1fa3c6605e" providerId="ADAL" clId="{39AA12F0-CB51-4D67-A3A6-7C3EC2C345CA}" dt="2025-11-08T13:40:19.930" v="49"/>
          <ac:picMkLst>
            <pc:docMk/>
            <pc:sldMk cId="4277564834" sldId="271"/>
            <ac:picMk id="35" creationId="{5FA92CB3-AEF3-98F0-CFF8-BCE58FE40026}"/>
          </ac:picMkLst>
        </pc:picChg>
        <pc:picChg chg="mod">
          <ac:chgData name="de-Jesus-Oliveira Victor-Adriel" userId="a708fc36-3c1b-42ab-b5e9-2e1fa3c6605e" providerId="ADAL" clId="{39AA12F0-CB51-4D67-A3A6-7C3EC2C345CA}" dt="2025-11-08T13:40:19.930" v="49"/>
          <ac:picMkLst>
            <pc:docMk/>
            <pc:sldMk cId="4277564834" sldId="271"/>
            <ac:picMk id="40" creationId="{F4124460-5582-73D4-0DFB-D7DE407047D3}"/>
          </ac:picMkLst>
        </pc:picChg>
        <pc:picChg chg="mod">
          <ac:chgData name="de-Jesus-Oliveira Victor-Adriel" userId="a708fc36-3c1b-42ab-b5e9-2e1fa3c6605e" providerId="ADAL" clId="{39AA12F0-CB51-4D67-A3A6-7C3EC2C345CA}" dt="2025-11-08T13:40:19.930" v="49"/>
          <ac:picMkLst>
            <pc:docMk/>
            <pc:sldMk cId="4277564834" sldId="271"/>
            <ac:picMk id="41" creationId="{C15E601D-D2B7-DE8F-1C88-3B4F1B76FF9F}"/>
          </ac:picMkLst>
        </pc:picChg>
      </pc:sldChg>
      <pc:sldChg chg="addSp delSp modSp mod">
        <pc:chgData name="de-Jesus-Oliveira Victor-Adriel" userId="a708fc36-3c1b-42ab-b5e9-2e1fa3c6605e" providerId="ADAL" clId="{39AA12F0-CB51-4D67-A3A6-7C3EC2C345CA}" dt="2025-11-07T10:38:00.820" v="28" actId="14100"/>
        <pc:sldMkLst>
          <pc:docMk/>
          <pc:sldMk cId="2799231148" sldId="272"/>
        </pc:sldMkLst>
        <pc:spChg chg="mod">
          <ac:chgData name="de-Jesus-Oliveira Victor-Adriel" userId="a708fc36-3c1b-42ab-b5e9-2e1fa3c6605e" providerId="ADAL" clId="{39AA12F0-CB51-4D67-A3A6-7C3EC2C345CA}" dt="2025-11-07T10:26:09.418" v="16" actId="20577"/>
          <ac:spMkLst>
            <pc:docMk/>
            <pc:sldMk cId="2799231148" sldId="272"/>
            <ac:spMk id="2" creationId="{36F7C832-7D7F-40CB-9479-79BC46A793B9}"/>
          </ac:spMkLst>
        </pc:spChg>
        <pc:spChg chg="del">
          <ac:chgData name="de-Jesus-Oliveira Victor-Adriel" userId="a708fc36-3c1b-42ab-b5e9-2e1fa3c6605e" providerId="ADAL" clId="{39AA12F0-CB51-4D67-A3A6-7C3EC2C345CA}" dt="2025-11-07T10:33:56.750" v="22" actId="478"/>
          <ac:spMkLst>
            <pc:docMk/>
            <pc:sldMk cId="2799231148" sldId="272"/>
            <ac:spMk id="5" creationId="{09E127AA-6DED-AD03-C850-0835DD3B9F67}"/>
          </ac:spMkLst>
        </pc:spChg>
        <pc:spChg chg="add mod">
          <ac:chgData name="de-Jesus-Oliveira Victor-Adriel" userId="a708fc36-3c1b-42ab-b5e9-2e1fa3c6605e" providerId="ADAL" clId="{39AA12F0-CB51-4D67-A3A6-7C3EC2C345CA}" dt="2025-11-07T10:34:42.193" v="23"/>
          <ac:spMkLst>
            <pc:docMk/>
            <pc:sldMk cId="2799231148" sldId="272"/>
            <ac:spMk id="10" creationId="{14472344-A3CB-FBE5-EE01-9A3F3811F8C4}"/>
          </ac:spMkLst>
        </pc:spChg>
        <pc:spChg chg="add mod">
          <ac:chgData name="de-Jesus-Oliveira Victor-Adriel" userId="a708fc36-3c1b-42ab-b5e9-2e1fa3c6605e" providerId="ADAL" clId="{39AA12F0-CB51-4D67-A3A6-7C3EC2C345CA}" dt="2025-11-07T10:38:00.820" v="28" actId="14100"/>
          <ac:spMkLst>
            <pc:docMk/>
            <pc:sldMk cId="2799231148" sldId="272"/>
            <ac:spMk id="11" creationId="{BE58227D-0BF0-34AF-77A7-8D1113CDF782}"/>
          </ac:spMkLst>
        </pc:spChg>
        <pc:grpChg chg="add mod">
          <ac:chgData name="de-Jesus-Oliveira Victor-Adriel" userId="a708fc36-3c1b-42ab-b5e9-2e1fa3c6605e" providerId="ADAL" clId="{39AA12F0-CB51-4D67-A3A6-7C3EC2C345CA}" dt="2025-11-07T10:33:50.418" v="20" actId="1076"/>
          <ac:grpSpMkLst>
            <pc:docMk/>
            <pc:sldMk cId="2799231148" sldId="272"/>
            <ac:grpSpMk id="3" creationId="{AB8E87DB-7984-C135-61C8-FCACA9726209}"/>
          </ac:grpSpMkLst>
        </pc:grpChg>
        <pc:grpChg chg="add mod">
          <ac:chgData name="de-Jesus-Oliveira Victor-Adriel" userId="a708fc36-3c1b-42ab-b5e9-2e1fa3c6605e" providerId="ADAL" clId="{39AA12F0-CB51-4D67-A3A6-7C3EC2C345CA}" dt="2025-11-07T10:34:42.193" v="23"/>
          <ac:grpSpMkLst>
            <pc:docMk/>
            <pc:sldMk cId="2799231148" sldId="272"/>
            <ac:grpSpMk id="12" creationId="{8DF1CA88-6573-07A7-DE8F-9CEB4639627E}"/>
          </ac:grpSpMkLst>
        </pc:grpChg>
        <pc:picChg chg="del">
          <ac:chgData name="de-Jesus-Oliveira Victor-Adriel" userId="a708fc36-3c1b-42ab-b5e9-2e1fa3c6605e" providerId="ADAL" clId="{39AA12F0-CB51-4D67-A3A6-7C3EC2C345CA}" dt="2025-11-07T10:32:50.341" v="17" actId="478"/>
          <ac:picMkLst>
            <pc:docMk/>
            <pc:sldMk cId="2799231148" sldId="272"/>
            <ac:picMk id="4" creationId="{2EB10971-A7A0-4F60-8D4A-4B8950F4D157}"/>
          </ac:picMkLst>
        </pc:picChg>
        <pc:picChg chg="mod">
          <ac:chgData name="de-Jesus-Oliveira Victor-Adriel" userId="a708fc36-3c1b-42ab-b5e9-2e1fa3c6605e" providerId="ADAL" clId="{39AA12F0-CB51-4D67-A3A6-7C3EC2C345CA}" dt="2025-11-07T10:33:07.843" v="18"/>
          <ac:picMkLst>
            <pc:docMk/>
            <pc:sldMk cId="2799231148" sldId="272"/>
            <ac:picMk id="6" creationId="{E64C14AA-5A69-F0F5-16CB-63A5E5F61D18}"/>
          </ac:picMkLst>
        </pc:picChg>
        <pc:picChg chg="del">
          <ac:chgData name="de-Jesus-Oliveira Victor-Adriel" userId="a708fc36-3c1b-42ab-b5e9-2e1fa3c6605e" providerId="ADAL" clId="{39AA12F0-CB51-4D67-A3A6-7C3EC2C345CA}" dt="2025-11-07T10:33:53.669" v="21" actId="478"/>
          <ac:picMkLst>
            <pc:docMk/>
            <pc:sldMk cId="2799231148" sldId="272"/>
            <ac:picMk id="7" creationId="{C6D0229E-49AB-DA8F-D45A-6A75E3427651}"/>
          </ac:picMkLst>
        </pc:picChg>
        <pc:picChg chg="mod">
          <ac:chgData name="de-Jesus-Oliveira Victor-Adriel" userId="a708fc36-3c1b-42ab-b5e9-2e1fa3c6605e" providerId="ADAL" clId="{39AA12F0-CB51-4D67-A3A6-7C3EC2C345CA}" dt="2025-11-07T10:33:07.843" v="18"/>
          <ac:picMkLst>
            <pc:docMk/>
            <pc:sldMk cId="2799231148" sldId="272"/>
            <ac:picMk id="8" creationId="{AB374DBB-10A1-B1FA-D8C4-10C1928533FB}"/>
          </ac:picMkLst>
        </pc:picChg>
        <pc:picChg chg="add mod">
          <ac:chgData name="de-Jesus-Oliveira Victor-Adriel" userId="a708fc36-3c1b-42ab-b5e9-2e1fa3c6605e" providerId="ADAL" clId="{39AA12F0-CB51-4D67-A3A6-7C3EC2C345CA}" dt="2025-11-07T10:34:42.193" v="23"/>
          <ac:picMkLst>
            <pc:docMk/>
            <pc:sldMk cId="2799231148" sldId="272"/>
            <ac:picMk id="9" creationId="{A33A341C-A299-BFC6-3CBF-B7B32E3793D1}"/>
          </ac:picMkLst>
        </pc:picChg>
        <pc:picChg chg="mod">
          <ac:chgData name="de-Jesus-Oliveira Victor-Adriel" userId="a708fc36-3c1b-42ab-b5e9-2e1fa3c6605e" providerId="ADAL" clId="{39AA12F0-CB51-4D67-A3A6-7C3EC2C345CA}" dt="2025-11-07T10:34:42.193" v="23"/>
          <ac:picMkLst>
            <pc:docMk/>
            <pc:sldMk cId="2799231148" sldId="272"/>
            <ac:picMk id="13" creationId="{4188CEEE-D3BE-5F34-B0F7-E59BE2523F12}"/>
          </ac:picMkLst>
        </pc:picChg>
        <pc:picChg chg="mod">
          <ac:chgData name="de-Jesus-Oliveira Victor-Adriel" userId="a708fc36-3c1b-42ab-b5e9-2e1fa3c6605e" providerId="ADAL" clId="{39AA12F0-CB51-4D67-A3A6-7C3EC2C345CA}" dt="2025-11-07T10:34:42.193" v="23"/>
          <ac:picMkLst>
            <pc:docMk/>
            <pc:sldMk cId="2799231148" sldId="272"/>
            <ac:picMk id="14" creationId="{7E5501B2-9CDB-5A0B-93EA-590EA295F7FA}"/>
          </ac:picMkLst>
        </pc:picChg>
        <pc:picChg chg="mod">
          <ac:chgData name="de-Jesus-Oliveira Victor-Adriel" userId="a708fc36-3c1b-42ab-b5e9-2e1fa3c6605e" providerId="ADAL" clId="{39AA12F0-CB51-4D67-A3A6-7C3EC2C345CA}" dt="2025-11-07T10:34:42.193" v="23"/>
          <ac:picMkLst>
            <pc:docMk/>
            <pc:sldMk cId="2799231148" sldId="272"/>
            <ac:picMk id="15" creationId="{993909D4-075A-77E1-0826-FBA46B72C26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698051"/>
            <a:ext cx="4497388" cy="21050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s-419" sz="4800" dirty="0">
                <a:latin typeface="Pangolin" panose="00000500000000000000" pitchFamily="2" charset="0"/>
              </a:rPr>
              <a:t>Tipos de Atributos de los Datos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AB8E87DB-7984-C135-61C8-FCACA972620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E64C14AA-5A69-F0F5-16CB-63A5E5F61D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AB374DBB-10A1-B1FA-D8C4-10C1928533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33A341C-A299-BFC6-3CBF-B7B32E3793D1}"/>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14472344-A3CB-FBE5-EE01-9A3F3811F8C4}"/>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BE58227D-0BF0-34AF-77A7-8D1113CDF782}"/>
              </a:ext>
            </a:extLst>
          </p:cNvPr>
          <p:cNvSpPr txBox="1"/>
          <p:nvPr/>
        </p:nvSpPr>
        <p:spPr>
          <a:xfrm>
            <a:off x="2618251" y="7607440"/>
            <a:ext cx="3525447" cy="1107996"/>
          </a:xfrm>
          <a:prstGeom prst="rect">
            <a:avLst/>
          </a:prstGeom>
          <a:noFill/>
        </p:spPr>
        <p:txBody>
          <a:bodyPr wrap="square" rtlCol="0" anchor="b">
            <a:spAutoFit/>
          </a:bodyPr>
          <a:lstStyle/>
          <a:p>
            <a:pPr algn="r"/>
            <a:r>
              <a:rPr lang="es-ES" sz="1100" i="1" dirty="0">
                <a:latin typeface="Segoe UI" panose="020B0502040204020203" pitchFamily="34" charset="0"/>
                <a:cs typeface="Segoe UI" panose="020B0502040204020203" pitchFamily="34" charset="0"/>
              </a:rPr>
              <a:t>Tipos de Atributos de los Datos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DF1CA88-6573-07A7-DE8F-9CEB4639627E}"/>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4188CEEE-D3BE-5F34-B0F7-E59BE2523F1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7E5501B2-9CDB-5A0B-93EA-590EA295F7FA}"/>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93909D4-075A-77E1-0826-FBA46B72C26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507445"/>
            <a:ext cx="1537008" cy="369332"/>
          </a:xfrm>
          <a:prstGeom prst="rect">
            <a:avLst/>
          </a:prstGeom>
          <a:noFill/>
        </p:spPr>
        <p:txBody>
          <a:bodyPr wrap="square" rtlCol="0">
            <a:spAutoFit/>
          </a:bodyPr>
          <a:lstStyle/>
          <a:p>
            <a:pPr algn="ctr"/>
            <a:r>
              <a:rPr lang="es-419" sz="900">
                <a:latin typeface="Pangolin" panose="00000500000000000000" pitchFamily="2" charset="0"/>
              </a:rPr>
              <a:t>¡</a:t>
            </a:r>
            <a:r>
              <a:rPr lang="pt-BR" sz="900">
                <a:latin typeface="Pangolin" panose="00000500000000000000" pitchFamily="2" charset="0"/>
              </a:rPr>
              <a:t>Finalmente </a:t>
            </a:r>
            <a:r>
              <a:rPr lang="pt-BR" sz="900" dirty="0">
                <a:latin typeface="Pangolin" panose="00000500000000000000" pitchFamily="2" charset="0"/>
              </a:rPr>
              <a:t>terminamos de montar el estante nuevo!</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369332"/>
          </a:xfrm>
          <a:prstGeom prst="rect">
            <a:avLst/>
          </a:prstGeom>
          <a:noFill/>
        </p:spPr>
        <p:txBody>
          <a:bodyPr wrap="square" rtlCol="0">
            <a:spAutoFit/>
          </a:bodyPr>
          <a:lstStyle/>
          <a:p>
            <a:pPr algn="ctr"/>
            <a:r>
              <a:rPr lang="es-419" sz="900">
                <a:latin typeface="Pangolin" panose="00000500000000000000" pitchFamily="2" charset="0"/>
              </a:rPr>
              <a:t>Ahora solo tienes que reorganizar todos los libros.</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es-419" sz="900">
                <a:latin typeface="Pangolin" panose="00000500000000000000" pitchFamily="2" charset="0"/>
              </a:rPr>
              <a:t>Bien, aquí está el primero.</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278834" y="2597964"/>
            <a:ext cx="1161086" cy="369332"/>
          </a:xfrm>
          <a:prstGeom prst="rect">
            <a:avLst/>
          </a:prstGeom>
          <a:noFill/>
        </p:spPr>
        <p:txBody>
          <a:bodyPr wrap="square" rtlCol="0">
            <a:spAutoFit/>
          </a:bodyPr>
          <a:lstStyle/>
          <a:p>
            <a:pPr algn="ctr"/>
            <a:r>
              <a:rPr lang="es-419" sz="900">
                <a:latin typeface="Pangolin" panose="00000500000000000000" pitchFamily="2" charset="0"/>
              </a:rPr>
              <a:t>¿Y por qué es el primero?</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26634" y="550724"/>
            <a:ext cx="1669086" cy="369332"/>
          </a:xfrm>
          <a:prstGeom prst="rect">
            <a:avLst/>
          </a:prstGeom>
          <a:noFill/>
        </p:spPr>
        <p:txBody>
          <a:bodyPr wrap="square" rtlCol="0">
            <a:spAutoFit/>
          </a:bodyPr>
          <a:lstStyle/>
          <a:p>
            <a:pPr algn="ctr"/>
            <a:r>
              <a:rPr lang="es-419" sz="900" dirty="0">
                <a:latin typeface="Pangolin" panose="00000500000000000000" pitchFamily="2" charset="0"/>
              </a:rPr>
              <a:t>El título comienza con ‘A’, </a:t>
            </a:r>
            <a:br>
              <a:rPr lang="es-419" sz="900" dirty="0">
                <a:latin typeface="Pangolin" panose="00000500000000000000" pitchFamily="2" charset="0"/>
              </a:rPr>
            </a:br>
            <a:r>
              <a:rPr lang="es-419" sz="900" dirty="0">
                <a:latin typeface="Pangolin" panose="00000500000000000000" pitchFamily="2" charset="0"/>
              </a:rPr>
              <a:t>por lo que es el primero.</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36444" y="2405623"/>
            <a:ext cx="1537008" cy="784830"/>
          </a:xfrm>
          <a:prstGeom prst="rect">
            <a:avLst/>
          </a:prstGeom>
          <a:noFill/>
        </p:spPr>
        <p:txBody>
          <a:bodyPr wrap="square" rtlCol="0">
            <a:spAutoFit/>
          </a:bodyPr>
          <a:lstStyle/>
          <a:p>
            <a:pPr algn="ctr"/>
            <a:r>
              <a:rPr lang="es-419" sz="900">
                <a:latin typeface="Pangolin" panose="00000500000000000000" pitchFamily="2" charset="0"/>
              </a:rPr>
              <a:t>¿Ordenarlos alfabéticamente es la mejor opción? Los libros tienen muchos atributos diferentes.</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a:latin typeface="Pangolin" panose="00000500000000000000" pitchFamily="2" charset="0"/>
                <a:ea typeface="+mn-ea"/>
                <a:cs typeface="+mn-cs"/>
              </a:rPr>
              <a:t>¿Atributos?</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Sí.</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dirty="0"/>
              <a:t>Un </a:t>
            </a:r>
            <a:r>
              <a:rPr lang="es-419" dirty="0">
                <a:highlight>
                  <a:srgbClr val="C0C0C0"/>
                </a:highlight>
              </a:rPr>
              <a:t>ATRIBUTO</a:t>
            </a:r>
            <a:r>
              <a:rPr lang="es-419" dirty="0"/>
              <a:t> es cualquier propiedad específica del libro que se puede medir u observar, como su título, su tamaño...</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a:t>(Los términos "variable" y "dimensión de datos" son sinónimos de "atributo")</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a:t>Vale... Entonces, ¿qué atributos podríamos encontrar en nuestros libros?</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706056" y="6787235"/>
            <a:ext cx="2479104"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es-419"/>
              <a:t>Antes de pasar la página, mira los libros y trata de enumerar tantos atributos como se te ocurran que podamos usar para ordenarlos.</a:t>
            </a:r>
            <a:endParaRPr lang="pt-BR" dirty="0"/>
          </a:p>
        </p:txBody>
      </p:sp>
      <p:grpSp>
        <p:nvGrpSpPr>
          <p:cNvPr id="29" name="Group 28">
            <a:extLst>
              <a:ext uri="{FF2B5EF4-FFF2-40B4-BE49-F238E27FC236}">
                <a16:creationId xmlns:a16="http://schemas.microsoft.com/office/drawing/2014/main" id="{AD63E088-9184-4371-50C8-84AEC5734D0B}"/>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30" name="Picture 29">
              <a:extLst>
                <a:ext uri="{FF2B5EF4-FFF2-40B4-BE49-F238E27FC236}">
                  <a16:creationId xmlns:a16="http://schemas.microsoft.com/office/drawing/2014/main" id="{E7E2C699-F830-83C9-9B45-F7287AB387E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1" name="Group 30">
              <a:extLst>
                <a:ext uri="{FF2B5EF4-FFF2-40B4-BE49-F238E27FC236}">
                  <a16:creationId xmlns:a16="http://schemas.microsoft.com/office/drawing/2014/main" id="{5D099D2E-10B4-61FF-74B1-E8F8C8F74704}"/>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2" name="Picture 31">
                <a:extLst>
                  <a:ext uri="{FF2B5EF4-FFF2-40B4-BE49-F238E27FC236}">
                    <a16:creationId xmlns:a16="http://schemas.microsoft.com/office/drawing/2014/main" id="{1B9E9073-D2CB-919A-B26E-84E16CE7226C}"/>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3" name="Picture 32">
                <a:extLst>
                  <a:ext uri="{FF2B5EF4-FFF2-40B4-BE49-F238E27FC236}">
                    <a16:creationId xmlns:a16="http://schemas.microsoft.com/office/drawing/2014/main" id="{72B762D9-6846-D6F7-17B9-FA882DEE1864}"/>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4" name="Picture 33">
                <a:extLst>
                  <a:ext uri="{FF2B5EF4-FFF2-40B4-BE49-F238E27FC236}">
                    <a16:creationId xmlns:a16="http://schemas.microsoft.com/office/drawing/2014/main" id="{2C64A14A-272F-287A-45A5-EF8A072447E5}"/>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872907" y="2461250"/>
            <a:ext cx="1396538" cy="507831"/>
          </a:xfrm>
          <a:prstGeom prst="rect">
            <a:avLst/>
          </a:prstGeom>
          <a:noFill/>
        </p:spPr>
        <p:txBody>
          <a:bodyPr wrap="square" rtlCol="0">
            <a:spAutoFit/>
          </a:bodyPr>
          <a:lstStyle/>
          <a:p>
            <a:pPr algn="ctr"/>
            <a:r>
              <a:rPr lang="es-419" sz="900">
                <a:latin typeface="Pangolin" panose="00000500000000000000" pitchFamily="2" charset="0"/>
              </a:rPr>
              <a:t>Vaya, hay tantos</a:t>
            </a:r>
            <a:br>
              <a:rPr lang="es-419" sz="900">
                <a:latin typeface="Pangolin" panose="00000500000000000000" pitchFamily="2" charset="0"/>
              </a:rPr>
            </a:br>
            <a:r>
              <a:rPr lang="es-419" sz="900">
                <a:latin typeface="Pangolin" panose="00000500000000000000" pitchFamily="2" charset="0"/>
              </a:rPr>
              <a:t>Atributos... ¿Qué tal si usas el color?</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es-419" sz="900" dirty="0">
                <a:latin typeface="Pangolin" panose="00000500000000000000" pitchFamily="2" charset="0"/>
              </a:rPr>
              <a:t>Podríamos ordenar los libros como los colores del arco iris.</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598322" y="1047082"/>
            <a:ext cx="1219979" cy="369332"/>
          </a:xfrm>
          <a:prstGeom prst="rect">
            <a:avLst/>
          </a:prstGeom>
          <a:noFill/>
        </p:spPr>
        <p:txBody>
          <a:bodyPr wrap="square" rtlCol="0">
            <a:spAutoFit/>
          </a:bodyPr>
          <a:lstStyle/>
          <a:p>
            <a:pPr algn="ctr"/>
            <a:r>
              <a:rPr lang="es-419" sz="900">
                <a:latin typeface="Pangolin" panose="00000500000000000000" pitchFamily="2" charset="0"/>
              </a:rPr>
              <a:t>¡O alfabéticamente por nombre de color!</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851479" y="440245"/>
            <a:ext cx="1670340" cy="369332"/>
          </a:xfrm>
          <a:prstGeom prst="rect">
            <a:avLst/>
          </a:prstGeom>
          <a:noFill/>
        </p:spPr>
        <p:txBody>
          <a:bodyPr wrap="square" rtlCol="0">
            <a:spAutoFit/>
          </a:bodyPr>
          <a:lstStyle/>
          <a:p>
            <a:pPr algn="ctr"/>
            <a:r>
              <a:rPr lang="es-419" sz="900" dirty="0">
                <a:latin typeface="Pangolin" panose="00000500000000000000" pitchFamily="2" charset="0"/>
              </a:rPr>
              <a:t>No debería ser tan difícil llegar a un acuerdo...</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4" y="864545"/>
            <a:ext cx="1701205" cy="507831"/>
          </a:xfrm>
          <a:prstGeom prst="rect">
            <a:avLst/>
          </a:prstGeom>
          <a:noFill/>
        </p:spPr>
        <p:txBody>
          <a:bodyPr wrap="square" rtlCol="0">
            <a:spAutoFit/>
          </a:bodyPr>
          <a:lstStyle/>
          <a:p>
            <a:pPr algn="ctr"/>
            <a:r>
              <a:rPr lang="es-419" sz="900" dirty="0">
                <a:latin typeface="Pangolin" panose="00000500000000000000" pitchFamily="2" charset="0"/>
              </a:rPr>
              <a:t>Con color, ¿podemos ordenarlos de manera diferente?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900">
                <a:latin typeface="Pangolin" panose="00000500000000000000" pitchFamily="2" charset="0"/>
                <a:ea typeface="+mn-ea"/>
                <a:cs typeface="+mn-cs"/>
              </a:rPr>
              <a:t>Creo que es por el tipo de atributo...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es-419" sz="900" dirty="0">
                <a:latin typeface="Pangolin" panose="00000500000000000000" pitchFamily="2" charset="0"/>
              </a:rPr>
              <a:t>El tono de color es un atributo </a:t>
            </a:r>
            <a:r>
              <a:rPr lang="es-419" sz="900" dirty="0">
                <a:highlight>
                  <a:srgbClr val="C0C0C0"/>
                </a:highlight>
                <a:latin typeface="Pangolin" panose="00000500000000000000" pitchFamily="2" charset="0"/>
              </a:rPr>
              <a:t>CATEGÓRICO</a:t>
            </a:r>
            <a:r>
              <a:rPr lang="es-419" sz="900" dirty="0">
                <a:latin typeface="Pangolin" panose="00000500000000000000" pitchFamily="2" charset="0"/>
              </a:rPr>
              <a:t>. No tiene un orden implícito, como el género o el autor del libro. Podemos ordenar los elementos por categorías, pero no hay un orden preestablecido entre ellos.</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es-419" sz="900">
                <a:latin typeface="Pangolin" panose="00000500000000000000" pitchFamily="2" charset="0"/>
              </a:rPr>
              <a:t>¡Entiendo!</a:t>
            </a:r>
            <a:br>
              <a:rPr lang="es-419" sz="900">
                <a:latin typeface="Pangolin" panose="00000500000000000000" pitchFamily="2" charset="0"/>
              </a:rPr>
            </a:br>
            <a:r>
              <a:rPr lang="es-419" sz="900">
                <a:latin typeface="Pangolin" panose="00000500000000000000" pitchFamily="2" charset="0"/>
              </a:rPr>
              <a:t>¿Y qué hay del tamaño de los libros? </a:t>
            </a:r>
            <a:br>
              <a:rPr lang="es-419" sz="900">
                <a:latin typeface="Pangolin" panose="00000500000000000000" pitchFamily="2" charset="0"/>
              </a:rPr>
            </a:br>
            <a:r>
              <a:rPr lang="es-419" sz="900">
                <a:latin typeface="Pangolin" panose="00000500000000000000" pitchFamily="2" charset="0"/>
              </a:rPr>
              <a:t>Eso es definitivamente algo con una especie de orden innato, ¿no?</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es-419" sz="900" dirty="0">
                <a:latin typeface="Pangolin" panose="00000500000000000000" pitchFamily="2" charset="0"/>
              </a:rPr>
              <a:t>¡Exactamente! Los atributos pueden ser categóricos u ordenados, y los atributos ordenados pueden ser </a:t>
            </a:r>
            <a:r>
              <a:rPr lang="es-419" sz="900" dirty="0">
                <a:highlight>
                  <a:srgbClr val="C0C0C0"/>
                </a:highlight>
                <a:latin typeface="Pangolin" panose="00000500000000000000" pitchFamily="2" charset="0"/>
              </a:rPr>
              <a:t>ORDINALES</a:t>
            </a:r>
            <a:r>
              <a:rPr lang="es-419" sz="900" dirty="0">
                <a:latin typeface="Pangolin" panose="00000500000000000000" pitchFamily="2" charset="0"/>
              </a:rPr>
              <a:t> o </a:t>
            </a:r>
            <a:r>
              <a:rPr lang="es-419" sz="900" dirty="0">
                <a:highlight>
                  <a:srgbClr val="C0C0C0"/>
                </a:highlight>
                <a:latin typeface="Pangolin" panose="00000500000000000000" pitchFamily="2" charset="0"/>
              </a:rPr>
              <a:t>CUANTITATIVOS</a:t>
            </a:r>
            <a:r>
              <a:rPr lang="es-419"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322813" y="6785439"/>
            <a:ext cx="1685925" cy="646331"/>
          </a:xfrm>
          <a:prstGeom prst="rect">
            <a:avLst/>
          </a:prstGeom>
          <a:noFill/>
        </p:spPr>
        <p:txBody>
          <a:bodyPr wrap="square" rtlCol="0">
            <a:spAutoFit/>
          </a:bodyPr>
          <a:lstStyle/>
          <a:p>
            <a:pPr algn="ctr"/>
            <a:r>
              <a:rPr lang="es-419" sz="900" dirty="0">
                <a:latin typeface="Pangolin" panose="00000500000000000000" pitchFamily="2" charset="0"/>
              </a:rPr>
              <a:t>Si mide los libros en centímetros, la medida es </a:t>
            </a:r>
            <a:r>
              <a:rPr lang="es-419" sz="900" dirty="0">
                <a:highlight>
                  <a:srgbClr val="C0C0C0"/>
                </a:highlight>
                <a:latin typeface="Pangolin" panose="00000500000000000000" pitchFamily="2" charset="0"/>
              </a:rPr>
              <a:t>CUANTITATIVA</a:t>
            </a:r>
            <a:r>
              <a:rPr lang="es-419" sz="900" dirty="0">
                <a:latin typeface="Pangolin" panose="00000500000000000000" pitchFamily="2" charset="0"/>
              </a:rPr>
              <a:t>, ya que admite la comparación aritmética.</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9021143"/>
            <a:ext cx="1422158" cy="507831"/>
          </a:xfrm>
          <a:prstGeom prst="rect">
            <a:avLst/>
          </a:prstGeom>
          <a:noFill/>
        </p:spPr>
        <p:txBody>
          <a:bodyPr wrap="square" rtlCol="0">
            <a:spAutoFit/>
          </a:bodyPr>
          <a:lstStyle/>
          <a:p>
            <a:pPr algn="ctr"/>
            <a:r>
              <a:rPr lang="es-419" sz="900" dirty="0">
                <a:latin typeface="Pangolin" panose="00000500000000000000" pitchFamily="2" charset="0"/>
              </a:rPr>
              <a:t>Lo mismo ocurre con el</a:t>
            </a:r>
            <a:br>
              <a:rPr lang="es-419" sz="900" dirty="0">
                <a:latin typeface="Pangolin" panose="00000500000000000000" pitchFamily="2" charset="0"/>
              </a:rPr>
            </a:br>
            <a:r>
              <a:rPr lang="es-419" sz="900" dirty="0">
                <a:latin typeface="Pangolin" panose="00000500000000000000" pitchFamily="2" charset="0"/>
              </a:rPr>
              <a:t>peso en gramos, o el número de páginas.</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612968" y="6823307"/>
            <a:ext cx="1837112" cy="507831"/>
          </a:xfrm>
          <a:prstGeom prst="rect">
            <a:avLst/>
          </a:prstGeom>
          <a:noFill/>
        </p:spPr>
        <p:txBody>
          <a:bodyPr wrap="square" rtlCol="0">
            <a:spAutoFit/>
          </a:bodyPr>
          <a:lstStyle/>
          <a:p>
            <a:pPr algn="ctr"/>
            <a:r>
              <a:rPr lang="es-419" sz="900" dirty="0">
                <a:latin typeface="Pangolin" panose="00000500000000000000" pitchFamily="2" charset="0"/>
              </a:rPr>
              <a:t>Pero si solo divido los libros por tamaño en grupos de libros pequeños, medianos y grandes...</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42414" y="6741358"/>
            <a:ext cx="1858258" cy="646331"/>
          </a:xfrm>
          <a:prstGeom prst="rect">
            <a:avLst/>
          </a:prstGeom>
          <a:noFill/>
        </p:spPr>
        <p:txBody>
          <a:bodyPr wrap="square" rtlCol="0">
            <a:spAutoFit/>
          </a:bodyPr>
          <a:lstStyle/>
          <a:p>
            <a:pPr algn="ctr"/>
            <a:r>
              <a:rPr lang="es-419" sz="900" dirty="0">
                <a:latin typeface="Pangolin" panose="00000500000000000000" pitchFamily="2" charset="0"/>
              </a:rPr>
              <a:t>... entonces el tamaño es un atributo </a:t>
            </a:r>
            <a:r>
              <a:rPr lang="es-419" sz="900" dirty="0">
                <a:highlight>
                  <a:srgbClr val="C0C0C0"/>
                </a:highlight>
                <a:latin typeface="Pangolin" panose="00000500000000000000" pitchFamily="2" charset="0"/>
              </a:rPr>
              <a:t>ORDINAL</a:t>
            </a:r>
            <a:r>
              <a:rPr lang="es-419" sz="900" dirty="0">
                <a:latin typeface="Pangolin" panose="00000500000000000000" pitchFamily="2" charset="0"/>
              </a:rPr>
              <a:t>. No podemos usarlo en los cálculos, pero todavía hay un orden bien definido.</a:t>
            </a:r>
            <a:endParaRPr lang="pt-BR" sz="900" dirty="0"/>
          </a:p>
        </p:txBody>
      </p:sp>
      <p:grpSp>
        <p:nvGrpSpPr>
          <p:cNvPr id="31" name="Group 30">
            <a:extLst>
              <a:ext uri="{FF2B5EF4-FFF2-40B4-BE49-F238E27FC236}">
                <a16:creationId xmlns:a16="http://schemas.microsoft.com/office/drawing/2014/main" id="{DE0316FD-AFB7-1DE6-A0AC-0464D077825C}"/>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32" name="Picture 31">
              <a:extLst>
                <a:ext uri="{FF2B5EF4-FFF2-40B4-BE49-F238E27FC236}">
                  <a16:creationId xmlns:a16="http://schemas.microsoft.com/office/drawing/2014/main" id="{2B4D89E1-75A5-1B5B-644D-A2BDCF9593A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3" name="Group 32">
              <a:extLst>
                <a:ext uri="{FF2B5EF4-FFF2-40B4-BE49-F238E27FC236}">
                  <a16:creationId xmlns:a16="http://schemas.microsoft.com/office/drawing/2014/main" id="{9C14B525-AA46-DC61-1AEE-B1AEDEBBD449}"/>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4" name="Picture 33">
                <a:extLst>
                  <a:ext uri="{FF2B5EF4-FFF2-40B4-BE49-F238E27FC236}">
                    <a16:creationId xmlns:a16="http://schemas.microsoft.com/office/drawing/2014/main" id="{0E1C04A3-3324-9F7D-87DD-E2144696E08F}"/>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5" name="Picture 34">
                <a:extLst>
                  <a:ext uri="{FF2B5EF4-FFF2-40B4-BE49-F238E27FC236}">
                    <a16:creationId xmlns:a16="http://schemas.microsoft.com/office/drawing/2014/main" id="{A0CED316-A94F-BAC2-E9D8-71568512D3AA}"/>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6" name="Picture 35">
                <a:extLst>
                  <a:ext uri="{FF2B5EF4-FFF2-40B4-BE49-F238E27FC236}">
                    <a16:creationId xmlns:a16="http://schemas.microsoft.com/office/drawing/2014/main" id="{6BF20993-DF3D-D694-4B47-EA75D743726F}"/>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42202"/>
            <a:ext cx="2055628" cy="646331"/>
          </a:xfrm>
          <a:prstGeom prst="rect">
            <a:avLst/>
          </a:prstGeom>
          <a:noFill/>
        </p:spPr>
        <p:txBody>
          <a:bodyPr wrap="square" rtlCol="0">
            <a:spAutoFit/>
          </a:bodyPr>
          <a:lstStyle/>
          <a:p>
            <a:pPr algn="ctr"/>
            <a:r>
              <a:rPr lang="es-419" sz="900">
                <a:latin typeface="Pangolin" panose="00000500000000000000" pitchFamily="2" charset="0"/>
              </a:rPr>
              <a:t>Una variable puede incluso transformarse después de la recopilación de datos para que tenga un tipo diferente.</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55663"/>
            <a:ext cx="2055628" cy="923330"/>
          </a:xfrm>
          <a:prstGeom prst="rect">
            <a:avLst/>
          </a:prstGeom>
          <a:noFill/>
        </p:spPr>
        <p:txBody>
          <a:bodyPr wrap="square" rtlCol="0">
            <a:spAutoFit/>
          </a:bodyPr>
          <a:lstStyle/>
          <a:p>
            <a:pPr algn="ctr"/>
            <a:r>
              <a:rPr lang="es-419" sz="900">
                <a:latin typeface="Pangolin" panose="00000500000000000000" pitchFamily="2" charset="0"/>
              </a:rPr>
              <a:t>Por ejemplo, mida todos los libros en centímetros y luego decida que todos los libros de menos de 18 centímetros se registrarán como "pequeños". Eso sería convertir un atributo cuantitativo en uno ordinal.</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es-419" sz="900">
                <a:latin typeface="Pangolin" panose="00000500000000000000" pitchFamily="2" charset="0"/>
              </a:rPr>
              <a:t>Correcto. Podrías ir aún más lejos y convertirlo en un atributo categórico binario: por ejemplo, libro de bolsillo o libro de tamaño completo.</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es-419" sz="900">
                <a:latin typeface="Pangolin" panose="00000500000000000000" pitchFamily="2" charset="0"/>
              </a:rPr>
              <a:t>Oh, es verdad. Pero, ¿no significa eso que nos perderíamos la mayoría de los detalles de los datos recopilados?</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564198" y="3542042"/>
            <a:ext cx="1855125" cy="784830"/>
          </a:xfrm>
          <a:prstGeom prst="rect">
            <a:avLst/>
          </a:prstGeom>
          <a:noFill/>
        </p:spPr>
        <p:txBody>
          <a:bodyPr wrap="square" rtlCol="0">
            <a:spAutoFit/>
          </a:bodyPr>
          <a:lstStyle/>
          <a:p>
            <a:pPr algn="ctr"/>
            <a:r>
              <a:rPr lang="es-419" sz="900">
                <a:latin typeface="Pangolin" panose="00000500000000000000" pitchFamily="2" charset="0"/>
              </a:rPr>
              <a:t>Sí, son transformaciones con pérdida de datos. Por lo tanto, si no está seguro de cómo va a utilizar los datos, lo mejor es recopilarlos con más detalle.</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94972" y="3487001"/>
            <a:ext cx="1905000" cy="923330"/>
          </a:xfrm>
          <a:prstGeom prst="rect">
            <a:avLst/>
          </a:prstGeom>
          <a:noFill/>
        </p:spPr>
        <p:txBody>
          <a:bodyPr wrap="square" rtlCol="0">
            <a:spAutoFit/>
          </a:bodyPr>
          <a:lstStyle/>
          <a:p>
            <a:pPr algn="ctr"/>
            <a:r>
              <a:rPr lang="es-419" sz="900" dirty="0">
                <a:latin typeface="Pangolin" panose="00000500000000000000" pitchFamily="2" charset="0"/>
              </a:rPr>
              <a:t>Tiene sentido. Siempre se puede transformar un valor cuantitativo. Pero si solo tiene valores categóricos u ordinales desde el principio, no se podrán cambiar a valores cuantitativos más adelante.</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900">
                <a:latin typeface="Pangolin" panose="00000500000000000000" pitchFamily="2" charset="0"/>
                <a:ea typeface="+mn-ea"/>
                <a:cs typeface="+mn-cs"/>
              </a:rPr>
              <a:t>Genial, ahora que ambos sabemos todo sobre los atributos de los datos y</a:t>
            </a:r>
            <a:br>
              <a:rPr lang="es-419" sz="900">
                <a:latin typeface="Pangolin" panose="00000500000000000000" pitchFamily="2" charset="0"/>
                <a:ea typeface="+mn-ea"/>
                <a:cs typeface="+mn-cs"/>
              </a:rPr>
            </a:br>
            <a:r>
              <a:rPr lang="es-419" sz="900">
                <a:latin typeface="Pangolin" panose="00000500000000000000" pitchFamily="2" charset="0"/>
                <a:ea typeface="+mn-ea"/>
                <a:cs typeface="+mn-cs"/>
              </a:rPr>
              <a:t>tipos de atributos, ¡podemos tomar una decisión informada!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715228"/>
            <a:ext cx="2055628" cy="507831"/>
          </a:xfrm>
          <a:prstGeom prst="rect">
            <a:avLst/>
          </a:prstGeom>
          <a:noFill/>
        </p:spPr>
        <p:txBody>
          <a:bodyPr wrap="square" rtlCol="0">
            <a:spAutoFit/>
          </a:bodyPr>
          <a:lstStyle/>
          <a:p>
            <a:pPr algn="ctr"/>
            <a:r>
              <a:rPr lang="es-419" sz="900" dirty="0">
                <a:latin typeface="Pangolin" panose="00000500000000000000" pitchFamily="2" charset="0"/>
              </a:rPr>
              <a:t>Claro. Hablando de atributos... Te voy a atribuir esa tarea e iré a buscar un bocadillo. Avísame cuando termine.</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latin typeface="Momopresentation Updated 2" panose="02000503000000000000" pitchFamily="2" charset="0"/>
              </a:rPr>
              <a:t>FIN</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646331"/>
          </a:xfrm>
          <a:prstGeom prst="rect">
            <a:avLst/>
          </a:prstGeom>
          <a:noFill/>
        </p:spPr>
        <p:txBody>
          <a:bodyPr wrap="square" rtlCol="0">
            <a:spAutoFit/>
          </a:bodyPr>
          <a:lstStyle/>
          <a:p>
            <a:pPr algn="ctr"/>
            <a:r>
              <a:rPr lang="es-419" sz="900">
                <a:latin typeface="Pangolin" panose="00000500000000000000" pitchFamily="2" charset="0"/>
              </a:rPr>
              <a:t>Ahora que hemos hablado sobre los atributos de datos y sus tipos, ¡pasa la página y ve si puedes aplicar el conocimiento a algunos ejercicios!</a:t>
            </a:r>
            <a:endParaRPr lang="pt-BR" sz="900" dirty="0"/>
          </a:p>
        </p:txBody>
      </p:sp>
      <p:grpSp>
        <p:nvGrpSpPr>
          <p:cNvPr id="24" name="Group 23">
            <a:extLst>
              <a:ext uri="{FF2B5EF4-FFF2-40B4-BE49-F238E27FC236}">
                <a16:creationId xmlns:a16="http://schemas.microsoft.com/office/drawing/2014/main" id="{7E368133-9ABB-9E51-3FAE-176A52C76A4E}"/>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25" name="Picture 24">
              <a:extLst>
                <a:ext uri="{FF2B5EF4-FFF2-40B4-BE49-F238E27FC236}">
                  <a16:creationId xmlns:a16="http://schemas.microsoft.com/office/drawing/2014/main" id="{0BD6E27D-60DC-C77C-DF2B-38C14B248BA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6" name="Group 25">
              <a:extLst>
                <a:ext uri="{FF2B5EF4-FFF2-40B4-BE49-F238E27FC236}">
                  <a16:creationId xmlns:a16="http://schemas.microsoft.com/office/drawing/2014/main" id="{BC95BCA2-5CF8-63DB-88B0-E0673E90D647}"/>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7" name="Picture 26">
                <a:extLst>
                  <a:ext uri="{FF2B5EF4-FFF2-40B4-BE49-F238E27FC236}">
                    <a16:creationId xmlns:a16="http://schemas.microsoft.com/office/drawing/2014/main" id="{1DF66229-E6AA-4D10-6E57-3D822A4E61B0}"/>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8" name="Picture 27">
                <a:extLst>
                  <a:ext uri="{FF2B5EF4-FFF2-40B4-BE49-F238E27FC236}">
                    <a16:creationId xmlns:a16="http://schemas.microsoft.com/office/drawing/2014/main" id="{5BD9EDA9-16AC-2AB0-9948-8B53CA85CCD5}"/>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9" name="Picture 28">
                <a:extLst>
                  <a:ext uri="{FF2B5EF4-FFF2-40B4-BE49-F238E27FC236}">
                    <a16:creationId xmlns:a16="http://schemas.microsoft.com/office/drawing/2014/main" id="{EB320803-50C6-25E1-1F6B-9A8EF8B0BCBD}"/>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Título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Director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Actor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Duración</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Año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Género</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Popularidad</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a:solidFill>
                  <a:schemeClr val="tx1">
                    <a:lumMod val="50000"/>
                    <a:lumOff val="50000"/>
                  </a:schemeClr>
                </a:solidFill>
                <a:latin typeface="Pangolin" panose="00000500000000000000" pitchFamily="2" charset="0"/>
              </a:rPr>
              <a:t>Referencias:</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46030" y="451351"/>
            <a:ext cx="2326285" cy="784830"/>
          </a:xfrm>
          <a:prstGeom prst="rect">
            <a:avLst/>
          </a:prstGeom>
          <a:noFill/>
        </p:spPr>
        <p:txBody>
          <a:bodyPr wrap="square" rtlCol="0">
            <a:spAutoFit/>
          </a:bodyPr>
          <a:lstStyle/>
          <a:p>
            <a:pPr algn="ctr"/>
            <a:r>
              <a:rPr lang="es-419" sz="900" dirty="0">
                <a:latin typeface="Pangolin" panose="00000500000000000000" pitchFamily="2" charset="0"/>
              </a:rPr>
              <a:t>Recuerde que un atributo es una propiedad específica que se puede medir, observar o registrar. El gráfico de la derecha proporciona una descripción general de los diferentes tipos de atributos.</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ATRIBUTOS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CATEGÓRICO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62000" cy="369332"/>
          </a:xfrm>
          <a:prstGeom prst="rect">
            <a:avLst/>
          </a:prstGeom>
          <a:noFill/>
        </p:spPr>
        <p:txBody>
          <a:bodyPr wrap="square" rtlCol="0">
            <a:spAutoFit/>
          </a:bodyPr>
          <a:lstStyle/>
          <a:p>
            <a:r>
              <a:rPr lang="es-419" sz="900">
                <a:latin typeface="Pangolin" panose="00000500000000000000" pitchFamily="2" charset="0"/>
              </a:rPr>
              <a:t>Por ejemplo, color, género, autor, idioma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1973" cy="261610"/>
          </a:xfrm>
          <a:prstGeom prst="rect">
            <a:avLst/>
          </a:prstGeom>
          <a:noFill/>
        </p:spPr>
        <p:txBody>
          <a:bodyPr wrap="none" rtlCol="0">
            <a:spAutoFit/>
          </a:bodyPr>
          <a:lstStyle/>
          <a:p>
            <a:r>
              <a:rPr lang="de-DE" sz="1100" dirty="0">
                <a:latin typeface="Pangolin" panose="00000500000000000000" pitchFamily="2" charset="0"/>
              </a:rPr>
              <a:t>ORDENADO</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20" y="2737514"/>
            <a:ext cx="1445710" cy="369332"/>
          </a:xfrm>
          <a:prstGeom prst="rect">
            <a:avLst/>
          </a:prstGeom>
          <a:noFill/>
        </p:spPr>
        <p:txBody>
          <a:bodyPr wrap="square" rtlCol="0">
            <a:spAutoFit/>
          </a:bodyPr>
          <a:lstStyle/>
          <a:p>
            <a:r>
              <a:rPr lang="es-419" sz="900" dirty="0">
                <a:latin typeface="Pangolin" panose="00000500000000000000" pitchFamily="2" charset="0"/>
              </a:rPr>
              <a:t>Por ejemplo, la educación, el número de calzado…</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CUANTITATIVO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562000" cy="369332"/>
          </a:xfrm>
          <a:prstGeom prst="rect">
            <a:avLst/>
          </a:prstGeom>
          <a:noFill/>
        </p:spPr>
        <p:txBody>
          <a:bodyPr wrap="square" rtlCol="0">
            <a:spAutoFit/>
          </a:bodyPr>
          <a:lstStyle/>
          <a:p>
            <a:r>
              <a:rPr lang="pt-BR" sz="900" dirty="0">
                <a:latin typeface="Pangolin" panose="00000500000000000000" pitchFamily="2" charset="0"/>
              </a:rPr>
              <a:t>Ej.: centímetros, kilos,</a:t>
            </a:r>
            <a:br>
              <a:rPr lang="pt-BR" sz="900" dirty="0">
                <a:latin typeface="Pangolin" panose="00000500000000000000" pitchFamily="2" charset="0"/>
              </a:rPr>
            </a:br>
            <a:r>
              <a:rPr lang="pt-BR" sz="900" dirty="0">
                <a:latin typeface="Pangolin" panose="00000500000000000000" pitchFamily="2" charset="0"/>
              </a:rPr>
              <a:t>edad exacta,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728663" y="3645111"/>
            <a:ext cx="2135042" cy="507831"/>
          </a:xfrm>
          <a:prstGeom prst="rect">
            <a:avLst/>
          </a:prstGeom>
          <a:noFill/>
        </p:spPr>
        <p:txBody>
          <a:bodyPr wrap="square" rtlCol="0">
            <a:spAutoFit/>
          </a:bodyPr>
          <a:lstStyle/>
          <a:p>
            <a:r>
              <a:rPr lang="es-419" sz="900" dirty="0">
                <a:latin typeface="Pangolin" panose="00000500000000000000" pitchFamily="2" charset="0"/>
              </a:rPr>
              <a:t>¡Describa los diferentes atributos que puede encontrar para esta variedad de chocolates!</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346029" y="6255706"/>
            <a:ext cx="6303999" cy="200056"/>
          </a:xfrm>
          <a:prstGeom prst="rect">
            <a:avLst/>
          </a:prstGeom>
          <a:noFill/>
        </p:spPr>
        <p:txBody>
          <a:bodyPr wrap="square" rtlCol="0">
            <a:spAutoFit/>
          </a:bodyPr>
          <a:lstStyle/>
          <a:p>
            <a:r>
              <a:rPr lang="es-419" sz="700">
                <a:latin typeface="Pangolin" panose="00000500000000000000" pitchFamily="2" charset="0"/>
              </a:rPr>
              <a:t>Ejemplo: tamaño, peso, forma, color, sabor, calorías, cantidad de frutos secos, tipo de envase, fecha de caducidad, consistencia, si se trata de un caramelo casero...</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es-419" sz="900">
                <a:latin typeface="Pangolin" panose="00000500000000000000" pitchFamily="2" charset="0"/>
              </a:rPr>
              <a:t>Por lo general, los datos se presentan en tablas. Averigüe los tipos de atributos para cada columna.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de-DE" sz="700">
                <a:latin typeface="Pangolin" panose="00000500000000000000" pitchFamily="2" charset="0"/>
              </a:rPr>
              <a:t>Categórico: Título, Director, Actor, Género |  Cuantitativo: Duración |  Ordinal: Año, Popularidad</a:t>
            </a:r>
            <a:endParaRPr lang="pt-BR" sz="700" dirty="0"/>
          </a:p>
        </p:txBody>
      </p:sp>
      <p:grpSp>
        <p:nvGrpSpPr>
          <p:cNvPr id="10" name="Group 9">
            <a:extLst>
              <a:ext uri="{FF2B5EF4-FFF2-40B4-BE49-F238E27FC236}">
                <a16:creationId xmlns:a16="http://schemas.microsoft.com/office/drawing/2014/main" id="{9342BDB5-C805-52F4-D102-9A699B96DB4E}"/>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22" name="Picture 21">
              <a:extLst>
                <a:ext uri="{FF2B5EF4-FFF2-40B4-BE49-F238E27FC236}">
                  <a16:creationId xmlns:a16="http://schemas.microsoft.com/office/drawing/2014/main" id="{08BA0A89-6E73-4F73-74B3-991DADB340EB}"/>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3" name="Group 32">
              <a:extLst>
                <a:ext uri="{FF2B5EF4-FFF2-40B4-BE49-F238E27FC236}">
                  <a16:creationId xmlns:a16="http://schemas.microsoft.com/office/drawing/2014/main" id="{BF5EBE2B-90FC-4435-FE1C-34E7178A836F}"/>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5" name="Picture 34">
                <a:extLst>
                  <a:ext uri="{FF2B5EF4-FFF2-40B4-BE49-F238E27FC236}">
                    <a16:creationId xmlns:a16="http://schemas.microsoft.com/office/drawing/2014/main" id="{5FA92CB3-AEF3-98F0-CFF8-BCE58FE40026}"/>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0" name="Picture 39">
                <a:extLst>
                  <a:ext uri="{FF2B5EF4-FFF2-40B4-BE49-F238E27FC236}">
                    <a16:creationId xmlns:a16="http://schemas.microsoft.com/office/drawing/2014/main" id="{F4124460-5582-73D4-0DFB-D7DE407047D3}"/>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1" name="Picture 40">
                <a:extLst>
                  <a:ext uri="{FF2B5EF4-FFF2-40B4-BE49-F238E27FC236}">
                    <a16:creationId xmlns:a16="http://schemas.microsoft.com/office/drawing/2014/main" id="{C15E601D-D2B7-DE8F-1C88-3B4F1B76FF9F}"/>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5B1612E-D4B6-CC3D-F06C-A74D6372084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Fuentes: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es-ES" sz="1100" b="1" dirty="0">
                <a:solidFill>
                  <a:srgbClr val="333333"/>
                </a:solidFill>
                <a:latin typeface="Source Sans Pro" panose="020B0503030403020204" pitchFamily="34" charset="0"/>
                <a:ea typeface="+mn-ea"/>
                <a:cs typeface="+mn-cs"/>
              </a:rPr>
              <a:t>Cómo citar este documento:</a:t>
            </a:r>
            <a:br>
              <a:rPr lang="es-ES" sz="1100" b="1"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es-ES" sz="1100" i="1" dirty="0">
                <a:latin typeface="Segoe UI" panose="020B0502040204020203" pitchFamily="34" charset="0"/>
                <a:cs typeface="Segoe UI" panose="020B0502040204020203" pitchFamily="34" charset="0"/>
              </a:rPr>
              <a:t>Tipos de Atributos de los Datos</a:t>
            </a:r>
            <a:r>
              <a:rPr lang="de-DE" sz="1100" i="1" dirty="0">
                <a:latin typeface="Segoe UI" panose="020B0502040204020203" pitchFamily="34" charset="0"/>
                <a:cs typeface="Segoe UI" panose="020B0502040204020203" pitchFamily="34" charset="0"/>
              </a:rPr>
              <a:t>. University of Applied Sciences St. Pölten (USTP). https://www.comixplain.cc</a:t>
            </a:r>
            <a:br>
              <a:rPr lang="es-ES" sz="1100" dirty="0">
                <a:solidFill>
                  <a:srgbClr val="333333"/>
                </a:solidFill>
                <a:latin typeface="Source Sans Pro" panose="020B0503030403020204" pitchFamily="34" charset="0"/>
                <a:ea typeface="+mn-ea"/>
                <a:cs typeface="+mn-cs"/>
              </a:rPr>
            </a:br>
            <a:br>
              <a:rPr lang="es-ES" sz="1100" b="1" dirty="0">
                <a:solidFill>
                  <a:srgbClr val="333333"/>
                </a:solidFill>
                <a:latin typeface="Source Sans Pro" panose="020B0503030403020204" pitchFamily="34" charset="0"/>
                <a:ea typeface="+mn-ea"/>
                <a:cs typeface="+mn-cs"/>
              </a:rPr>
            </a:br>
            <a:r>
              <a:rPr lang="es-ES" sz="1100" b="1" dirty="0">
                <a:solidFill>
                  <a:srgbClr val="333333"/>
                </a:solidFill>
                <a:latin typeface="Source Sans Pro" panose="020B0503030403020204" pitchFamily="34" charset="0"/>
                <a:ea typeface="+mn-ea"/>
                <a:cs typeface="+mn-cs"/>
              </a:rPr>
              <a:t>Este cómic fue adaptado de: </a:t>
            </a:r>
            <a:br>
              <a:rPr lang="es-ES" sz="1100"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es-419" sz="1100" dirty="0">
                <a:solidFill>
                  <a:srgbClr val="333333"/>
                </a:solidFill>
                <a:latin typeface="Source Sans Pro" panose="020B0503030403020204" pitchFamily="34" charset="0"/>
                <a:ea typeface="+mn-ea"/>
                <a:cs typeface="+mn-cs"/>
              </a:rPr>
              <a:t>Tipos de Atributos de los Datos</a:t>
            </a:r>
            <a:r>
              <a:rPr lang="de-DE" sz="1100" dirty="0">
                <a:solidFill>
                  <a:srgbClr val="333333"/>
                </a:solidFill>
                <a:latin typeface="Source Sans Pro" panose="020B0503030403020204" pitchFamily="34" charset="0"/>
                <a:ea typeface="+mn-ea"/>
                <a:cs typeface="+mn-cs"/>
              </a:rPr>
              <a:t>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D7E292F-E3FB-4761-B9F1-EE732EA8F0F0}">
  <ds:schemaRefs>
    <ds:schemaRef ds:uri="http://schemas.microsoft.com/office/2006/documentManagement/types"/>
    <ds:schemaRef ds:uri="http://schemas.microsoft.com/office/infopath/2007/PartnerControls"/>
    <ds:schemaRef ds:uri="http://schemas.microsoft.com/office/2006/metadata/properties"/>
    <ds:schemaRef ds:uri="http://www.w3.org/XML/1998/namespace"/>
    <ds:schemaRef ds:uri="http://purl.org/dc/elements/1.1/"/>
    <ds:schemaRef ds:uri="http://purl.org/dc/dcmitype/"/>
    <ds:schemaRef ds:uri="http://purl.org/dc/terms/"/>
    <ds:schemaRef ds:uri="http://schemas.openxmlformats.org/package/2006/metadata/core-properties"/>
    <ds:schemaRef ds:uri="94bcf745-830c-42f4-885c-a1d7342e6e36"/>
    <ds:schemaRef ds:uri="da1b7603-f8b8-47c9-9682-dc6aa8e9acd7"/>
  </ds:schemaRefs>
</ds:datastoreItem>
</file>

<file path=customXml/itemProps2.xml><?xml version="1.0" encoding="utf-8"?>
<ds:datastoreItem xmlns:ds="http://schemas.openxmlformats.org/officeDocument/2006/customXml" ds:itemID="{F8C53F75-5C6A-4E63-B433-1E107F09DDA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0E7FCC-F4A9-4675-B9D8-5E09C3364C5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28</TotalTime>
  <Words>1113</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Calibri Light</vt:lpstr>
      <vt:lpstr>Pangolin</vt:lpstr>
      <vt:lpstr>Calibri</vt:lpstr>
      <vt:lpstr>Segoe UI</vt:lpstr>
      <vt:lpstr>Arial</vt:lpstr>
      <vt:lpstr>Momopresentation Updated 2</vt:lpstr>
      <vt:lpstr>Source Sans Pro</vt:lpstr>
      <vt:lpstr>Office</vt:lpstr>
      <vt:lpstr>Tipos de Atributos de los Datos</vt:lpstr>
      <vt:lpstr>PowerPoint Presentation</vt:lpstr>
      <vt:lpstr>¿Atributos?</vt:lpstr>
      <vt:lpstr>Creo que es por el tipo de atributo...</vt:lpstr>
      <vt:lpstr>Genial, ahora que ambos sabemos todo sobre los atributos de los datos y tipos de atributos, ¡podemos tomar una decisión informada!</vt:lpstr>
      <vt:lpstr>ATRIBUTOS</vt:lpstr>
      <vt:lpstr>Cómo citar este documento:  De-Jesus-Oliveira, V.-A., Boucher, M., Boucher, A., Wu, H.-Y., &amp; Stoiber, C. (2025). Tipos de Atributos de los Datos. University of Applied Sciences St. Pölten (USTP). https://www.comixplain.cc  Este cómic fue adaptado de:   Tipos de Atributos de los Datos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Atributos de los Datos</dc:title>
  <dc:creator>Boucher Magdalena</dc:creator>
  <cp:lastModifiedBy>de-Jesus-Oliveira Victor-Adriel</cp:lastModifiedBy>
  <cp:revision>48</cp:revision>
  <dcterms:created xsi:type="dcterms:W3CDTF">2022-09-19T11:21:57Z</dcterms:created>
  <dcterms:modified xsi:type="dcterms:W3CDTF">2025-11-08T13:40:22Z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
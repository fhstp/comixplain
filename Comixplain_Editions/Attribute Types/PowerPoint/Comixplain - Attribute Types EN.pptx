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6" r:id="rId6"/>
    <p:sldId id="268" r:id="rId7"/>
    <p:sldId id="269" r:id="rId8"/>
    <p:sldId id="270" r:id="rId9"/>
    <p:sldId id="271" r:id="rId10"/>
    <p:sldId id="267" r:id="rId11"/>
  </p:sldIdLst>
  <p:sldSz cx="6858000" cy="9906000" type="A4"/>
  <p:notesSz cx="6858000" cy="9144000"/>
  <p:embeddedFontLst>
    <p:embeddedFont>
      <p:font typeface="Pangolin" panose="020B0604020202020204" charset="0"/>
      <p:regular r:id="rId12"/>
    </p:embeddedFont>
    <p:embeddedFont>
      <p:font typeface="Segoe UI" panose="020B0502040204020203" pitchFamily="34" charset="0"/>
      <p:regular r:id="rId13"/>
      <p:bold r:id="rId14"/>
      <p:italic r:id="rId15"/>
      <p:boldItalic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5FD4020-C947-4390-83CF-080D709BC519}" v="50" dt="2025-11-13T07:24:56.0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font" Target="fonts/font4.fntdata"/><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13T07:24:56.048" v="721" actId="14100"/>
      <pc:docMkLst>
        <pc:docMk/>
      </pc:docMkLst>
      <pc:sldChg chg="addSp delSp modSp mod">
        <pc:chgData name="de-Jesus-Oliveira Victor-Adriel" userId="a708fc36-3c1b-42ab-b5e9-2e1fa3c6605e" providerId="ADAL" clId="{39AA12F0-CB51-4D67-A3A6-7C3EC2C345CA}" dt="2025-11-07T10:20:17.971" v="527" actId="478"/>
        <pc:sldMkLst>
          <pc:docMk/>
          <pc:sldMk cId="1717017816" sldId="266"/>
        </pc:sldMkLst>
        <pc:spChg chg="mod">
          <ac:chgData name="de-Jesus-Oliveira Victor-Adriel" userId="a708fc36-3c1b-42ab-b5e9-2e1fa3c6605e" providerId="ADAL" clId="{39AA12F0-CB51-4D67-A3A6-7C3EC2C345CA}" dt="2025-11-06T11:25:47.606" v="226" actId="20577"/>
          <ac:spMkLst>
            <pc:docMk/>
            <pc:sldMk cId="1717017816" sldId="266"/>
            <ac:spMk id="2" creationId="{36F7C832-7D7F-40CB-9479-79BC46A793B9}"/>
          </ac:spMkLst>
        </pc:spChg>
        <pc:spChg chg="mod">
          <ac:chgData name="de-Jesus-Oliveira Victor-Adriel" userId="a708fc36-3c1b-42ab-b5e9-2e1fa3c6605e" providerId="ADAL" clId="{39AA12F0-CB51-4D67-A3A6-7C3EC2C345CA}" dt="2025-11-06T11:31:05.495" v="307" actId="12789"/>
          <ac:spMkLst>
            <pc:docMk/>
            <pc:sldMk cId="1717017816" sldId="266"/>
            <ac:spMk id="3" creationId="{2E20D51C-33CF-A277-EF5C-E03D9DA06522}"/>
          </ac:spMkLst>
        </pc:spChg>
        <pc:spChg chg="add mod">
          <ac:chgData name="de-Jesus-Oliveira Victor-Adriel" userId="a708fc36-3c1b-42ab-b5e9-2e1fa3c6605e" providerId="ADAL" clId="{39AA12F0-CB51-4D67-A3A6-7C3EC2C345CA}" dt="2025-11-06T11:32:00.468" v="320" actId="1037"/>
          <ac:spMkLst>
            <pc:docMk/>
            <pc:sldMk cId="1717017816" sldId="266"/>
            <ac:spMk id="12" creationId="{CC69F790-24DA-BC25-1BD6-81F51FEB93F7}"/>
          </ac:spMkLst>
        </pc:spChg>
        <pc:grpChg chg="add mod">
          <ac:chgData name="de-Jesus-Oliveira Victor-Adriel" userId="a708fc36-3c1b-42ab-b5e9-2e1fa3c6605e" providerId="ADAL" clId="{39AA12F0-CB51-4D67-A3A6-7C3EC2C345CA}" dt="2025-11-06T11:26:02.755" v="230" actId="1036"/>
          <ac:grpSpMkLst>
            <pc:docMk/>
            <pc:sldMk cId="1717017816" sldId="266"/>
            <ac:grpSpMk id="8" creationId="{EF923834-DF8A-7278-25D6-0B4FEE647A8C}"/>
          </ac:grpSpMkLst>
        </pc:grpChg>
        <pc:grpChg chg="add mod">
          <ac:chgData name="de-Jesus-Oliveira Victor-Adriel" userId="a708fc36-3c1b-42ab-b5e9-2e1fa3c6605e" providerId="ADAL" clId="{39AA12F0-CB51-4D67-A3A6-7C3EC2C345CA}" dt="2025-11-06T11:57:37.449" v="439" actId="962"/>
          <ac:grpSpMkLst>
            <pc:docMk/>
            <pc:sldMk cId="1717017816" sldId="266"/>
            <ac:grpSpMk id="22" creationId="{E769F199-4C85-D808-8E4C-222587057B9A}"/>
          </ac:grpSpMkLst>
        </pc:grpChg>
        <pc:picChg chg="add mod ord">
          <ac:chgData name="de-Jesus-Oliveira Victor-Adriel" userId="a708fc36-3c1b-42ab-b5e9-2e1fa3c6605e" providerId="ADAL" clId="{39AA12F0-CB51-4D67-A3A6-7C3EC2C345CA}" dt="2025-11-06T11:32:20.874" v="323" actId="962"/>
          <ac:picMkLst>
            <pc:docMk/>
            <pc:sldMk cId="1717017816" sldId="266"/>
            <ac:picMk id="7" creationId="{85DF7011-6291-10D9-29A5-EE02BCCC30D2}"/>
          </ac:picMkLst>
        </pc:picChg>
        <pc:picChg chg="mod">
          <ac:chgData name="de-Jesus-Oliveira Victor-Adriel" userId="a708fc36-3c1b-42ab-b5e9-2e1fa3c6605e" providerId="ADAL" clId="{39AA12F0-CB51-4D67-A3A6-7C3EC2C345CA}" dt="2025-11-06T11:05:53.110" v="12"/>
          <ac:picMkLst>
            <pc:docMk/>
            <pc:sldMk cId="1717017816" sldId="266"/>
            <ac:picMk id="9" creationId="{547B1E38-ADDC-956F-505A-0AF050EB568E}"/>
          </ac:picMkLst>
        </pc:picChg>
        <pc:picChg chg="mod">
          <ac:chgData name="de-Jesus-Oliveira Victor-Adriel" userId="a708fc36-3c1b-42ab-b5e9-2e1fa3c6605e" providerId="ADAL" clId="{39AA12F0-CB51-4D67-A3A6-7C3EC2C345CA}" dt="2025-11-06T11:05:53.110" v="12"/>
          <ac:picMkLst>
            <pc:docMk/>
            <pc:sldMk cId="1717017816" sldId="266"/>
            <ac:picMk id="10" creationId="{503AE5D0-9FEC-9F8D-2C14-E5EFF015CFF9}"/>
          </ac:picMkLst>
        </pc:picChg>
        <pc:picChg chg="add mod">
          <ac:chgData name="de-Jesus-Oliveira Victor-Adriel" userId="a708fc36-3c1b-42ab-b5e9-2e1fa3c6605e" providerId="ADAL" clId="{39AA12F0-CB51-4D67-A3A6-7C3EC2C345CA}" dt="2025-11-06T11:27:25.328" v="248" actId="164"/>
          <ac:picMkLst>
            <pc:docMk/>
            <pc:sldMk cId="1717017816" sldId="266"/>
            <ac:picMk id="17" creationId="{31F77960-59E5-E1CD-DB21-D9F076F02450}"/>
          </ac:picMkLst>
        </pc:picChg>
        <pc:picChg chg="add mod">
          <ac:chgData name="de-Jesus-Oliveira Victor-Adriel" userId="a708fc36-3c1b-42ab-b5e9-2e1fa3c6605e" providerId="ADAL" clId="{39AA12F0-CB51-4D67-A3A6-7C3EC2C345CA}" dt="2025-11-06T11:27:25.328" v="248" actId="164"/>
          <ac:picMkLst>
            <pc:docMk/>
            <pc:sldMk cId="1717017816" sldId="266"/>
            <ac:picMk id="19" creationId="{6EF2501A-23E7-3317-A481-F1323EAC35B0}"/>
          </ac:picMkLst>
        </pc:picChg>
        <pc:picChg chg="add mod">
          <ac:chgData name="de-Jesus-Oliveira Victor-Adriel" userId="a708fc36-3c1b-42ab-b5e9-2e1fa3c6605e" providerId="ADAL" clId="{39AA12F0-CB51-4D67-A3A6-7C3EC2C345CA}" dt="2025-11-06T11:27:25.328" v="248" actId="164"/>
          <ac:picMkLst>
            <pc:docMk/>
            <pc:sldMk cId="1717017816" sldId="266"/>
            <ac:picMk id="21" creationId="{E02E3920-2F93-A9DA-E349-6FDBB5AB5B77}"/>
          </ac:picMkLst>
        </pc:picChg>
      </pc:sldChg>
      <pc:sldChg chg="addSp delSp modSp mod">
        <pc:chgData name="de-Jesus-Oliveira Victor-Adriel" userId="a708fc36-3c1b-42ab-b5e9-2e1fa3c6605e" providerId="ADAL" clId="{39AA12F0-CB51-4D67-A3A6-7C3EC2C345CA}" dt="2025-11-07T10:10:40.323" v="526" actId="20577"/>
        <pc:sldMkLst>
          <pc:docMk/>
          <pc:sldMk cId="171183961" sldId="267"/>
        </pc:sldMkLst>
        <pc:spChg chg="mod">
          <ac:chgData name="de-Jesus-Oliveira Victor-Adriel" userId="a708fc36-3c1b-42ab-b5e9-2e1fa3c6605e" providerId="ADAL" clId="{39AA12F0-CB51-4D67-A3A6-7C3EC2C345CA}" dt="2025-11-06T11:50:26.363" v="438" actId="14100"/>
          <ac:spMkLst>
            <pc:docMk/>
            <pc:sldMk cId="171183961" sldId="267"/>
            <ac:spMk id="2" creationId="{36F7C832-7D7F-40CB-9479-79BC46A793B9}"/>
          </ac:spMkLst>
        </pc:spChg>
        <pc:spChg chg="mod">
          <ac:chgData name="de-Jesus-Oliveira Victor-Adriel" userId="a708fc36-3c1b-42ab-b5e9-2e1fa3c6605e" providerId="ADAL" clId="{39AA12F0-CB51-4D67-A3A6-7C3EC2C345CA}" dt="2025-11-07T10:10:40.323" v="526" actId="20577"/>
          <ac:spMkLst>
            <pc:docMk/>
            <pc:sldMk cId="171183961" sldId="267"/>
            <ac:spMk id="3" creationId="{71D4894D-6AB9-B115-8F2A-CC5FB193928B}"/>
          </ac:spMkLst>
        </pc:spChg>
        <pc:picChg chg="mod ord topLvl modCrop">
          <ac:chgData name="de-Jesus-Oliveira Victor-Adriel" userId="a708fc36-3c1b-42ab-b5e9-2e1fa3c6605e" providerId="ADAL" clId="{39AA12F0-CB51-4D67-A3A6-7C3EC2C345CA}" dt="2025-11-07T10:08:58.055" v="502" actId="29295"/>
          <ac:picMkLst>
            <pc:docMk/>
            <pc:sldMk cId="171183961" sldId="267"/>
            <ac:picMk id="5" creationId="{04923EB1-5D87-2608-7A53-E63E2FA426E2}"/>
          </ac:picMkLst>
        </pc:picChg>
      </pc:sldChg>
      <pc:sldChg chg="addSp delSp modSp mod">
        <pc:chgData name="de-Jesus-Oliveira Victor-Adriel" userId="a708fc36-3c1b-42ab-b5e9-2e1fa3c6605e" providerId="ADAL" clId="{39AA12F0-CB51-4D67-A3A6-7C3EC2C345CA}" dt="2025-11-09T06:58:04.027" v="562" actId="478"/>
        <pc:sldMkLst>
          <pc:docMk/>
          <pc:sldMk cId="2478332003" sldId="268"/>
        </pc:sldMkLst>
        <pc:grpChg chg="add mod">
          <ac:chgData name="de-Jesus-Oliveira Victor-Adriel" userId="a708fc36-3c1b-42ab-b5e9-2e1fa3c6605e" providerId="ADAL" clId="{39AA12F0-CB51-4D67-A3A6-7C3EC2C345CA}" dt="2025-11-09T06:57:19.559" v="555" actId="1038"/>
          <ac:grpSpMkLst>
            <pc:docMk/>
            <pc:sldMk cId="2478332003" sldId="268"/>
            <ac:grpSpMk id="34" creationId="{3F6083B0-5B1F-CFB1-29D9-BF7682AAF3F2}"/>
          </ac:grpSpMkLst>
        </pc:grpChg>
        <pc:grpChg chg="mod">
          <ac:chgData name="de-Jesus-Oliveira Victor-Adriel" userId="a708fc36-3c1b-42ab-b5e9-2e1fa3c6605e" providerId="ADAL" clId="{39AA12F0-CB51-4D67-A3A6-7C3EC2C345CA}" dt="2025-11-09T06:57:17.807" v="550"/>
          <ac:grpSpMkLst>
            <pc:docMk/>
            <pc:sldMk cId="2478332003" sldId="268"/>
            <ac:grpSpMk id="36" creationId="{D7A3BC3B-8601-0350-C895-15922DE00FCE}"/>
          </ac:grpSpMkLst>
        </pc:grpChg>
        <pc:picChg chg="mod">
          <ac:chgData name="de-Jesus-Oliveira Victor-Adriel" userId="a708fc36-3c1b-42ab-b5e9-2e1fa3c6605e" providerId="ADAL" clId="{39AA12F0-CB51-4D67-A3A6-7C3EC2C345CA}" dt="2025-11-09T06:57:17.807" v="550"/>
          <ac:picMkLst>
            <pc:docMk/>
            <pc:sldMk cId="2478332003" sldId="268"/>
            <ac:picMk id="35" creationId="{D8B53560-1394-F27B-74DA-6014DD8C91D6}"/>
          </ac:picMkLst>
        </pc:picChg>
        <pc:picChg chg="mod">
          <ac:chgData name="de-Jesus-Oliveira Victor-Adriel" userId="a708fc36-3c1b-42ab-b5e9-2e1fa3c6605e" providerId="ADAL" clId="{39AA12F0-CB51-4D67-A3A6-7C3EC2C345CA}" dt="2025-11-09T06:57:17.807" v="550"/>
          <ac:picMkLst>
            <pc:docMk/>
            <pc:sldMk cId="2478332003" sldId="268"/>
            <ac:picMk id="37" creationId="{A8902F48-1D75-A9AD-A255-0B35AA917130}"/>
          </ac:picMkLst>
        </pc:picChg>
        <pc:picChg chg="mod">
          <ac:chgData name="de-Jesus-Oliveira Victor-Adriel" userId="a708fc36-3c1b-42ab-b5e9-2e1fa3c6605e" providerId="ADAL" clId="{39AA12F0-CB51-4D67-A3A6-7C3EC2C345CA}" dt="2025-11-09T06:57:17.807" v="550"/>
          <ac:picMkLst>
            <pc:docMk/>
            <pc:sldMk cId="2478332003" sldId="268"/>
            <ac:picMk id="38" creationId="{3FDCACD2-AE5C-A007-3630-CD423BA93AD9}"/>
          </ac:picMkLst>
        </pc:picChg>
        <pc:picChg chg="mod">
          <ac:chgData name="de-Jesus-Oliveira Victor-Adriel" userId="a708fc36-3c1b-42ab-b5e9-2e1fa3c6605e" providerId="ADAL" clId="{39AA12F0-CB51-4D67-A3A6-7C3EC2C345CA}" dt="2025-11-09T06:57:17.807" v="550"/>
          <ac:picMkLst>
            <pc:docMk/>
            <pc:sldMk cId="2478332003" sldId="268"/>
            <ac:picMk id="39" creationId="{040D5099-ACE0-6CBD-A454-0338D9335D86}"/>
          </ac:picMkLst>
        </pc:picChg>
      </pc:sldChg>
      <pc:sldChg chg="addSp delSp modSp mod">
        <pc:chgData name="de-Jesus-Oliveira Victor-Adriel" userId="a708fc36-3c1b-42ab-b5e9-2e1fa3c6605e" providerId="ADAL" clId="{39AA12F0-CB51-4D67-A3A6-7C3EC2C345CA}" dt="2025-11-09T06:58:00.940" v="561" actId="478"/>
        <pc:sldMkLst>
          <pc:docMk/>
          <pc:sldMk cId="3603289315" sldId="269"/>
        </pc:sldMkLst>
        <pc:grpChg chg="add mod">
          <ac:chgData name="de-Jesus-Oliveira Victor-Adriel" userId="a708fc36-3c1b-42ab-b5e9-2e1fa3c6605e" providerId="ADAL" clId="{39AA12F0-CB51-4D67-A3A6-7C3EC2C345CA}" dt="2025-11-09T06:57:23.036" v="556"/>
          <ac:grpSpMkLst>
            <pc:docMk/>
            <pc:sldMk cId="3603289315" sldId="269"/>
            <ac:grpSpMk id="36" creationId="{C98F547D-5772-CC1C-3CEA-50F80624FAE6}"/>
          </ac:grpSpMkLst>
        </pc:grpChg>
        <pc:grpChg chg="mod">
          <ac:chgData name="de-Jesus-Oliveira Victor-Adriel" userId="a708fc36-3c1b-42ab-b5e9-2e1fa3c6605e" providerId="ADAL" clId="{39AA12F0-CB51-4D67-A3A6-7C3EC2C345CA}" dt="2025-11-09T06:57:23.036" v="556"/>
          <ac:grpSpMkLst>
            <pc:docMk/>
            <pc:sldMk cId="3603289315" sldId="269"/>
            <ac:grpSpMk id="38" creationId="{19F9811B-794B-6609-CE38-C2C080AF0FBD}"/>
          </ac:grpSpMkLst>
        </pc:grpChg>
        <pc:picChg chg="mod">
          <ac:chgData name="de-Jesus-Oliveira Victor-Adriel" userId="a708fc36-3c1b-42ab-b5e9-2e1fa3c6605e" providerId="ADAL" clId="{39AA12F0-CB51-4D67-A3A6-7C3EC2C345CA}" dt="2025-11-09T06:57:23.036" v="556"/>
          <ac:picMkLst>
            <pc:docMk/>
            <pc:sldMk cId="3603289315" sldId="269"/>
            <ac:picMk id="37" creationId="{F4B1B8D3-30B3-DBB4-F7E4-E5476FAB9E2C}"/>
          </ac:picMkLst>
        </pc:picChg>
        <pc:picChg chg="mod">
          <ac:chgData name="de-Jesus-Oliveira Victor-Adriel" userId="a708fc36-3c1b-42ab-b5e9-2e1fa3c6605e" providerId="ADAL" clId="{39AA12F0-CB51-4D67-A3A6-7C3EC2C345CA}" dt="2025-11-09T06:57:23.036" v="556"/>
          <ac:picMkLst>
            <pc:docMk/>
            <pc:sldMk cId="3603289315" sldId="269"/>
            <ac:picMk id="39" creationId="{5DB7E201-2B6A-B29B-0C8F-3EC56E588031}"/>
          </ac:picMkLst>
        </pc:picChg>
        <pc:picChg chg="mod">
          <ac:chgData name="de-Jesus-Oliveira Victor-Adriel" userId="a708fc36-3c1b-42ab-b5e9-2e1fa3c6605e" providerId="ADAL" clId="{39AA12F0-CB51-4D67-A3A6-7C3EC2C345CA}" dt="2025-11-09T06:57:23.036" v="556"/>
          <ac:picMkLst>
            <pc:docMk/>
            <pc:sldMk cId="3603289315" sldId="269"/>
            <ac:picMk id="40" creationId="{529FC8F9-BFB5-3F2E-AF24-E7DE9BB713C6}"/>
          </ac:picMkLst>
        </pc:picChg>
        <pc:picChg chg="mod">
          <ac:chgData name="de-Jesus-Oliveira Victor-Adriel" userId="a708fc36-3c1b-42ab-b5e9-2e1fa3c6605e" providerId="ADAL" clId="{39AA12F0-CB51-4D67-A3A6-7C3EC2C345CA}" dt="2025-11-09T06:57:23.036" v="556"/>
          <ac:picMkLst>
            <pc:docMk/>
            <pc:sldMk cId="3603289315" sldId="269"/>
            <ac:picMk id="41" creationId="{159F20EB-0D0E-19BF-AC73-6FCAF512EC05}"/>
          </ac:picMkLst>
        </pc:picChg>
      </pc:sldChg>
      <pc:sldChg chg="addSp delSp modSp mod">
        <pc:chgData name="de-Jesus-Oliveira Victor-Adriel" userId="a708fc36-3c1b-42ab-b5e9-2e1fa3c6605e" providerId="ADAL" clId="{39AA12F0-CB51-4D67-A3A6-7C3EC2C345CA}" dt="2025-11-09T06:57:38.252" v="560" actId="478"/>
        <pc:sldMkLst>
          <pc:docMk/>
          <pc:sldMk cId="170901122" sldId="270"/>
        </pc:sldMkLst>
        <pc:grpChg chg="add mod">
          <ac:chgData name="de-Jesus-Oliveira Victor-Adriel" userId="a708fc36-3c1b-42ab-b5e9-2e1fa3c6605e" providerId="ADAL" clId="{39AA12F0-CB51-4D67-A3A6-7C3EC2C345CA}" dt="2025-11-09T06:57:24.459" v="557"/>
          <ac:grpSpMkLst>
            <pc:docMk/>
            <pc:sldMk cId="170901122" sldId="270"/>
            <ac:grpSpMk id="28" creationId="{70C5F6EB-16FE-426F-5F1D-503A7897556A}"/>
          </ac:grpSpMkLst>
        </pc:grpChg>
        <pc:grpChg chg="mod">
          <ac:chgData name="de-Jesus-Oliveira Victor-Adriel" userId="a708fc36-3c1b-42ab-b5e9-2e1fa3c6605e" providerId="ADAL" clId="{39AA12F0-CB51-4D67-A3A6-7C3EC2C345CA}" dt="2025-11-09T06:57:24.459" v="557"/>
          <ac:grpSpMkLst>
            <pc:docMk/>
            <pc:sldMk cId="170901122" sldId="270"/>
            <ac:grpSpMk id="30" creationId="{5C04D5F0-AFC3-84A7-3985-BF450E744892}"/>
          </ac:grpSpMkLst>
        </pc:grpChg>
        <pc:picChg chg="mod">
          <ac:chgData name="de-Jesus-Oliveira Victor-Adriel" userId="a708fc36-3c1b-42ab-b5e9-2e1fa3c6605e" providerId="ADAL" clId="{39AA12F0-CB51-4D67-A3A6-7C3EC2C345CA}" dt="2025-11-09T06:57:24.459" v="557"/>
          <ac:picMkLst>
            <pc:docMk/>
            <pc:sldMk cId="170901122" sldId="270"/>
            <ac:picMk id="29" creationId="{817BEC61-94F1-1AAA-8D85-A7CFF48B5E6E}"/>
          </ac:picMkLst>
        </pc:picChg>
        <pc:picChg chg="mod">
          <ac:chgData name="de-Jesus-Oliveira Victor-Adriel" userId="a708fc36-3c1b-42ab-b5e9-2e1fa3c6605e" providerId="ADAL" clId="{39AA12F0-CB51-4D67-A3A6-7C3EC2C345CA}" dt="2025-11-09T06:57:24.459" v="557"/>
          <ac:picMkLst>
            <pc:docMk/>
            <pc:sldMk cId="170901122" sldId="270"/>
            <ac:picMk id="31" creationId="{28CFE69E-8034-4AF8-817B-B886D9ABC692}"/>
          </ac:picMkLst>
        </pc:picChg>
        <pc:picChg chg="mod">
          <ac:chgData name="de-Jesus-Oliveira Victor-Adriel" userId="a708fc36-3c1b-42ab-b5e9-2e1fa3c6605e" providerId="ADAL" clId="{39AA12F0-CB51-4D67-A3A6-7C3EC2C345CA}" dt="2025-11-09T06:57:24.459" v="557"/>
          <ac:picMkLst>
            <pc:docMk/>
            <pc:sldMk cId="170901122" sldId="270"/>
            <ac:picMk id="32" creationId="{1B22AB10-817A-DDA2-A7F3-93D40B7F9962}"/>
          </ac:picMkLst>
        </pc:picChg>
        <pc:picChg chg="mod">
          <ac:chgData name="de-Jesus-Oliveira Victor-Adriel" userId="a708fc36-3c1b-42ab-b5e9-2e1fa3c6605e" providerId="ADAL" clId="{39AA12F0-CB51-4D67-A3A6-7C3EC2C345CA}" dt="2025-11-09T06:57:24.459" v="557"/>
          <ac:picMkLst>
            <pc:docMk/>
            <pc:sldMk cId="170901122" sldId="270"/>
            <ac:picMk id="33" creationId="{B6AD2194-5A18-E423-88C1-9ACEE3B7A443}"/>
          </ac:picMkLst>
        </pc:picChg>
      </pc:sldChg>
      <pc:sldChg chg="addSp delSp modSp mod">
        <pc:chgData name="de-Jesus-Oliveira Victor-Adriel" userId="a708fc36-3c1b-42ab-b5e9-2e1fa3c6605e" providerId="ADAL" clId="{39AA12F0-CB51-4D67-A3A6-7C3EC2C345CA}" dt="2025-11-13T07:24:56.048" v="721" actId="14100"/>
        <pc:sldMkLst>
          <pc:docMk/>
          <pc:sldMk cId="4277564834" sldId="271"/>
        </pc:sldMkLst>
        <pc:spChg chg="add mod ord">
          <ac:chgData name="de-Jesus-Oliveira Victor-Adriel" userId="a708fc36-3c1b-42ab-b5e9-2e1fa3c6605e" providerId="ADAL" clId="{39AA12F0-CB51-4D67-A3A6-7C3EC2C345CA}" dt="2025-11-13T07:24:56.048" v="721" actId="14100"/>
          <ac:spMkLst>
            <pc:docMk/>
            <pc:sldMk cId="4277564834" sldId="271"/>
            <ac:spMk id="3" creationId="{E41AA373-EF0C-2C5E-0607-AE3C42C46073}"/>
          </ac:spMkLst>
        </pc:spChg>
        <pc:spChg chg="add mod ord">
          <ac:chgData name="de-Jesus-Oliveira Victor-Adriel" userId="a708fc36-3c1b-42ab-b5e9-2e1fa3c6605e" providerId="ADAL" clId="{39AA12F0-CB51-4D67-A3A6-7C3EC2C345CA}" dt="2025-11-13T07:24:56.048" v="721" actId="14100"/>
          <ac:spMkLst>
            <pc:docMk/>
            <pc:sldMk cId="4277564834" sldId="271"/>
            <ac:spMk id="7" creationId="{C582C2F8-9DE0-24CB-A496-DA2C3F56300F}"/>
          </ac:spMkLst>
        </pc:spChg>
        <pc:spChg chg="add mod ord">
          <ac:chgData name="de-Jesus-Oliveira Victor-Adriel" userId="a708fc36-3c1b-42ab-b5e9-2e1fa3c6605e" providerId="ADAL" clId="{39AA12F0-CB51-4D67-A3A6-7C3EC2C345CA}" dt="2025-11-13T07:24:56.048" v="721" actId="14100"/>
          <ac:spMkLst>
            <pc:docMk/>
            <pc:sldMk cId="4277564834" sldId="271"/>
            <ac:spMk id="11" creationId="{C0828974-E7D3-1998-0788-23849342367E}"/>
          </ac:spMkLst>
        </pc:spChg>
        <pc:spChg chg="add mod">
          <ac:chgData name="de-Jesus-Oliveira Victor-Adriel" userId="a708fc36-3c1b-42ab-b5e9-2e1fa3c6605e" providerId="ADAL" clId="{39AA12F0-CB51-4D67-A3A6-7C3EC2C345CA}" dt="2025-11-13T07:14:54.089" v="712" actId="207"/>
          <ac:spMkLst>
            <pc:docMk/>
            <pc:sldMk cId="4277564834" sldId="271"/>
            <ac:spMk id="12" creationId="{8AA847A9-B3AB-4073-A71E-DFC9FCA4B461}"/>
          </ac:spMkLst>
        </pc:spChg>
        <pc:spChg chg="add del mod">
          <ac:chgData name="de-Jesus-Oliveira Victor-Adriel" userId="a708fc36-3c1b-42ab-b5e9-2e1fa3c6605e" providerId="ADAL" clId="{39AA12F0-CB51-4D67-A3A6-7C3EC2C345CA}" dt="2025-11-13T07:14:46.015" v="711" actId="478"/>
          <ac:spMkLst>
            <pc:docMk/>
            <pc:sldMk cId="4277564834" sldId="271"/>
            <ac:spMk id="13" creationId="{B205E8BE-085C-1B5F-9BAB-B0E1A5E14D9D}"/>
          </ac:spMkLst>
        </pc:spChg>
        <pc:spChg chg="add mod">
          <ac:chgData name="de-Jesus-Oliveira Victor-Adriel" userId="a708fc36-3c1b-42ab-b5e9-2e1fa3c6605e" providerId="ADAL" clId="{39AA12F0-CB51-4D67-A3A6-7C3EC2C345CA}" dt="2025-11-13T07:15:07.628" v="715" actId="14100"/>
          <ac:spMkLst>
            <pc:docMk/>
            <pc:sldMk cId="4277564834" sldId="271"/>
            <ac:spMk id="14" creationId="{908EDA03-75BF-2B42-5178-CA5C95A30CA1}"/>
          </ac:spMkLst>
        </pc:spChg>
        <pc:spChg chg="add mod">
          <ac:chgData name="de-Jesus-Oliveira Victor-Adriel" userId="a708fc36-3c1b-42ab-b5e9-2e1fa3c6605e" providerId="ADAL" clId="{39AA12F0-CB51-4D67-A3A6-7C3EC2C345CA}" dt="2025-11-13T07:15:15.921" v="718" actId="14100"/>
          <ac:spMkLst>
            <pc:docMk/>
            <pc:sldMk cId="4277564834" sldId="271"/>
            <ac:spMk id="22" creationId="{303C2F71-CB9F-3EB3-14F5-9210AE9593B8}"/>
          </ac:spMkLst>
        </pc:spChg>
        <pc:grpChg chg="add mod">
          <ac:chgData name="de-Jesus-Oliveira Victor-Adriel" userId="a708fc36-3c1b-42ab-b5e9-2e1fa3c6605e" providerId="ADAL" clId="{39AA12F0-CB51-4D67-A3A6-7C3EC2C345CA}" dt="2025-11-09T06:57:26.084" v="558"/>
          <ac:grpSpMkLst>
            <pc:docMk/>
            <pc:sldMk cId="4277564834" sldId="271"/>
            <ac:grpSpMk id="16" creationId="{898FE009-3F4E-1D16-6BC2-BE030D713062}"/>
          </ac:grpSpMkLst>
        </pc:grpChg>
        <pc:grpChg chg="mod">
          <ac:chgData name="de-Jesus-Oliveira Victor-Adriel" userId="a708fc36-3c1b-42ab-b5e9-2e1fa3c6605e" providerId="ADAL" clId="{39AA12F0-CB51-4D67-A3A6-7C3EC2C345CA}" dt="2025-11-09T06:57:26.084" v="558"/>
          <ac:grpSpMkLst>
            <pc:docMk/>
            <pc:sldMk cId="4277564834" sldId="271"/>
            <ac:grpSpMk id="18" creationId="{207C172F-103B-45E8-F1A5-DC707150D627}"/>
          </ac:grpSpMkLst>
        </pc:grpChg>
        <pc:picChg chg="mod">
          <ac:chgData name="de-Jesus-Oliveira Victor-Adriel" userId="a708fc36-3c1b-42ab-b5e9-2e1fa3c6605e" providerId="ADAL" clId="{39AA12F0-CB51-4D67-A3A6-7C3EC2C345CA}" dt="2025-11-09T06:57:26.084" v="558"/>
          <ac:picMkLst>
            <pc:docMk/>
            <pc:sldMk cId="4277564834" sldId="271"/>
            <ac:picMk id="17" creationId="{6825B8BD-1BE5-69F4-4B1F-0D55F5912E6A}"/>
          </ac:picMkLst>
        </pc:picChg>
        <pc:picChg chg="mod">
          <ac:chgData name="de-Jesus-Oliveira Victor-Adriel" userId="a708fc36-3c1b-42ab-b5e9-2e1fa3c6605e" providerId="ADAL" clId="{39AA12F0-CB51-4D67-A3A6-7C3EC2C345CA}" dt="2025-11-09T06:57:26.084" v="558"/>
          <ac:picMkLst>
            <pc:docMk/>
            <pc:sldMk cId="4277564834" sldId="271"/>
            <ac:picMk id="19" creationId="{251313B7-A846-B952-3C15-BFDC0CF39DE4}"/>
          </ac:picMkLst>
        </pc:picChg>
        <pc:picChg chg="mod">
          <ac:chgData name="de-Jesus-Oliveira Victor-Adriel" userId="a708fc36-3c1b-42ab-b5e9-2e1fa3c6605e" providerId="ADAL" clId="{39AA12F0-CB51-4D67-A3A6-7C3EC2C345CA}" dt="2025-11-09T06:57:26.084" v="558"/>
          <ac:picMkLst>
            <pc:docMk/>
            <pc:sldMk cId="4277564834" sldId="271"/>
            <ac:picMk id="20" creationId="{89B7AB84-6D76-827B-AAE0-01EA5120BC49}"/>
          </ac:picMkLst>
        </pc:picChg>
        <pc:picChg chg="mod">
          <ac:chgData name="de-Jesus-Oliveira Victor-Adriel" userId="a708fc36-3c1b-42ab-b5e9-2e1fa3c6605e" providerId="ADAL" clId="{39AA12F0-CB51-4D67-A3A6-7C3EC2C345CA}" dt="2025-11-09T06:57:26.084" v="558"/>
          <ac:picMkLst>
            <pc:docMk/>
            <pc:sldMk cId="4277564834" sldId="271"/>
            <ac:picMk id="21" creationId="{19FBE66B-5287-03B1-1484-E05DF4E62651}"/>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a:p>
        </p:txBody>
      </p:sp>
      <p:sp>
        <p:nvSpPr>
          <p:cNvPr id="4" name="Date Placeholder 3"/>
          <p:cNvSpPr>
            <a:spLocks noGrp="1"/>
          </p:cNvSpPr>
          <p:nvPr>
            <p:ph type="dt" sz="half" idx="10"/>
          </p:nvPr>
        </p:nvSpPr>
        <p:spPr/>
        <p:txBody>
          <a:bodyPr/>
          <a:lstStyle/>
          <a:p>
            <a:fld id="{54B5A053-06E9-40EE-BE46-DB75A413985D}" type="datetimeFigureOut">
              <a:rPr lang="de-AT" smtClean="0"/>
              <a:t>12.11.2025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4B5A053-06E9-40EE-BE46-DB75A413985D}" type="datetimeFigureOut">
              <a:rPr lang="de-AT" smtClean="0"/>
              <a:t>12.11.2025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12.11.2025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e Placeholder 4"/>
          <p:cNvSpPr>
            <a:spLocks noGrp="1"/>
          </p:cNvSpPr>
          <p:nvPr>
            <p:ph type="dt" sz="half" idx="10"/>
          </p:nvPr>
        </p:nvSpPr>
        <p:spPr/>
        <p:txBody>
          <a:bodyPr/>
          <a:lstStyle/>
          <a:p>
            <a:fld id="{54B5A053-06E9-40EE-BE46-DB75A413985D}" type="datetimeFigureOut">
              <a:rPr lang="de-AT" smtClean="0"/>
              <a:t>12.11.2025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e Placeholder 6"/>
          <p:cNvSpPr>
            <a:spLocks noGrp="1"/>
          </p:cNvSpPr>
          <p:nvPr>
            <p:ph type="dt" sz="half" idx="10"/>
          </p:nvPr>
        </p:nvSpPr>
        <p:spPr/>
        <p:txBody>
          <a:bodyPr/>
          <a:lstStyle/>
          <a:p>
            <a:fld id="{54B5A053-06E9-40EE-BE46-DB75A413985D}" type="datetimeFigureOut">
              <a:rPr lang="de-AT" smtClean="0"/>
              <a:t>12.11.2025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Date Placeholder 2"/>
          <p:cNvSpPr>
            <a:spLocks noGrp="1"/>
          </p:cNvSpPr>
          <p:nvPr>
            <p:ph type="dt" sz="half" idx="10"/>
          </p:nvPr>
        </p:nvSpPr>
        <p:spPr/>
        <p:txBody>
          <a:bodyPr/>
          <a:lstStyle/>
          <a:p>
            <a:fld id="{54B5A053-06E9-40EE-BE46-DB75A413985D}" type="datetimeFigureOut">
              <a:rPr lang="de-AT" smtClean="0"/>
              <a:t>12.11.2025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12.11.2025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12.11.2025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12.11.2025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4B5A053-06E9-40EE-BE46-DB75A413985D}" type="datetimeFigureOut">
              <a:rPr lang="de-AT" smtClean="0"/>
              <a:t>12.11.2025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4B5A053-06E9-40EE-BE46-DB75A413985D}" type="datetimeFigureOut">
              <a:rPr lang="de-AT" smtClean="0"/>
              <a:t>12.11.2025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12.11.2025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362848"/>
            <a:ext cx="4497388" cy="775469"/>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a:latin typeface="Pangolin" panose="00000500000000000000" pitchFamily="2" charset="0"/>
              </a:rPr>
              <a:t>Attribute </a:t>
            </a:r>
            <a:r>
              <a:rPr lang="de-AT" sz="4800" err="1">
                <a:latin typeface="Pangolin" panose="00000500000000000000" pitchFamily="2" charset="0"/>
              </a:rPr>
              <a:t>Types</a:t>
            </a:r>
            <a:endParaRPr lang="de-AT" sz="480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5DF7011-6291-10D9-29A5-EE02BCCC30D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78" y="790575"/>
            <a:ext cx="4417221" cy="3139321"/>
          </a:xfrm>
          <a:prstGeom prst="rect">
            <a:avLst/>
          </a:prstGeom>
          <a:noFill/>
        </p:spPr>
        <p:txBody>
          <a:bodyPr wrap="square" rtlCol="0">
            <a:spAutoFit/>
          </a:bodyPr>
          <a:lstStyle/>
          <a:p>
            <a:r>
              <a:rPr lang="en-US" sz="1100">
                <a:latin typeface="Segoe UI" panose="020B0502040204020203" pitchFamily="34" charset="0"/>
                <a:cs typeface="Segoe UI" panose="020B0502040204020203" pitchFamily="34" charset="0"/>
              </a:rPr>
              <a:t>This comic was created as part of the </a:t>
            </a:r>
            <a:r>
              <a:rPr lang="en-US" sz="1100" err="1">
                <a:latin typeface="Segoe UI" panose="020B0502040204020203" pitchFamily="34" charset="0"/>
                <a:cs typeface="Segoe UI" panose="020B0502040204020203" pitchFamily="34" charset="0"/>
              </a:rPr>
              <a:t>Comixplain</a:t>
            </a:r>
            <a:r>
              <a:rPr lang="en-US" sz="1100">
                <a:latin typeface="Segoe UI" panose="020B0502040204020203" pitchFamily="34" charset="0"/>
                <a:cs typeface="Segoe UI" panose="020B0502040204020203" pitchFamily="34" charset="0"/>
              </a:rPr>
              <a:t> research project, funded by the University of Applied Sciences St. </a:t>
            </a:r>
            <a:r>
              <a:rPr lang="en-US" sz="1100" err="1">
                <a:latin typeface="Segoe UI" panose="020B0502040204020203" pitchFamily="34" charset="0"/>
                <a:cs typeface="Segoe UI" panose="020B0502040204020203" pitchFamily="34" charset="0"/>
              </a:rPr>
              <a:t>Pölten</a:t>
            </a:r>
            <a:r>
              <a:rPr lang="en-US" sz="1100">
                <a:latin typeface="Segoe UI" panose="020B0502040204020203" pitchFamily="34" charset="0"/>
                <a:cs typeface="Segoe UI" panose="020B0502040204020203" pitchFamily="34" charset="0"/>
              </a:rPr>
              <a:t> (USTP) through the Innovation Call 2022.</a:t>
            </a:r>
          </a:p>
          <a:p>
            <a:endParaRPr lang="de-AT" sz="1100">
              <a:latin typeface="Segoe UI" panose="020B0502040204020203" pitchFamily="34" charset="0"/>
              <a:cs typeface="Segoe UI" panose="020B0502040204020203" pitchFamily="34" charset="0"/>
            </a:endParaRPr>
          </a:p>
          <a:p>
            <a:r>
              <a:rPr lang="de-AT" sz="1100" b="1">
                <a:latin typeface="Segoe UI" panose="020B0502040204020203" pitchFamily="34" charset="0"/>
                <a:cs typeface="Segoe UI" panose="020B0502040204020203" pitchFamily="34" charset="0"/>
              </a:rPr>
              <a:t>Project Team:</a:t>
            </a:r>
          </a:p>
          <a:p>
            <a:r>
              <a:rPr lang="de-AT" sz="1100">
                <a:latin typeface="Segoe UI" panose="020B0502040204020203" pitchFamily="34" charset="0"/>
                <a:cs typeface="Segoe UI" panose="020B0502040204020203" pitchFamily="34" charset="0"/>
              </a:rPr>
              <a:t>Victor-Adriel De-Jesus-Oliveira</a:t>
            </a:r>
          </a:p>
          <a:p>
            <a:r>
              <a:rPr lang="de-AT" sz="1100">
                <a:latin typeface="Segoe UI" panose="020B0502040204020203" pitchFamily="34" charset="0"/>
                <a:cs typeface="Segoe UI" panose="020B0502040204020203" pitchFamily="34" charset="0"/>
              </a:rPr>
              <a:t>Hsiang-Yun Wu</a:t>
            </a:r>
          </a:p>
          <a:p>
            <a:r>
              <a:rPr lang="de-AT" sz="1100">
                <a:latin typeface="Segoe UI" panose="020B0502040204020203" pitchFamily="34" charset="0"/>
                <a:cs typeface="Segoe UI" panose="020B0502040204020203" pitchFamily="34" charset="0"/>
              </a:rPr>
              <a:t>Christina Stoiber</a:t>
            </a:r>
          </a:p>
          <a:p>
            <a:r>
              <a:rPr lang="de-AT" sz="1100">
                <a:latin typeface="Segoe UI" panose="020B0502040204020203" pitchFamily="34" charset="0"/>
                <a:cs typeface="Segoe UI" panose="020B0502040204020203" pitchFamily="34" charset="0"/>
              </a:rPr>
              <a:t>Magdalena Boucher</a:t>
            </a:r>
          </a:p>
          <a:p>
            <a:r>
              <a:rPr lang="de-AT" sz="1100">
                <a:latin typeface="Segoe UI" panose="020B0502040204020203" pitchFamily="34" charset="0"/>
                <a:cs typeface="Segoe UI" panose="020B0502040204020203" pitchFamily="34" charset="0"/>
              </a:rPr>
              <a:t>Alena Boucher</a:t>
            </a:r>
          </a:p>
          <a:p>
            <a:endParaRPr lang="de-AT" sz="1100">
              <a:latin typeface="Segoe UI" panose="020B0502040204020203" pitchFamily="34" charset="0"/>
              <a:cs typeface="Segoe UI" panose="020B0502040204020203" pitchFamily="34" charset="0"/>
            </a:endParaRPr>
          </a:p>
          <a:p>
            <a:r>
              <a:rPr lang="de-AT" sz="1100" b="1">
                <a:latin typeface="Segoe UI" panose="020B0502040204020203" pitchFamily="34" charset="0"/>
                <a:cs typeface="Segoe UI" panose="020B0502040204020203" pitchFamily="34" charset="0"/>
              </a:rPr>
              <a:t>Contact:</a:t>
            </a:r>
          </a:p>
          <a:p>
            <a:r>
              <a:rPr lang="de-AT" sz="1100">
                <a:latin typeface="Segoe UI" panose="020B0502040204020203" pitchFamily="34" charset="0"/>
                <a:cs typeface="Segoe UI" panose="020B0502040204020203" pitchFamily="34" charset="0"/>
              </a:rPr>
              <a:t>victor.oliveira@ustp.at</a:t>
            </a:r>
          </a:p>
          <a:p>
            <a:endParaRPr lang="de-AT" sz="1100" b="1">
              <a:latin typeface="Segoe UI" panose="020B0502040204020203" pitchFamily="34" charset="0"/>
              <a:cs typeface="Segoe UI" panose="020B0502040204020203" pitchFamily="34" charset="0"/>
            </a:endParaRPr>
          </a:p>
          <a:p>
            <a:r>
              <a:rPr lang="de-AT" sz="1100" b="1">
                <a:latin typeface="Segoe UI" panose="020B0502040204020203" pitchFamily="34" charset="0"/>
                <a:cs typeface="Segoe UI" panose="020B0502040204020203" pitchFamily="34" charset="0"/>
              </a:rPr>
              <a:t>Illustrations</a:t>
            </a:r>
            <a:r>
              <a:rPr lang="de-AT" sz="1100">
                <a:latin typeface="Segoe UI" panose="020B0502040204020203" pitchFamily="34" charset="0"/>
                <a:cs typeface="Segoe UI" panose="020B0502040204020203" pitchFamily="34" charset="0"/>
              </a:rPr>
              <a:t>:</a:t>
            </a:r>
            <a:br>
              <a:rPr lang="de-AT" sz="1100">
                <a:latin typeface="Segoe UI" panose="020B0502040204020203" pitchFamily="34" charset="0"/>
                <a:cs typeface="Segoe UI" panose="020B0502040204020203" pitchFamily="34" charset="0"/>
              </a:rPr>
            </a:br>
            <a:r>
              <a:rPr lang="de-AT" sz="1100">
                <a:latin typeface="Segoe UI" panose="020B0502040204020203" pitchFamily="34" charset="0"/>
                <a:cs typeface="Segoe UI" panose="020B0502040204020203" pitchFamily="34" charset="0"/>
              </a:rPr>
              <a:t>Magdalena Boucher &amp; Alena Boucher</a:t>
            </a:r>
          </a:p>
          <a:p>
            <a:endParaRPr lang="de-AT" sz="1100">
              <a:latin typeface="Segoe UI" panose="020B0502040204020203" pitchFamily="34" charset="0"/>
              <a:cs typeface="Segoe UI" panose="020B0502040204020203" pitchFamily="34" charset="0"/>
            </a:endParaRPr>
          </a:p>
          <a:p>
            <a:endParaRPr lang="de-AT" sz="1100">
              <a:latin typeface="Segoe UI" panose="020B0502040204020203" pitchFamily="34" charset="0"/>
              <a:cs typeface="Segoe UI" panose="020B0502040204020203" pitchFamily="34" charset="0"/>
            </a:endParaRPr>
          </a:p>
        </p:txBody>
      </p:sp>
      <p:sp>
        <p:nvSpPr>
          <p:cNvPr id="3" name="Textfeld 1">
            <a:extLst>
              <a:ext uri="{FF2B5EF4-FFF2-40B4-BE49-F238E27FC236}">
                <a16:creationId xmlns:a16="http://schemas.microsoft.com/office/drawing/2014/main" id="{2E20D51C-33CF-A277-EF5C-E03D9DA06522}"/>
              </a:ext>
            </a:extLst>
          </p:cNvPr>
          <p:cNvSpPr txBox="1">
            <a:spLocks noGrp="1"/>
          </p:cNvSpPr>
          <p:nvPr>
            <p:ph type="title" idx="4294967295"/>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kumimoji="0" lang="de-AT" sz="1100" b="1" i="0" u="none" strike="noStrike" kern="1200" cap="none" spc="0" normalizeH="0" baseline="0" noProof="0">
              <a:ln>
                <a:noFill/>
              </a:ln>
              <a:solidFill>
                <a:schemeClr val="tx1"/>
              </a:solidFill>
              <a:effectLst/>
              <a:uLnTx/>
              <a:uFillTx/>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EF923834-DF8A-7278-25D6-0B4FEE647A8C}"/>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547B1E38-ADDC-956F-505A-0AF050EB56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503AE5D0-9FEC-9F8D-2C14-E5EFF015CF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2" name="TextBox 11">
            <a:extLst>
              <a:ext uri="{FF2B5EF4-FFF2-40B4-BE49-F238E27FC236}">
                <a16:creationId xmlns:a16="http://schemas.microsoft.com/office/drawing/2014/main" id="{CC69F790-24DA-BC25-1BD6-81F51FEB93F7}"/>
              </a:ext>
            </a:extLst>
          </p:cNvPr>
          <p:cNvSpPr txBox="1"/>
          <p:nvPr/>
        </p:nvSpPr>
        <p:spPr>
          <a:xfrm>
            <a:off x="2849291" y="7607440"/>
            <a:ext cx="3294407" cy="1107996"/>
          </a:xfrm>
          <a:prstGeom prst="rect">
            <a:avLst/>
          </a:prstGeom>
          <a:noFill/>
        </p:spPr>
        <p:txBody>
          <a:bodyPr wrap="square" rtlCol="0" anchor="b">
            <a:spAutoFit/>
          </a:bodyPr>
          <a:lstStyle/>
          <a:p>
            <a:pPr algn="r"/>
            <a:r>
              <a:rPr lang="de-DE" sz="1100" i="1">
                <a:latin typeface="Segoe UI" panose="020B0502040204020203" pitchFamily="34" charset="0"/>
                <a:cs typeface="Segoe UI" panose="020B0502040204020203" pitchFamily="34" charset="0"/>
              </a:rPr>
              <a:t>Attribute Types </a:t>
            </a:r>
            <a:r>
              <a:rPr lang="de-DE" sz="110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a:solidFill>
                <a:schemeClr val="accent1"/>
              </a:solidFill>
              <a:latin typeface="Segoe UI" panose="020B0502040204020203" pitchFamily="34" charset="0"/>
              <a:cs typeface="Segoe UI" panose="020B0502040204020203" pitchFamily="34" charset="0"/>
            </a:endParaRPr>
          </a:p>
        </p:txBody>
      </p:sp>
      <p:grpSp>
        <p:nvGrpSpPr>
          <p:cNvPr id="22" name="Group 21">
            <a:extLst>
              <a:ext uri="{FF2B5EF4-FFF2-40B4-BE49-F238E27FC236}">
                <a16:creationId xmlns:a16="http://schemas.microsoft.com/office/drawing/2014/main" id="{E769F199-4C85-D808-8E4C-222587057B9A}"/>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7" name="Picture 16">
              <a:extLst>
                <a:ext uri="{FF2B5EF4-FFF2-40B4-BE49-F238E27FC236}">
                  <a16:creationId xmlns:a16="http://schemas.microsoft.com/office/drawing/2014/main" id="{31F77960-59E5-E1CD-DB21-D9F076F02450}"/>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9" name="Picture 18">
              <a:extLst>
                <a:ext uri="{FF2B5EF4-FFF2-40B4-BE49-F238E27FC236}">
                  <a16:creationId xmlns:a16="http://schemas.microsoft.com/office/drawing/2014/main" id="{6EF2501A-23E7-3317-A481-F1323EAC35B0}"/>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21" name="Picture 20">
              <a:extLst>
                <a:ext uri="{FF2B5EF4-FFF2-40B4-BE49-F238E27FC236}">
                  <a16:creationId xmlns:a16="http://schemas.microsoft.com/office/drawing/2014/main" id="{E02E3920-2F93-A9DA-E349-6FDBB5AB5B77}"/>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0B476511-C0A6-CBA3-EFD1-88FD0F67895C}"/>
              </a:ext>
              <a:ext uri="{C183D7F6-B498-43B3-948B-1728B52AA6E4}">
                <adec:decorative xmlns:adec="http://schemas.microsoft.com/office/drawing/2017/decorative" val="1"/>
              </a:ext>
            </a:extLst>
          </p:cNvPr>
          <p:cNvGrpSpPr/>
          <p:nvPr/>
        </p:nvGrpSpPr>
        <p:grpSpPr>
          <a:xfrm>
            <a:off x="-1" y="0"/>
            <a:ext cx="7003101" cy="9906000"/>
            <a:chOff x="-1" y="0"/>
            <a:chExt cx="7003101" cy="9906000"/>
          </a:xfrm>
        </p:grpSpPr>
        <p:pic>
          <p:nvPicPr>
            <p:cNvPr id="2" name="Grafik 2">
              <a:extLst>
                <a:ext uri="{FF2B5EF4-FFF2-40B4-BE49-F238E27FC236}">
                  <a16:creationId xmlns:a16="http://schemas.microsoft.com/office/drawing/2014/main" id="{6DDE3032-1CE6-D3A8-311D-574B73D2CEB4}"/>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sp>
          <p:nvSpPr>
            <p:cNvPr id="4" name="Freeform: Shape 3">
              <a:extLst>
                <a:ext uri="{FF2B5EF4-FFF2-40B4-BE49-F238E27FC236}">
                  <a16:creationId xmlns:a16="http://schemas.microsoft.com/office/drawing/2014/main" id="{3E515294-719D-FFF3-BEC4-B84E68513EB0}"/>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442E0F9-5E0F-D547-0DB4-051C650F2A09}"/>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26C4913D-D654-72FB-5A6D-CB6035D43588}"/>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7CC27C4A-E29C-BFDF-46D4-D01B844D5545}"/>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D3DB90D-3FC2-E4E0-B522-06157154CCAE}"/>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D413DB69-52CA-06E0-7E9E-BEB8BA1A5589}"/>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EA71D339-7561-17A9-E427-103C1155A8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BEAE3F7F-2AB1-4395-BC8F-46C01D94AA9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500AA0D3-F601-F06B-14B5-54ADD7E91814}"/>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06469417-7EDC-F40B-C0C5-4DFC2E2C180C}"/>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650705E-C40E-B849-F44A-2F7824E249DC}"/>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Rectangle 20">
              <a:extLst>
                <a:ext uri="{FF2B5EF4-FFF2-40B4-BE49-F238E27FC236}">
                  <a16:creationId xmlns:a16="http://schemas.microsoft.com/office/drawing/2014/main" id="{75D14A7B-7C45-C5A7-B004-E4FD18E8B9FC}"/>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6" name="TextBox 5">
            <a:extLst>
              <a:ext uri="{FF2B5EF4-FFF2-40B4-BE49-F238E27FC236}">
                <a16:creationId xmlns:a16="http://schemas.microsoft.com/office/drawing/2014/main" id="{4E56189B-0A22-3B5A-6480-7E7215B2995F}"/>
              </a:ext>
            </a:extLst>
          </p:cNvPr>
          <p:cNvSpPr txBox="1"/>
          <p:nvPr/>
        </p:nvSpPr>
        <p:spPr>
          <a:xfrm>
            <a:off x="423872" y="449570"/>
            <a:ext cx="1537008" cy="507831"/>
          </a:xfrm>
          <a:prstGeom prst="rect">
            <a:avLst/>
          </a:prstGeom>
          <a:noFill/>
        </p:spPr>
        <p:txBody>
          <a:bodyPr wrap="square" rtlCol="0">
            <a:spAutoFit/>
          </a:bodyPr>
          <a:lstStyle/>
          <a:p>
            <a:pPr algn="ctr"/>
            <a:r>
              <a:rPr lang="de-AT" sz="900" err="1">
                <a:latin typeface="Pangolin" panose="00000500000000000000" pitchFamily="2" charset="0"/>
              </a:rPr>
              <a:t>Phew</a:t>
            </a:r>
            <a:r>
              <a:rPr lang="de-AT" sz="900">
                <a:latin typeface="Pangolin" panose="00000500000000000000" pitchFamily="2" charset="0"/>
              </a:rPr>
              <a:t>, </a:t>
            </a:r>
            <a:r>
              <a:rPr lang="de-AT" sz="900" err="1">
                <a:latin typeface="Pangolin" panose="00000500000000000000" pitchFamily="2" charset="0"/>
              </a:rPr>
              <a:t>we‘re</a:t>
            </a:r>
            <a:r>
              <a:rPr lang="de-AT" sz="900">
                <a:latin typeface="Pangolin" panose="00000500000000000000" pitchFamily="2" charset="0"/>
              </a:rPr>
              <a:t> </a:t>
            </a:r>
            <a:r>
              <a:rPr lang="de-AT" sz="900" err="1">
                <a:latin typeface="Pangolin" panose="00000500000000000000" pitchFamily="2" charset="0"/>
              </a:rPr>
              <a:t>finally</a:t>
            </a:r>
            <a:r>
              <a:rPr lang="de-AT" sz="900">
                <a:latin typeface="Pangolin" panose="00000500000000000000" pitchFamily="2" charset="0"/>
              </a:rPr>
              <a:t> </a:t>
            </a:r>
            <a:r>
              <a:rPr lang="de-AT" sz="900" err="1">
                <a:latin typeface="Pangolin" panose="00000500000000000000" pitchFamily="2" charset="0"/>
              </a:rPr>
              <a:t>finished</a:t>
            </a:r>
            <a:br>
              <a:rPr lang="de-AT" sz="900">
                <a:latin typeface="Pangolin" panose="00000500000000000000" pitchFamily="2" charset="0"/>
              </a:rPr>
            </a:br>
            <a:r>
              <a:rPr lang="de-AT" sz="900" err="1">
                <a:latin typeface="Pangolin" panose="00000500000000000000" pitchFamily="2" charset="0"/>
              </a:rPr>
              <a:t>with</a:t>
            </a:r>
            <a:r>
              <a:rPr lang="de-AT" sz="900">
                <a:latin typeface="Pangolin" panose="00000500000000000000" pitchFamily="2" charset="0"/>
              </a:rPr>
              <a:t> </a:t>
            </a:r>
            <a:r>
              <a:rPr lang="de-AT" sz="900" err="1">
                <a:latin typeface="Pangolin" panose="00000500000000000000" pitchFamily="2" charset="0"/>
              </a:rPr>
              <a:t>assembling</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new</a:t>
            </a:r>
            <a:br>
              <a:rPr lang="de-AT" sz="900">
                <a:latin typeface="Pangolin" panose="00000500000000000000" pitchFamily="2" charset="0"/>
              </a:rPr>
            </a:br>
            <a:r>
              <a:rPr lang="de-AT" sz="900" err="1">
                <a:latin typeface="Pangolin" panose="00000500000000000000" pitchFamily="2" charset="0"/>
              </a:rPr>
              <a:t>bookshelf</a:t>
            </a:r>
            <a:r>
              <a:rPr lang="de-AT" sz="900">
                <a:latin typeface="Pangolin" panose="00000500000000000000" pitchFamily="2" charset="0"/>
              </a:rPr>
              <a:t>!</a:t>
            </a:r>
            <a:endParaRPr lang="pt-BR" sz="900"/>
          </a:p>
        </p:txBody>
      </p:sp>
      <p:sp>
        <p:nvSpPr>
          <p:cNvPr id="8" name="TextBox 7">
            <a:extLst>
              <a:ext uri="{FF2B5EF4-FFF2-40B4-BE49-F238E27FC236}">
                <a16:creationId xmlns:a16="http://schemas.microsoft.com/office/drawing/2014/main" id="{7E34712E-ACF5-0927-C804-56293F98F80F}"/>
              </a:ext>
            </a:extLst>
          </p:cNvPr>
          <p:cNvSpPr txBox="1"/>
          <p:nvPr/>
        </p:nvSpPr>
        <p:spPr>
          <a:xfrm>
            <a:off x="789632" y="2527290"/>
            <a:ext cx="1537008" cy="369332"/>
          </a:xfrm>
          <a:prstGeom prst="rect">
            <a:avLst/>
          </a:prstGeom>
          <a:noFill/>
        </p:spPr>
        <p:txBody>
          <a:bodyPr wrap="square" rtlCol="0">
            <a:spAutoFit/>
          </a:bodyPr>
          <a:lstStyle/>
          <a:p>
            <a:pPr algn="ctr"/>
            <a:r>
              <a:rPr lang="de-AT" sz="900" err="1">
                <a:latin typeface="Pangolin" panose="00000500000000000000" pitchFamily="2" charset="0"/>
              </a:rPr>
              <a:t>Yeah</a:t>
            </a:r>
            <a:r>
              <a:rPr lang="de-AT" sz="900">
                <a:latin typeface="Pangolin" panose="00000500000000000000" pitchFamily="2" charset="0"/>
              </a:rPr>
              <a:t>, </a:t>
            </a:r>
            <a:r>
              <a:rPr lang="de-AT" sz="900" err="1">
                <a:latin typeface="Pangolin" panose="00000500000000000000" pitchFamily="2" charset="0"/>
              </a:rPr>
              <a:t>now</a:t>
            </a:r>
            <a:r>
              <a:rPr lang="de-AT" sz="900">
                <a:latin typeface="Pangolin" panose="00000500000000000000" pitchFamily="2" charset="0"/>
              </a:rPr>
              <a:t> </a:t>
            </a:r>
            <a:r>
              <a:rPr lang="de-AT" sz="900" err="1">
                <a:latin typeface="Pangolin" panose="00000500000000000000" pitchFamily="2" charset="0"/>
              </a:rPr>
              <a:t>we</a:t>
            </a:r>
            <a:r>
              <a:rPr lang="de-AT" sz="900">
                <a:latin typeface="Pangolin" panose="00000500000000000000" pitchFamily="2" charset="0"/>
              </a:rPr>
              <a:t> just </a:t>
            </a:r>
            <a:r>
              <a:rPr lang="de-AT" sz="900" err="1">
                <a:latin typeface="Pangolin" panose="00000500000000000000" pitchFamily="2" charset="0"/>
              </a:rPr>
              <a:t>have</a:t>
            </a:r>
            <a:r>
              <a:rPr lang="de-AT" sz="900">
                <a:latin typeface="Pangolin" panose="00000500000000000000" pitchFamily="2" charset="0"/>
              </a:rPr>
              <a:t> </a:t>
            </a:r>
            <a:r>
              <a:rPr lang="de-AT" sz="900" err="1">
                <a:latin typeface="Pangolin" panose="00000500000000000000" pitchFamily="2" charset="0"/>
              </a:rPr>
              <a:t>to</a:t>
            </a:r>
            <a:br>
              <a:rPr lang="de-AT" sz="900">
                <a:latin typeface="Pangolin" panose="00000500000000000000" pitchFamily="2" charset="0"/>
              </a:rPr>
            </a:br>
            <a:r>
              <a:rPr lang="de-AT" sz="900" err="1">
                <a:latin typeface="Pangolin" panose="00000500000000000000" pitchFamily="2" charset="0"/>
              </a:rPr>
              <a:t>re-organize</a:t>
            </a:r>
            <a:r>
              <a:rPr lang="de-AT" sz="900">
                <a:latin typeface="Pangolin" panose="00000500000000000000" pitchFamily="2" charset="0"/>
              </a:rPr>
              <a:t> all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books</a:t>
            </a:r>
            <a:r>
              <a:rPr lang="de-AT" sz="900">
                <a:latin typeface="Pangolin" panose="00000500000000000000" pitchFamily="2" charset="0"/>
              </a:rPr>
              <a:t>.</a:t>
            </a:r>
            <a:endParaRPr lang="pt-BR" sz="900"/>
          </a:p>
        </p:txBody>
      </p:sp>
      <p:sp>
        <p:nvSpPr>
          <p:cNvPr id="10" name="TextBox 9">
            <a:extLst>
              <a:ext uri="{FF2B5EF4-FFF2-40B4-BE49-F238E27FC236}">
                <a16:creationId xmlns:a16="http://schemas.microsoft.com/office/drawing/2014/main" id="{46A6E872-0F18-FFD8-4EBA-9FC87A412A15}"/>
              </a:ext>
            </a:extLst>
          </p:cNvPr>
          <p:cNvSpPr txBox="1"/>
          <p:nvPr/>
        </p:nvSpPr>
        <p:spPr>
          <a:xfrm>
            <a:off x="2532072" y="645735"/>
            <a:ext cx="1537008" cy="230832"/>
          </a:xfrm>
          <a:prstGeom prst="rect">
            <a:avLst/>
          </a:prstGeom>
          <a:noFill/>
        </p:spPr>
        <p:txBody>
          <a:bodyPr wrap="square" rtlCol="0">
            <a:spAutoFit/>
          </a:bodyPr>
          <a:lstStyle/>
          <a:p>
            <a:pPr algn="ctr"/>
            <a:r>
              <a:rPr lang="de-AT" sz="900">
                <a:latin typeface="Pangolin" panose="00000500000000000000" pitchFamily="2" charset="0"/>
              </a:rPr>
              <a:t>Okay, </a:t>
            </a:r>
            <a:r>
              <a:rPr lang="de-AT" sz="900" err="1">
                <a:latin typeface="Pangolin" panose="00000500000000000000" pitchFamily="2" charset="0"/>
              </a:rPr>
              <a:t>here‘s</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first</a:t>
            </a:r>
            <a:r>
              <a:rPr lang="de-AT" sz="900">
                <a:latin typeface="Pangolin" panose="00000500000000000000" pitchFamily="2" charset="0"/>
              </a:rPr>
              <a:t> </a:t>
            </a:r>
            <a:r>
              <a:rPr lang="de-AT" sz="900" err="1">
                <a:latin typeface="Pangolin" panose="00000500000000000000" pitchFamily="2" charset="0"/>
              </a:rPr>
              <a:t>one</a:t>
            </a:r>
            <a:r>
              <a:rPr lang="de-AT" sz="900">
                <a:latin typeface="Pangolin" panose="00000500000000000000" pitchFamily="2" charset="0"/>
              </a:rPr>
              <a:t>.</a:t>
            </a:r>
            <a:endParaRPr lang="pt-BR" sz="900"/>
          </a:p>
        </p:txBody>
      </p:sp>
      <p:sp>
        <p:nvSpPr>
          <p:cNvPr id="12" name="TextBox 11">
            <a:extLst>
              <a:ext uri="{FF2B5EF4-FFF2-40B4-BE49-F238E27FC236}">
                <a16:creationId xmlns:a16="http://schemas.microsoft.com/office/drawing/2014/main" id="{AE52E890-B64E-48F3-3683-DF86FFE2C084}"/>
              </a:ext>
            </a:extLst>
          </p:cNvPr>
          <p:cNvSpPr txBox="1"/>
          <p:nvPr/>
        </p:nvSpPr>
        <p:spPr>
          <a:xfrm>
            <a:off x="3278834" y="2597964"/>
            <a:ext cx="1161086" cy="369332"/>
          </a:xfrm>
          <a:prstGeom prst="rect">
            <a:avLst/>
          </a:prstGeom>
          <a:noFill/>
        </p:spPr>
        <p:txBody>
          <a:bodyPr wrap="square" rtlCol="0">
            <a:spAutoFit/>
          </a:bodyPr>
          <a:lstStyle/>
          <a:p>
            <a:pPr algn="ctr"/>
            <a:r>
              <a:rPr lang="de-AT" sz="900" err="1">
                <a:latin typeface="Pangolin" panose="00000500000000000000" pitchFamily="2" charset="0"/>
              </a:rPr>
              <a:t>Wait</a:t>
            </a:r>
            <a:r>
              <a:rPr lang="de-AT" sz="900">
                <a:latin typeface="Pangolin" panose="00000500000000000000" pitchFamily="2" charset="0"/>
              </a:rPr>
              <a:t>, </a:t>
            </a:r>
            <a:r>
              <a:rPr lang="de-AT" sz="900" err="1">
                <a:latin typeface="Pangolin" panose="00000500000000000000" pitchFamily="2" charset="0"/>
              </a:rPr>
              <a:t>why</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this</a:t>
            </a:r>
            <a:r>
              <a:rPr lang="de-AT" sz="900">
                <a:latin typeface="Pangolin" panose="00000500000000000000" pitchFamily="2" charset="0"/>
              </a:rPr>
              <a:t> </a:t>
            </a:r>
            <a:r>
              <a:rPr lang="de-AT" sz="900" err="1">
                <a:latin typeface="Pangolin" panose="00000500000000000000" pitchFamily="2" charset="0"/>
              </a:rPr>
              <a:t>the</a:t>
            </a:r>
            <a:br>
              <a:rPr lang="de-AT" sz="900">
                <a:latin typeface="Pangolin" panose="00000500000000000000" pitchFamily="2" charset="0"/>
              </a:rPr>
            </a:br>
            <a:r>
              <a:rPr lang="de-AT" sz="900" err="1">
                <a:latin typeface="Pangolin" panose="00000500000000000000" pitchFamily="2" charset="0"/>
              </a:rPr>
              <a:t>first</a:t>
            </a:r>
            <a:r>
              <a:rPr lang="de-AT" sz="900">
                <a:latin typeface="Pangolin" panose="00000500000000000000" pitchFamily="2" charset="0"/>
              </a:rPr>
              <a:t> </a:t>
            </a:r>
            <a:r>
              <a:rPr lang="de-AT" sz="900" err="1">
                <a:latin typeface="Pangolin" panose="00000500000000000000" pitchFamily="2" charset="0"/>
              </a:rPr>
              <a:t>one</a:t>
            </a:r>
            <a:r>
              <a:rPr lang="de-AT" sz="900">
                <a:latin typeface="Pangolin" panose="00000500000000000000" pitchFamily="2" charset="0"/>
              </a:rPr>
              <a:t>?</a:t>
            </a:r>
            <a:endParaRPr lang="pt-BR" sz="900"/>
          </a:p>
        </p:txBody>
      </p:sp>
      <p:sp>
        <p:nvSpPr>
          <p:cNvPr id="14" name="TextBox 13">
            <a:extLst>
              <a:ext uri="{FF2B5EF4-FFF2-40B4-BE49-F238E27FC236}">
                <a16:creationId xmlns:a16="http://schemas.microsoft.com/office/drawing/2014/main" id="{0AB4809B-E597-C522-32BA-6C89D11251A0}"/>
              </a:ext>
            </a:extLst>
          </p:cNvPr>
          <p:cNvSpPr txBox="1"/>
          <p:nvPr/>
        </p:nvSpPr>
        <p:spPr>
          <a:xfrm>
            <a:off x="4726634" y="550724"/>
            <a:ext cx="1669086" cy="369332"/>
          </a:xfrm>
          <a:prstGeom prst="rect">
            <a:avLst/>
          </a:prstGeom>
          <a:noFill/>
        </p:spPr>
        <p:txBody>
          <a:bodyPr wrap="square" rtlCol="0">
            <a:spAutoFit/>
          </a:bodyPr>
          <a:lstStyle/>
          <a:p>
            <a:pPr algn="ctr"/>
            <a:r>
              <a:rPr lang="de-AT" sz="900">
                <a:latin typeface="Pangolin" panose="00000500000000000000" pitchFamily="2" charset="0"/>
              </a:rPr>
              <a:t>Well, </a:t>
            </a:r>
            <a:r>
              <a:rPr lang="de-AT" sz="900" err="1">
                <a:latin typeface="Pangolin" panose="00000500000000000000" pitchFamily="2" charset="0"/>
              </a:rPr>
              <a:t>the</a:t>
            </a:r>
            <a:r>
              <a:rPr lang="de-AT" sz="900">
                <a:latin typeface="Pangolin" panose="00000500000000000000" pitchFamily="2" charset="0"/>
              </a:rPr>
              <a:t> title </a:t>
            </a:r>
            <a:r>
              <a:rPr lang="de-AT" sz="900" err="1">
                <a:latin typeface="Pangolin" panose="00000500000000000000" pitchFamily="2" charset="0"/>
              </a:rPr>
              <a:t>starts</a:t>
            </a:r>
            <a:r>
              <a:rPr lang="de-AT" sz="900">
                <a:latin typeface="Pangolin" panose="00000500000000000000" pitchFamily="2" charset="0"/>
              </a:rPr>
              <a:t> </a:t>
            </a:r>
            <a:r>
              <a:rPr lang="de-AT" sz="900" err="1">
                <a:latin typeface="Pangolin" panose="00000500000000000000" pitchFamily="2" charset="0"/>
              </a:rPr>
              <a:t>with</a:t>
            </a:r>
            <a:r>
              <a:rPr lang="de-AT" sz="900">
                <a:latin typeface="Pangolin" panose="00000500000000000000" pitchFamily="2" charset="0"/>
              </a:rPr>
              <a:t> A, </a:t>
            </a:r>
            <a:br>
              <a:rPr lang="de-AT" sz="900">
                <a:latin typeface="Pangolin" panose="00000500000000000000" pitchFamily="2" charset="0"/>
              </a:rPr>
            </a:br>
            <a:r>
              <a:rPr lang="de-AT" sz="900">
                <a:latin typeface="Pangolin" panose="00000500000000000000" pitchFamily="2" charset="0"/>
              </a:rPr>
              <a:t>so </a:t>
            </a:r>
            <a:r>
              <a:rPr lang="de-AT" sz="900" err="1">
                <a:latin typeface="Pangolin" panose="00000500000000000000" pitchFamily="2" charset="0"/>
              </a:rPr>
              <a:t>it‘s</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first</a:t>
            </a:r>
            <a:r>
              <a:rPr lang="de-AT" sz="900">
                <a:latin typeface="Pangolin" panose="00000500000000000000" pitchFamily="2" charset="0"/>
              </a:rPr>
              <a:t> </a:t>
            </a:r>
            <a:r>
              <a:rPr lang="de-AT" sz="900" err="1">
                <a:latin typeface="Pangolin" panose="00000500000000000000" pitchFamily="2" charset="0"/>
              </a:rPr>
              <a:t>one</a:t>
            </a:r>
            <a:r>
              <a:rPr lang="de-AT" sz="900">
                <a:latin typeface="Pangolin" panose="00000500000000000000" pitchFamily="2" charset="0"/>
              </a:rPr>
              <a:t>.</a:t>
            </a:r>
            <a:endParaRPr lang="pt-BR" sz="900"/>
          </a:p>
        </p:txBody>
      </p:sp>
      <p:sp>
        <p:nvSpPr>
          <p:cNvPr id="16" name="TextBox 15">
            <a:extLst>
              <a:ext uri="{FF2B5EF4-FFF2-40B4-BE49-F238E27FC236}">
                <a16:creationId xmlns:a16="http://schemas.microsoft.com/office/drawing/2014/main" id="{5182FA86-8FC2-2461-36A5-325A96E6FB83}"/>
              </a:ext>
            </a:extLst>
          </p:cNvPr>
          <p:cNvSpPr txBox="1"/>
          <p:nvPr/>
        </p:nvSpPr>
        <p:spPr>
          <a:xfrm>
            <a:off x="5066994" y="2412664"/>
            <a:ext cx="1669086" cy="784830"/>
          </a:xfrm>
          <a:prstGeom prst="rect">
            <a:avLst/>
          </a:prstGeom>
          <a:noFill/>
        </p:spPr>
        <p:txBody>
          <a:bodyPr wrap="square" rtlCol="0">
            <a:spAutoFit/>
          </a:bodyPr>
          <a:lstStyle/>
          <a:p>
            <a:pPr algn="ctr"/>
            <a:r>
              <a:rPr lang="de-AT" sz="900">
                <a:latin typeface="Pangolin" panose="00000500000000000000" pitchFamily="2" charset="0"/>
              </a:rPr>
              <a:t>Are </a:t>
            </a: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sure</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ordering</a:t>
            </a:r>
            <a:br>
              <a:rPr lang="de-AT" sz="900">
                <a:latin typeface="Pangolin" panose="00000500000000000000" pitchFamily="2" charset="0"/>
              </a:rPr>
            </a:br>
            <a:r>
              <a:rPr lang="de-AT" sz="900" err="1">
                <a:latin typeface="Pangolin" panose="00000500000000000000" pitchFamily="2" charset="0"/>
              </a:rPr>
              <a:t>them</a:t>
            </a:r>
            <a:r>
              <a:rPr lang="de-AT" sz="900">
                <a:latin typeface="Pangolin" panose="00000500000000000000" pitchFamily="2" charset="0"/>
              </a:rPr>
              <a:t> </a:t>
            </a:r>
            <a:r>
              <a:rPr lang="de-AT" sz="900" err="1">
                <a:latin typeface="Pangolin" panose="00000500000000000000" pitchFamily="2" charset="0"/>
              </a:rPr>
              <a:t>alphabetically</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the</a:t>
            </a:r>
            <a:br>
              <a:rPr lang="de-AT" sz="900">
                <a:latin typeface="Pangolin" panose="00000500000000000000" pitchFamily="2" charset="0"/>
              </a:rPr>
            </a:br>
            <a:r>
              <a:rPr lang="de-AT" sz="900" err="1">
                <a:latin typeface="Pangolin" panose="00000500000000000000" pitchFamily="2" charset="0"/>
              </a:rPr>
              <a:t>best</a:t>
            </a:r>
            <a:r>
              <a:rPr lang="de-AT" sz="900">
                <a:latin typeface="Pangolin" panose="00000500000000000000" pitchFamily="2" charset="0"/>
              </a:rPr>
              <a:t> </a:t>
            </a:r>
            <a:r>
              <a:rPr lang="de-AT" sz="900" err="1">
                <a:latin typeface="Pangolin" panose="00000500000000000000" pitchFamily="2" charset="0"/>
              </a:rPr>
              <a:t>option</a:t>
            </a:r>
            <a:r>
              <a:rPr lang="de-AT" sz="900">
                <a:latin typeface="Pangolin" panose="00000500000000000000" pitchFamily="2" charset="0"/>
              </a:rPr>
              <a:t>? Books </a:t>
            </a:r>
            <a:r>
              <a:rPr lang="de-AT" sz="900" err="1">
                <a:latin typeface="Pangolin" panose="00000500000000000000" pitchFamily="2" charset="0"/>
              </a:rPr>
              <a:t>have</a:t>
            </a:r>
            <a:r>
              <a:rPr lang="de-AT" sz="900">
                <a:latin typeface="Pangolin" panose="00000500000000000000" pitchFamily="2" charset="0"/>
              </a:rPr>
              <a:t> so</a:t>
            </a:r>
            <a:br>
              <a:rPr lang="de-AT" sz="900">
                <a:latin typeface="Pangolin" panose="00000500000000000000" pitchFamily="2" charset="0"/>
              </a:rPr>
            </a:br>
            <a:r>
              <a:rPr lang="de-AT" sz="900" err="1">
                <a:latin typeface="Pangolin" panose="00000500000000000000" pitchFamily="2" charset="0"/>
              </a:rPr>
              <a:t>many</a:t>
            </a:r>
            <a:r>
              <a:rPr lang="de-AT" sz="900">
                <a:latin typeface="Pangolin" panose="00000500000000000000" pitchFamily="2" charset="0"/>
              </a:rPr>
              <a:t> different </a:t>
            </a:r>
            <a:r>
              <a:rPr lang="de-AT" sz="900" err="1">
                <a:latin typeface="Pangolin" panose="00000500000000000000" pitchFamily="2" charset="0"/>
              </a:rPr>
              <a:t>attributes</a:t>
            </a:r>
            <a:br>
              <a:rPr lang="de-AT" sz="900">
                <a:latin typeface="Pangolin" panose="00000500000000000000" pitchFamily="2" charset="0"/>
              </a:rPr>
            </a:b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could</a:t>
            </a:r>
            <a:r>
              <a:rPr lang="de-AT" sz="900">
                <a:latin typeface="Pangolin" panose="00000500000000000000" pitchFamily="2" charset="0"/>
              </a:rPr>
              <a:t> </a:t>
            </a:r>
            <a:r>
              <a:rPr lang="de-AT" sz="900" err="1">
                <a:latin typeface="Pangolin" panose="00000500000000000000" pitchFamily="2" charset="0"/>
              </a:rPr>
              <a:t>choose</a:t>
            </a:r>
            <a:r>
              <a:rPr lang="de-AT" sz="900">
                <a:latin typeface="Pangolin" panose="00000500000000000000" pitchFamily="2" charset="0"/>
              </a:rPr>
              <a:t>.</a:t>
            </a:r>
            <a:endParaRPr lang="pt-BR" sz="900"/>
          </a:p>
        </p:txBody>
      </p:sp>
      <p:sp>
        <p:nvSpPr>
          <p:cNvPr id="18" name="Title 17">
            <a:extLst>
              <a:ext uri="{FF2B5EF4-FFF2-40B4-BE49-F238E27FC236}">
                <a16:creationId xmlns:a16="http://schemas.microsoft.com/office/drawing/2014/main" id="{128ED9CA-54AD-8602-2336-D59633470F0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Attributes?</a:t>
            </a:r>
            <a:endParaRPr kumimoji="0" lang="pt-BR" sz="900" b="0" i="0" u="none" strike="noStrike" kern="1200" cap="none" spc="0" normalizeH="0" baseline="0" noProof="0">
              <a:ln>
                <a:noFill/>
              </a:ln>
              <a:solidFill>
                <a:schemeClr val="tx1"/>
              </a:solidFill>
              <a:effectLst/>
              <a:uLnTx/>
              <a:uFillTx/>
              <a:latin typeface="+mn-lt"/>
              <a:ea typeface="+mn-ea"/>
              <a:cs typeface="+mn-cs"/>
            </a:endParaRPr>
          </a:p>
        </p:txBody>
      </p:sp>
      <p:sp>
        <p:nvSpPr>
          <p:cNvPr id="20" name="TextBox 19">
            <a:extLst>
              <a:ext uri="{FF2B5EF4-FFF2-40B4-BE49-F238E27FC236}">
                <a16:creationId xmlns:a16="http://schemas.microsoft.com/office/drawing/2014/main" id="{D0343C4C-BFFD-2F9F-204E-B06C535660A9}"/>
              </a:ext>
            </a:extLst>
          </p:cNvPr>
          <p:cNvSpPr txBox="1"/>
          <p:nvPr/>
        </p:nvSpPr>
        <p:spPr>
          <a:xfrm>
            <a:off x="1245716" y="5566043"/>
            <a:ext cx="1161086" cy="230832"/>
          </a:xfrm>
          <a:prstGeom prst="rect">
            <a:avLst/>
          </a:prstGeom>
          <a:noFill/>
        </p:spPr>
        <p:txBody>
          <a:bodyPr wrap="square" rtlCol="0">
            <a:spAutoFit/>
          </a:bodyPr>
          <a:lstStyle/>
          <a:p>
            <a:pPr algn="ctr"/>
            <a:r>
              <a:rPr lang="de-AT" sz="900" err="1">
                <a:latin typeface="Pangolin" panose="00000500000000000000" pitchFamily="2" charset="0"/>
              </a:rPr>
              <a:t>Yeah</a:t>
            </a:r>
            <a:r>
              <a:rPr lang="de-AT" sz="900">
                <a:latin typeface="Pangolin" panose="00000500000000000000" pitchFamily="2" charset="0"/>
              </a:rPr>
              <a:t>.</a:t>
            </a:r>
            <a:endParaRPr lang="pt-BR" sz="900"/>
          </a:p>
        </p:txBody>
      </p:sp>
      <p:sp>
        <p:nvSpPr>
          <p:cNvPr id="24" name="TextBox 23">
            <a:extLst>
              <a:ext uri="{FF2B5EF4-FFF2-40B4-BE49-F238E27FC236}">
                <a16:creationId xmlns:a16="http://schemas.microsoft.com/office/drawing/2014/main" id="{78262B14-34D4-07DA-7B3C-6F004AD091F2}"/>
              </a:ext>
            </a:extLst>
          </p:cNvPr>
          <p:cNvSpPr txBox="1"/>
          <p:nvPr/>
        </p:nvSpPr>
        <p:spPr>
          <a:xfrm>
            <a:off x="2457608" y="3624143"/>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a:t>An </a:t>
            </a:r>
            <a:r>
              <a:rPr lang="de-DE">
                <a:highlight>
                  <a:srgbClr val="C0C0C0"/>
                </a:highlight>
              </a:rPr>
              <a:t>ATTRIBUTE</a:t>
            </a:r>
            <a:r>
              <a:rPr lang="de-DE"/>
              <a:t> </a:t>
            </a:r>
            <a:r>
              <a:rPr lang="de-DE" err="1"/>
              <a:t>is</a:t>
            </a:r>
            <a:r>
              <a:rPr lang="de-DE"/>
              <a:t> </a:t>
            </a:r>
            <a:r>
              <a:rPr lang="de-DE" err="1"/>
              <a:t>any</a:t>
            </a:r>
            <a:r>
              <a:rPr lang="de-DE"/>
              <a:t> </a:t>
            </a:r>
            <a:r>
              <a:rPr lang="de-DE" err="1"/>
              <a:t>specific</a:t>
            </a:r>
            <a:r>
              <a:rPr lang="de-DE"/>
              <a:t> </a:t>
            </a:r>
            <a:r>
              <a:rPr lang="de-DE" err="1"/>
              <a:t>property</a:t>
            </a:r>
            <a:br>
              <a:rPr lang="de-DE"/>
            </a:br>
            <a:r>
              <a:rPr lang="de-DE" err="1"/>
              <a:t>of</a:t>
            </a:r>
            <a:r>
              <a:rPr lang="de-DE"/>
              <a:t> </a:t>
            </a:r>
            <a:r>
              <a:rPr lang="de-DE" err="1"/>
              <a:t>the</a:t>
            </a:r>
            <a:r>
              <a:rPr lang="de-DE"/>
              <a:t> </a:t>
            </a:r>
            <a:r>
              <a:rPr lang="de-DE" err="1"/>
              <a:t>book</a:t>
            </a:r>
            <a:r>
              <a:rPr lang="de-DE"/>
              <a:t> that </a:t>
            </a:r>
            <a:r>
              <a:rPr lang="de-DE" err="1"/>
              <a:t>can</a:t>
            </a:r>
            <a:r>
              <a:rPr lang="de-DE"/>
              <a:t> </a:t>
            </a:r>
            <a:r>
              <a:rPr lang="de-DE" err="1"/>
              <a:t>be</a:t>
            </a:r>
            <a:r>
              <a:rPr lang="de-DE"/>
              <a:t> </a:t>
            </a:r>
            <a:r>
              <a:rPr lang="de-DE" err="1"/>
              <a:t>measured</a:t>
            </a:r>
            <a:r>
              <a:rPr lang="de-DE"/>
              <a:t> </a:t>
            </a:r>
            <a:r>
              <a:rPr lang="de-DE" err="1"/>
              <a:t>or</a:t>
            </a:r>
            <a:br>
              <a:rPr lang="de-DE"/>
            </a:br>
            <a:r>
              <a:rPr lang="de-DE" err="1"/>
              <a:t>observed</a:t>
            </a:r>
            <a:r>
              <a:rPr lang="de-DE"/>
              <a:t>, such </a:t>
            </a:r>
            <a:r>
              <a:rPr lang="de-DE" err="1"/>
              <a:t>as</a:t>
            </a:r>
            <a:r>
              <a:rPr lang="de-DE"/>
              <a:t> </a:t>
            </a:r>
            <a:r>
              <a:rPr lang="de-DE" err="1"/>
              <a:t>its</a:t>
            </a:r>
            <a:r>
              <a:rPr lang="de-DE"/>
              <a:t> title, </a:t>
            </a:r>
            <a:r>
              <a:rPr lang="de-DE" err="1"/>
              <a:t>its</a:t>
            </a:r>
            <a:r>
              <a:rPr lang="de-DE"/>
              <a:t> </a:t>
            </a:r>
            <a:r>
              <a:rPr lang="de-DE" err="1"/>
              <a:t>size</a:t>
            </a:r>
            <a:r>
              <a:rPr lang="de-DE"/>
              <a:t>…</a:t>
            </a:r>
            <a:endParaRPr lang="pt-BR"/>
          </a:p>
        </p:txBody>
      </p:sp>
      <p:sp>
        <p:nvSpPr>
          <p:cNvPr id="22" name="TextBox 21">
            <a:extLst>
              <a:ext uri="{FF2B5EF4-FFF2-40B4-BE49-F238E27FC236}">
                <a16:creationId xmlns:a16="http://schemas.microsoft.com/office/drawing/2014/main" id="{D5A37912-DF1C-BC6C-2E59-3668E0939023}"/>
              </a:ext>
            </a:extLst>
          </p:cNvPr>
          <p:cNvSpPr txBox="1"/>
          <p:nvPr/>
        </p:nvSpPr>
        <p:spPr>
          <a:xfrm>
            <a:off x="2503734" y="6077476"/>
            <a:ext cx="2015949"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a:t>(Synonyms </a:t>
            </a:r>
            <a:r>
              <a:rPr lang="de-DE" err="1"/>
              <a:t>for</a:t>
            </a:r>
            <a:r>
              <a:rPr lang="de-DE"/>
              <a:t> “</a:t>
            </a:r>
            <a:r>
              <a:rPr lang="de-DE" err="1"/>
              <a:t>attribute</a:t>
            </a:r>
            <a:r>
              <a:rPr lang="de-DE"/>
              <a:t>“ </a:t>
            </a:r>
            <a:r>
              <a:rPr lang="de-DE" err="1"/>
              <a:t>are</a:t>
            </a:r>
            <a:r>
              <a:rPr lang="de-DE"/>
              <a:t> “variable“ and “</a:t>
            </a:r>
            <a:r>
              <a:rPr lang="de-DE" err="1"/>
              <a:t>data</a:t>
            </a:r>
            <a:r>
              <a:rPr lang="de-DE"/>
              <a:t> </a:t>
            </a:r>
            <a:r>
              <a:rPr lang="de-DE" err="1"/>
              <a:t>dimension</a:t>
            </a:r>
            <a:r>
              <a:rPr lang="de-DE"/>
              <a:t>“)</a:t>
            </a:r>
            <a:endParaRPr lang="pt-BR"/>
          </a:p>
        </p:txBody>
      </p:sp>
      <p:sp>
        <p:nvSpPr>
          <p:cNvPr id="26" name="TextBox 25">
            <a:extLst>
              <a:ext uri="{FF2B5EF4-FFF2-40B4-BE49-F238E27FC236}">
                <a16:creationId xmlns:a16="http://schemas.microsoft.com/office/drawing/2014/main" id="{9729D79B-6380-F756-253A-0130133D0C51}"/>
              </a:ext>
            </a:extLst>
          </p:cNvPr>
          <p:cNvSpPr txBox="1"/>
          <p:nvPr/>
        </p:nvSpPr>
        <p:spPr>
          <a:xfrm>
            <a:off x="4636928" y="3645058"/>
            <a:ext cx="2087880"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a:t>Okay, so… </a:t>
            </a:r>
            <a:r>
              <a:rPr lang="de-DE" err="1"/>
              <a:t>which</a:t>
            </a:r>
            <a:r>
              <a:rPr lang="de-DE"/>
              <a:t> </a:t>
            </a:r>
            <a:r>
              <a:rPr lang="de-DE" err="1"/>
              <a:t>attributes</a:t>
            </a:r>
            <a:r>
              <a:rPr lang="de-DE"/>
              <a:t> could </a:t>
            </a:r>
            <a:r>
              <a:rPr lang="de-DE" err="1"/>
              <a:t>we</a:t>
            </a:r>
            <a:br>
              <a:rPr lang="de-DE"/>
            </a:br>
            <a:r>
              <a:rPr lang="de-DE"/>
              <a:t>find </a:t>
            </a:r>
            <a:r>
              <a:rPr lang="de-DE" err="1"/>
              <a:t>for</a:t>
            </a:r>
            <a:r>
              <a:rPr lang="de-DE"/>
              <a:t> our </a:t>
            </a:r>
            <a:r>
              <a:rPr lang="de-DE" err="1"/>
              <a:t>books</a:t>
            </a:r>
            <a:r>
              <a:rPr lang="de-DE"/>
              <a:t>, then?</a:t>
            </a:r>
            <a:endParaRPr lang="pt-BR"/>
          </a:p>
        </p:txBody>
      </p:sp>
      <p:sp>
        <p:nvSpPr>
          <p:cNvPr id="28" name="TextBox 27">
            <a:extLst>
              <a:ext uri="{FF2B5EF4-FFF2-40B4-BE49-F238E27FC236}">
                <a16:creationId xmlns:a16="http://schemas.microsoft.com/office/drawing/2014/main" id="{329E1D3C-2996-A82D-FD5B-396F25AD0F4C}"/>
              </a:ext>
            </a:extLst>
          </p:cNvPr>
          <p:cNvSpPr txBox="1"/>
          <p:nvPr/>
        </p:nvSpPr>
        <p:spPr>
          <a:xfrm>
            <a:off x="295910" y="6787235"/>
            <a:ext cx="28625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a:t>          Before </a:t>
            </a:r>
            <a:r>
              <a:rPr lang="de-DE" err="1"/>
              <a:t>turning</a:t>
            </a:r>
            <a:r>
              <a:rPr lang="de-DE"/>
              <a:t> </a:t>
            </a:r>
            <a:r>
              <a:rPr lang="de-DE" err="1"/>
              <a:t>the</a:t>
            </a:r>
            <a:r>
              <a:rPr lang="de-DE"/>
              <a:t> </a:t>
            </a:r>
            <a:r>
              <a:rPr lang="de-DE" err="1"/>
              <a:t>page</a:t>
            </a:r>
            <a:r>
              <a:rPr lang="de-DE"/>
              <a:t>, </a:t>
            </a:r>
            <a:r>
              <a:rPr lang="de-DE" err="1"/>
              <a:t>look</a:t>
            </a:r>
            <a:r>
              <a:rPr lang="de-DE"/>
              <a:t> at </a:t>
            </a:r>
            <a:r>
              <a:rPr lang="de-DE" err="1"/>
              <a:t>the</a:t>
            </a:r>
            <a:r>
              <a:rPr lang="de-DE"/>
              <a:t> </a:t>
            </a:r>
            <a:r>
              <a:rPr lang="de-DE" err="1"/>
              <a:t>books</a:t>
            </a:r>
            <a:r>
              <a:rPr lang="de-DE"/>
              <a:t> and </a:t>
            </a:r>
            <a:br>
              <a:rPr lang="de-DE"/>
            </a:br>
            <a:r>
              <a:rPr lang="de-DE" err="1"/>
              <a:t>try</a:t>
            </a:r>
            <a:r>
              <a:rPr lang="de-DE"/>
              <a:t> to </a:t>
            </a:r>
            <a:r>
              <a:rPr lang="de-DE" err="1"/>
              <a:t>list</a:t>
            </a:r>
            <a:r>
              <a:rPr lang="de-DE"/>
              <a:t> </a:t>
            </a:r>
            <a:r>
              <a:rPr lang="de-DE" err="1"/>
              <a:t>as</a:t>
            </a:r>
            <a:r>
              <a:rPr lang="de-DE"/>
              <a:t> </a:t>
            </a:r>
            <a:r>
              <a:rPr lang="de-DE" err="1"/>
              <a:t>many</a:t>
            </a:r>
            <a:r>
              <a:rPr lang="de-DE"/>
              <a:t> </a:t>
            </a:r>
            <a:r>
              <a:rPr lang="de-DE" err="1"/>
              <a:t>attributes</a:t>
            </a:r>
            <a:r>
              <a:rPr lang="de-DE"/>
              <a:t> to </a:t>
            </a:r>
            <a:r>
              <a:rPr lang="de-DE" err="1"/>
              <a:t>order</a:t>
            </a:r>
            <a:r>
              <a:rPr lang="de-DE"/>
              <a:t> them </a:t>
            </a:r>
            <a:r>
              <a:rPr lang="de-DE" err="1"/>
              <a:t>by</a:t>
            </a:r>
            <a:r>
              <a:rPr lang="de-DE"/>
              <a:t> </a:t>
            </a:r>
            <a:r>
              <a:rPr lang="de-DE" err="1"/>
              <a:t>as</a:t>
            </a:r>
            <a:r>
              <a:rPr lang="de-DE"/>
              <a:t> you </a:t>
            </a:r>
            <a:r>
              <a:rPr lang="de-DE" err="1"/>
              <a:t>can</a:t>
            </a:r>
            <a:r>
              <a:rPr lang="de-DE"/>
              <a:t> </a:t>
            </a:r>
            <a:r>
              <a:rPr lang="de-DE" err="1"/>
              <a:t>think</a:t>
            </a:r>
            <a:r>
              <a:rPr lang="de-DE"/>
              <a:t> </a:t>
            </a:r>
            <a:r>
              <a:rPr lang="de-DE" err="1"/>
              <a:t>of</a:t>
            </a:r>
            <a:r>
              <a:rPr lang="de-DE"/>
              <a:t>. </a:t>
            </a:r>
            <a:r>
              <a:rPr lang="de-DE" err="1"/>
              <a:t>Don‘t</a:t>
            </a:r>
            <a:r>
              <a:rPr lang="de-DE"/>
              <a:t> </a:t>
            </a:r>
            <a:r>
              <a:rPr lang="de-DE" err="1"/>
              <a:t>be</a:t>
            </a:r>
            <a:r>
              <a:rPr lang="de-DE"/>
              <a:t> </a:t>
            </a:r>
            <a:r>
              <a:rPr lang="de-DE" err="1"/>
              <a:t>afraid</a:t>
            </a:r>
            <a:r>
              <a:rPr lang="de-DE"/>
              <a:t> to </a:t>
            </a:r>
            <a:r>
              <a:rPr lang="de-DE" err="1"/>
              <a:t>think</a:t>
            </a:r>
            <a:r>
              <a:rPr lang="de-DE"/>
              <a:t> outside </a:t>
            </a:r>
            <a:r>
              <a:rPr lang="de-DE" err="1"/>
              <a:t>the</a:t>
            </a:r>
            <a:r>
              <a:rPr lang="de-DE"/>
              <a:t> box! </a:t>
            </a:r>
            <a:endParaRPr lang="pt-BR"/>
          </a:p>
        </p:txBody>
      </p:sp>
      <p:grpSp>
        <p:nvGrpSpPr>
          <p:cNvPr id="34" name="Group 33">
            <a:extLst>
              <a:ext uri="{FF2B5EF4-FFF2-40B4-BE49-F238E27FC236}">
                <a16:creationId xmlns:a16="http://schemas.microsoft.com/office/drawing/2014/main" id="{3F6083B0-5B1F-CFB1-29D9-BF7682AAF3F2}"/>
              </a:ext>
              <a:ext uri="{C183D7F6-B498-43B3-948B-1728B52AA6E4}">
                <adec:decorative xmlns:adec="http://schemas.microsoft.com/office/drawing/2017/decorative" val="1"/>
              </a:ext>
            </a:extLst>
          </p:cNvPr>
          <p:cNvGrpSpPr/>
          <p:nvPr/>
        </p:nvGrpSpPr>
        <p:grpSpPr>
          <a:xfrm>
            <a:off x="5311159" y="131611"/>
            <a:ext cx="1305102" cy="163205"/>
            <a:chOff x="295910" y="9653937"/>
            <a:chExt cx="1305102" cy="163205"/>
          </a:xfrm>
        </p:grpSpPr>
        <p:pic>
          <p:nvPicPr>
            <p:cNvPr id="35" name="Picture 34">
              <a:extLst>
                <a:ext uri="{FF2B5EF4-FFF2-40B4-BE49-F238E27FC236}">
                  <a16:creationId xmlns:a16="http://schemas.microsoft.com/office/drawing/2014/main" id="{D8B53560-1394-F27B-74DA-6014DD8C91D6}"/>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6" name="Group 35">
              <a:extLst>
                <a:ext uri="{FF2B5EF4-FFF2-40B4-BE49-F238E27FC236}">
                  <a16:creationId xmlns:a16="http://schemas.microsoft.com/office/drawing/2014/main" id="{D7A3BC3B-8601-0350-C895-15922DE00FC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7" name="Picture 36">
                <a:extLst>
                  <a:ext uri="{FF2B5EF4-FFF2-40B4-BE49-F238E27FC236}">
                    <a16:creationId xmlns:a16="http://schemas.microsoft.com/office/drawing/2014/main" id="{A8902F48-1D75-A9AD-A255-0B35AA917130}"/>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8" name="Picture 37">
                <a:extLst>
                  <a:ext uri="{FF2B5EF4-FFF2-40B4-BE49-F238E27FC236}">
                    <a16:creationId xmlns:a16="http://schemas.microsoft.com/office/drawing/2014/main" id="{3FDCACD2-AE5C-A007-3630-CD423BA93AD9}"/>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9" name="Picture 38">
                <a:extLst>
                  <a:ext uri="{FF2B5EF4-FFF2-40B4-BE49-F238E27FC236}">
                    <a16:creationId xmlns:a16="http://schemas.microsoft.com/office/drawing/2014/main" id="{040D5099-ACE0-6CBD-A454-0338D9335D86}"/>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580A47A8-DB4C-DCED-F3EA-37A9C1E82B2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1" name="Group 30">
            <a:extLst>
              <a:ext uri="{FF2B5EF4-FFF2-40B4-BE49-F238E27FC236}">
                <a16:creationId xmlns:a16="http://schemas.microsoft.com/office/drawing/2014/main" id="{7B7B12D9-525C-3EB6-93C5-969F0BC8A9A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4" name="Freeform: Shape 3">
              <a:extLst>
                <a:ext uri="{FF2B5EF4-FFF2-40B4-BE49-F238E27FC236}">
                  <a16:creationId xmlns:a16="http://schemas.microsoft.com/office/drawing/2014/main" id="{33F3DD44-6A62-63F6-384F-1EB0C5F73AEE}"/>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5BCD533F-35BB-F39D-255C-0E5BA4C1BA5E}"/>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3ED322B3-A689-4B3B-EDA4-5E13F3497508}"/>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3D5457-17B8-DC85-3DD9-63C6604D5198}"/>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1F14369E-D64E-5D77-D7E2-0BF348DC8011}"/>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B689BBF4-F861-9D24-CBCE-AFA4271228F9}"/>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7888E0BF-D000-CBD5-B11C-6FA351C15296}"/>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0E9F91A1-2B67-FC9A-BF31-ACAF8B21B1CC}"/>
                </a:ext>
                <a:ext uri="{C183D7F6-B498-43B3-948B-1728B52AA6E4}">
                  <adec:decorative xmlns:adec="http://schemas.microsoft.com/office/drawing/2017/decorative" val="1"/>
                </a:ext>
              </a:extLst>
            </p:cNvPr>
            <p:cNvSpPr/>
            <p:nvPr/>
          </p:nvSpPr>
          <p:spPr>
            <a:xfrm>
              <a:off x="5416925" y="144780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Freeform: Shape 11">
              <a:extLst>
                <a:ext uri="{FF2B5EF4-FFF2-40B4-BE49-F238E27FC236}">
                  <a16:creationId xmlns:a16="http://schemas.microsoft.com/office/drawing/2014/main" id="{60D720CC-0149-E018-36A2-6A0C672C2EB6}"/>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43A03EC5-85C2-71B3-1306-02DE366F3F24}"/>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EB642E52-493D-C81F-993F-9CA2203B52F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9863D1F2-BEA4-6EE8-AF02-0C6310709125}"/>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7EA257-81B3-4181-2356-A6FAF2B6B77E}"/>
                </a:ext>
                <a:ext uri="{C183D7F6-B498-43B3-948B-1728B52AA6E4}">
                  <adec:decorative xmlns:adec="http://schemas.microsoft.com/office/drawing/2017/decorative" val="1"/>
                </a:ext>
              </a:extLst>
            </p:cNvPr>
            <p:cNvSpPr/>
            <p:nvPr/>
          </p:nvSpPr>
          <p:spPr>
            <a:xfrm>
              <a:off x="4743450" y="904875"/>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5" name="TextBox 14">
            <a:extLst>
              <a:ext uri="{FF2B5EF4-FFF2-40B4-BE49-F238E27FC236}">
                <a16:creationId xmlns:a16="http://schemas.microsoft.com/office/drawing/2014/main" id="{8FD087FC-2D31-A102-7571-B8310F28E81B}"/>
              </a:ext>
            </a:extLst>
          </p:cNvPr>
          <p:cNvSpPr txBox="1"/>
          <p:nvPr/>
        </p:nvSpPr>
        <p:spPr>
          <a:xfrm>
            <a:off x="815032" y="2461250"/>
            <a:ext cx="1537008" cy="507831"/>
          </a:xfrm>
          <a:prstGeom prst="rect">
            <a:avLst/>
          </a:prstGeom>
          <a:noFill/>
        </p:spPr>
        <p:txBody>
          <a:bodyPr wrap="square" rtlCol="0">
            <a:spAutoFit/>
          </a:bodyPr>
          <a:lstStyle/>
          <a:p>
            <a:pPr algn="ctr"/>
            <a:r>
              <a:rPr lang="de-AT" sz="900">
                <a:latin typeface="Pangolin" panose="00000500000000000000" pitchFamily="2" charset="0"/>
              </a:rPr>
              <a:t>Wow, </a:t>
            </a:r>
            <a:r>
              <a:rPr lang="de-AT" sz="900" err="1">
                <a:latin typeface="Pangolin" panose="00000500000000000000" pitchFamily="2" charset="0"/>
              </a:rPr>
              <a:t>that‘s</a:t>
            </a:r>
            <a:r>
              <a:rPr lang="de-AT" sz="900">
                <a:latin typeface="Pangolin" panose="00000500000000000000" pitchFamily="2" charset="0"/>
              </a:rPr>
              <a:t> so </a:t>
            </a:r>
            <a:r>
              <a:rPr lang="de-AT" sz="900" err="1">
                <a:latin typeface="Pangolin" panose="00000500000000000000" pitchFamily="2" charset="0"/>
              </a:rPr>
              <a:t>many</a:t>
            </a:r>
            <a:br>
              <a:rPr lang="de-AT" sz="900">
                <a:latin typeface="Pangolin" panose="00000500000000000000" pitchFamily="2" charset="0"/>
              </a:rPr>
            </a:br>
            <a:r>
              <a:rPr lang="de-AT" sz="900" err="1">
                <a:latin typeface="Pangolin" panose="00000500000000000000" pitchFamily="2" charset="0"/>
              </a:rPr>
              <a:t>attributes</a:t>
            </a:r>
            <a:r>
              <a:rPr lang="de-AT" sz="900">
                <a:latin typeface="Pangolin" panose="00000500000000000000" pitchFamily="2" charset="0"/>
              </a:rPr>
              <a:t>… </a:t>
            </a:r>
            <a:r>
              <a:rPr lang="de-AT" sz="900" err="1">
                <a:latin typeface="Pangolin" panose="00000500000000000000" pitchFamily="2" charset="0"/>
              </a:rPr>
              <a:t>what</a:t>
            </a:r>
            <a:r>
              <a:rPr lang="de-AT" sz="900">
                <a:latin typeface="Pangolin" panose="00000500000000000000" pitchFamily="2" charset="0"/>
              </a:rPr>
              <a:t> </a:t>
            </a:r>
            <a:r>
              <a:rPr lang="de-AT" sz="900" err="1">
                <a:latin typeface="Pangolin" panose="00000500000000000000" pitchFamily="2" charset="0"/>
              </a:rPr>
              <a:t>about</a:t>
            </a:r>
            <a:br>
              <a:rPr lang="de-AT" sz="900">
                <a:latin typeface="Pangolin" panose="00000500000000000000" pitchFamily="2" charset="0"/>
              </a:rPr>
            </a:br>
            <a:r>
              <a:rPr lang="de-AT" sz="900" err="1">
                <a:latin typeface="Pangolin" panose="00000500000000000000" pitchFamily="2" charset="0"/>
              </a:rPr>
              <a:t>color</a:t>
            </a:r>
            <a:r>
              <a:rPr lang="de-AT" sz="900">
                <a:latin typeface="Pangolin" panose="00000500000000000000" pitchFamily="2" charset="0"/>
              </a:rPr>
              <a:t>, </a:t>
            </a:r>
            <a:r>
              <a:rPr lang="de-AT" sz="900" err="1">
                <a:latin typeface="Pangolin" panose="00000500000000000000" pitchFamily="2" charset="0"/>
              </a:rPr>
              <a:t>then</a:t>
            </a:r>
            <a:r>
              <a:rPr lang="de-AT" sz="900">
                <a:latin typeface="Pangolin" panose="00000500000000000000" pitchFamily="2" charset="0"/>
              </a:rPr>
              <a:t>?</a:t>
            </a:r>
            <a:endParaRPr lang="pt-BR" sz="900"/>
          </a:p>
        </p:txBody>
      </p:sp>
      <p:sp>
        <p:nvSpPr>
          <p:cNvPr id="16" name="TextBox 15">
            <a:extLst>
              <a:ext uri="{FF2B5EF4-FFF2-40B4-BE49-F238E27FC236}">
                <a16:creationId xmlns:a16="http://schemas.microsoft.com/office/drawing/2014/main" id="{31CEA380-AFAE-D8FC-C76A-17B24A92D6BF}"/>
              </a:ext>
            </a:extLst>
          </p:cNvPr>
          <p:cNvSpPr txBox="1"/>
          <p:nvPr/>
        </p:nvSpPr>
        <p:spPr>
          <a:xfrm>
            <a:off x="2590800" y="474970"/>
            <a:ext cx="1859280" cy="369332"/>
          </a:xfrm>
          <a:prstGeom prst="rect">
            <a:avLst/>
          </a:prstGeom>
          <a:noFill/>
        </p:spPr>
        <p:txBody>
          <a:bodyPr wrap="square" rtlCol="0">
            <a:spAutoFit/>
          </a:bodyPr>
          <a:lstStyle/>
          <a:p>
            <a:pPr algn="ctr"/>
            <a:r>
              <a:rPr lang="de-AT" sz="900">
                <a:latin typeface="Pangolin" panose="00000500000000000000" pitchFamily="2" charset="0"/>
              </a:rPr>
              <a:t>Sure! </a:t>
            </a: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could</a:t>
            </a:r>
            <a:r>
              <a:rPr lang="de-AT" sz="900">
                <a:latin typeface="Pangolin" panose="00000500000000000000" pitchFamily="2" charset="0"/>
              </a:rPr>
              <a:t> </a:t>
            </a:r>
            <a:r>
              <a:rPr lang="de-AT" sz="900" err="1">
                <a:latin typeface="Pangolin" panose="00000500000000000000" pitchFamily="2" charset="0"/>
              </a:rPr>
              <a:t>sort</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books</a:t>
            </a:r>
            <a:r>
              <a:rPr lang="de-AT" sz="900">
                <a:latin typeface="Pangolin" panose="00000500000000000000" pitchFamily="2" charset="0"/>
              </a:rPr>
              <a:t> like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colors</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rainbow</a:t>
            </a:r>
            <a:r>
              <a:rPr lang="de-AT" sz="900">
                <a:latin typeface="Pangolin" panose="00000500000000000000" pitchFamily="2" charset="0"/>
              </a:rPr>
              <a:t>.</a:t>
            </a:r>
            <a:endParaRPr lang="pt-BR" sz="900"/>
          </a:p>
        </p:txBody>
      </p:sp>
      <p:sp>
        <p:nvSpPr>
          <p:cNvPr id="19" name="TextBox 18">
            <a:extLst>
              <a:ext uri="{FF2B5EF4-FFF2-40B4-BE49-F238E27FC236}">
                <a16:creationId xmlns:a16="http://schemas.microsoft.com/office/drawing/2014/main" id="{1D1C5386-F9F2-37D8-0751-55F7D9162A39}"/>
              </a:ext>
            </a:extLst>
          </p:cNvPr>
          <p:cNvSpPr txBox="1"/>
          <p:nvPr/>
        </p:nvSpPr>
        <p:spPr>
          <a:xfrm>
            <a:off x="2447847" y="976240"/>
            <a:ext cx="1537008" cy="507831"/>
          </a:xfrm>
          <a:prstGeom prst="rect">
            <a:avLst/>
          </a:prstGeom>
          <a:noFill/>
        </p:spPr>
        <p:txBody>
          <a:bodyPr wrap="square" rtlCol="0">
            <a:spAutoFit/>
          </a:bodyPr>
          <a:lstStyle/>
          <a:p>
            <a:pPr algn="ctr"/>
            <a:r>
              <a:rPr lang="de-AT" sz="900" err="1">
                <a:latin typeface="Pangolin" panose="00000500000000000000" pitchFamily="2" charset="0"/>
              </a:rPr>
              <a:t>Or</a:t>
            </a:r>
            <a:r>
              <a:rPr lang="de-AT" sz="900">
                <a:latin typeface="Pangolin" panose="00000500000000000000" pitchFamily="2" charset="0"/>
              </a:rPr>
              <a:t> </a:t>
            </a: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could</a:t>
            </a:r>
            <a:r>
              <a:rPr lang="de-AT" sz="900">
                <a:latin typeface="Pangolin" panose="00000500000000000000" pitchFamily="2" charset="0"/>
              </a:rPr>
              <a:t> do </a:t>
            </a:r>
            <a:r>
              <a:rPr lang="de-AT" sz="900" err="1">
                <a:latin typeface="Pangolin" panose="00000500000000000000" pitchFamily="2" charset="0"/>
              </a:rPr>
              <a:t>it</a:t>
            </a:r>
            <a:br>
              <a:rPr lang="de-AT" sz="900">
                <a:latin typeface="Pangolin" panose="00000500000000000000" pitchFamily="2" charset="0"/>
              </a:rPr>
            </a:br>
            <a:r>
              <a:rPr lang="de-AT" sz="900" err="1">
                <a:latin typeface="Pangolin" panose="00000500000000000000" pitchFamily="2" charset="0"/>
              </a:rPr>
              <a:t>alphabetically</a:t>
            </a:r>
            <a:r>
              <a:rPr lang="de-AT" sz="900">
                <a:latin typeface="Pangolin" panose="00000500000000000000" pitchFamily="2" charset="0"/>
              </a:rPr>
              <a:t> </a:t>
            </a:r>
            <a:r>
              <a:rPr lang="de-AT" sz="900" err="1">
                <a:latin typeface="Pangolin" panose="00000500000000000000" pitchFamily="2" charset="0"/>
              </a:rPr>
              <a:t>by</a:t>
            </a:r>
            <a:br>
              <a:rPr lang="de-AT" sz="900">
                <a:latin typeface="Pangolin" panose="00000500000000000000" pitchFamily="2" charset="0"/>
              </a:rPr>
            </a:br>
            <a:r>
              <a:rPr lang="de-AT" sz="900" err="1">
                <a:latin typeface="Pangolin" panose="00000500000000000000" pitchFamily="2" charset="0"/>
              </a:rPr>
              <a:t>color</a:t>
            </a:r>
            <a:r>
              <a:rPr lang="de-AT" sz="900">
                <a:latin typeface="Pangolin" panose="00000500000000000000" pitchFamily="2" charset="0"/>
              </a:rPr>
              <a:t> </a:t>
            </a:r>
            <a:r>
              <a:rPr lang="de-AT" sz="900" err="1">
                <a:latin typeface="Pangolin" panose="00000500000000000000" pitchFamily="2" charset="0"/>
              </a:rPr>
              <a:t>name</a:t>
            </a:r>
            <a:endParaRPr lang="pt-BR" sz="900"/>
          </a:p>
        </p:txBody>
      </p:sp>
      <p:sp>
        <p:nvSpPr>
          <p:cNvPr id="21" name="TextBox 20">
            <a:extLst>
              <a:ext uri="{FF2B5EF4-FFF2-40B4-BE49-F238E27FC236}">
                <a16:creationId xmlns:a16="http://schemas.microsoft.com/office/drawing/2014/main" id="{8F7F4B72-5D80-3D47-BD5D-85251C5B5F37}"/>
              </a:ext>
            </a:extLst>
          </p:cNvPr>
          <p:cNvSpPr txBox="1"/>
          <p:nvPr/>
        </p:nvSpPr>
        <p:spPr>
          <a:xfrm>
            <a:off x="4712580" y="439530"/>
            <a:ext cx="1943400" cy="369332"/>
          </a:xfrm>
          <a:prstGeom prst="rect">
            <a:avLst/>
          </a:prstGeom>
          <a:noFill/>
        </p:spPr>
        <p:txBody>
          <a:bodyPr wrap="square" rtlCol="0">
            <a:spAutoFit/>
          </a:bodyPr>
          <a:lstStyle/>
          <a:p>
            <a:pPr algn="ctr"/>
            <a:r>
              <a:rPr lang="de-AT" sz="900" err="1">
                <a:latin typeface="Pangolin" panose="00000500000000000000" pitchFamily="2" charset="0"/>
              </a:rPr>
              <a:t>It</a:t>
            </a:r>
            <a:r>
              <a:rPr lang="de-AT" sz="900">
                <a:latin typeface="Pangolin" panose="00000500000000000000" pitchFamily="2" charset="0"/>
              </a:rPr>
              <a:t> </a:t>
            </a:r>
            <a:r>
              <a:rPr lang="de-AT" sz="900" err="1">
                <a:latin typeface="Pangolin" panose="00000500000000000000" pitchFamily="2" charset="0"/>
              </a:rPr>
              <a:t>shouldn‘t</a:t>
            </a:r>
            <a:r>
              <a:rPr lang="de-AT" sz="900">
                <a:latin typeface="Pangolin" panose="00000500000000000000" pitchFamily="2" charset="0"/>
              </a:rPr>
              <a:t> </a:t>
            </a:r>
            <a:r>
              <a:rPr lang="de-AT" sz="900" err="1">
                <a:latin typeface="Pangolin" panose="00000500000000000000" pitchFamily="2" charset="0"/>
              </a:rPr>
              <a:t>be</a:t>
            </a:r>
            <a:r>
              <a:rPr lang="de-AT" sz="900">
                <a:latin typeface="Pangolin" panose="00000500000000000000" pitchFamily="2" charset="0"/>
              </a:rPr>
              <a:t> so </a:t>
            </a:r>
            <a:r>
              <a:rPr lang="de-AT" sz="900" err="1">
                <a:latin typeface="Pangolin" panose="00000500000000000000" pitchFamily="2" charset="0"/>
              </a:rPr>
              <a:t>hard</a:t>
            </a:r>
            <a:r>
              <a:rPr lang="de-AT" sz="900">
                <a:latin typeface="Pangolin" panose="00000500000000000000" pitchFamily="2" charset="0"/>
              </a:rPr>
              <a:t> </a:t>
            </a:r>
            <a:r>
              <a:rPr lang="de-AT" sz="900" err="1">
                <a:latin typeface="Pangolin" panose="00000500000000000000" pitchFamily="2" charset="0"/>
              </a:rPr>
              <a:t>to</a:t>
            </a:r>
            <a:r>
              <a:rPr lang="de-AT" sz="900">
                <a:latin typeface="Pangolin" panose="00000500000000000000" pitchFamily="2" charset="0"/>
              </a:rPr>
              <a:t> </a:t>
            </a:r>
            <a:r>
              <a:rPr lang="de-AT" sz="900" err="1">
                <a:latin typeface="Pangolin" panose="00000500000000000000" pitchFamily="2" charset="0"/>
              </a:rPr>
              <a:t>come</a:t>
            </a:r>
            <a:r>
              <a:rPr lang="de-AT" sz="900">
                <a:latin typeface="Pangolin" panose="00000500000000000000" pitchFamily="2" charset="0"/>
              </a:rPr>
              <a:t> </a:t>
            </a:r>
            <a:r>
              <a:rPr lang="de-AT" sz="900" err="1">
                <a:latin typeface="Pangolin" panose="00000500000000000000" pitchFamily="2" charset="0"/>
              </a:rPr>
              <a:t>to</a:t>
            </a:r>
            <a:br>
              <a:rPr lang="de-AT" sz="900">
                <a:latin typeface="Pangolin" panose="00000500000000000000" pitchFamily="2" charset="0"/>
              </a:rPr>
            </a:br>
            <a:r>
              <a:rPr lang="de-AT" sz="900">
                <a:latin typeface="Pangolin" panose="00000500000000000000" pitchFamily="2" charset="0"/>
              </a:rPr>
              <a:t>an </a:t>
            </a:r>
            <a:r>
              <a:rPr lang="de-AT" sz="900" err="1">
                <a:latin typeface="Pangolin" panose="00000500000000000000" pitchFamily="2" charset="0"/>
              </a:rPr>
              <a:t>agreement</a:t>
            </a:r>
            <a:r>
              <a:rPr lang="de-AT" sz="900">
                <a:latin typeface="Pangolin" panose="00000500000000000000" pitchFamily="2" charset="0"/>
              </a:rPr>
              <a:t>…</a:t>
            </a:r>
            <a:endParaRPr lang="pt-BR" sz="900"/>
          </a:p>
        </p:txBody>
      </p:sp>
      <p:sp>
        <p:nvSpPr>
          <p:cNvPr id="22" name="TextBox 21">
            <a:extLst>
              <a:ext uri="{FF2B5EF4-FFF2-40B4-BE49-F238E27FC236}">
                <a16:creationId xmlns:a16="http://schemas.microsoft.com/office/drawing/2014/main" id="{26C9CEDD-D65E-0FF9-40E7-FC5BCCE6403E}"/>
              </a:ext>
            </a:extLst>
          </p:cNvPr>
          <p:cNvSpPr txBox="1"/>
          <p:nvPr/>
        </p:nvSpPr>
        <p:spPr>
          <a:xfrm>
            <a:off x="4478570" y="865566"/>
            <a:ext cx="2044990" cy="507831"/>
          </a:xfrm>
          <a:prstGeom prst="rect">
            <a:avLst/>
          </a:prstGeom>
          <a:noFill/>
        </p:spPr>
        <p:txBody>
          <a:bodyPr wrap="square" rtlCol="0">
            <a:spAutoFit/>
          </a:bodyPr>
          <a:lstStyle/>
          <a:p>
            <a:pPr algn="ctr"/>
            <a:r>
              <a:rPr lang="de-AT" sz="900" err="1">
                <a:latin typeface="Pangolin" panose="00000500000000000000" pitchFamily="2" charset="0"/>
              </a:rPr>
              <a:t>Yeah</a:t>
            </a:r>
            <a:r>
              <a:rPr lang="de-AT" sz="900">
                <a:latin typeface="Pangolin" panose="00000500000000000000" pitchFamily="2" charset="0"/>
              </a:rPr>
              <a:t>. </a:t>
            </a:r>
            <a:r>
              <a:rPr lang="de-AT" sz="900" err="1">
                <a:latin typeface="Pangolin" panose="00000500000000000000" pitchFamily="2" charset="0"/>
              </a:rPr>
              <a:t>Why</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it</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even</a:t>
            </a:r>
            <a:r>
              <a:rPr lang="de-AT" sz="900">
                <a:latin typeface="Pangolin" panose="00000500000000000000" pitchFamily="2" charset="0"/>
              </a:rPr>
              <a:t> </a:t>
            </a:r>
            <a:r>
              <a:rPr lang="de-AT" sz="900" err="1">
                <a:latin typeface="Pangolin" panose="00000500000000000000" pitchFamily="2" charset="0"/>
              </a:rPr>
              <a:t>if</a:t>
            </a:r>
            <a:r>
              <a:rPr lang="de-AT" sz="900">
                <a:latin typeface="Pangolin" panose="00000500000000000000" pitchFamily="2" charset="0"/>
              </a:rPr>
              <a:t> </a:t>
            </a:r>
            <a:r>
              <a:rPr lang="de-AT" sz="900" err="1">
                <a:latin typeface="Pangolin" panose="00000500000000000000" pitchFamily="2" charset="0"/>
              </a:rPr>
              <a:t>we</a:t>
            </a:r>
            <a:br>
              <a:rPr lang="de-AT" sz="900">
                <a:latin typeface="Pangolin" panose="00000500000000000000" pitchFamily="2" charset="0"/>
              </a:rPr>
            </a:br>
            <a:r>
              <a:rPr lang="de-AT" sz="900" err="1">
                <a:latin typeface="Pangolin" panose="00000500000000000000" pitchFamily="2" charset="0"/>
              </a:rPr>
              <a:t>agree</a:t>
            </a:r>
            <a:r>
              <a:rPr lang="de-AT" sz="900">
                <a:latin typeface="Pangolin" panose="00000500000000000000" pitchFamily="2" charset="0"/>
              </a:rPr>
              <a:t> on </a:t>
            </a:r>
            <a:r>
              <a:rPr lang="de-AT" sz="900" err="1">
                <a:latin typeface="Pangolin" panose="00000500000000000000" pitchFamily="2" charset="0"/>
              </a:rPr>
              <a:t>color</a:t>
            </a:r>
            <a:r>
              <a:rPr lang="de-AT" sz="900">
                <a:latin typeface="Pangolin" panose="00000500000000000000" pitchFamily="2" charset="0"/>
              </a:rPr>
              <a:t>, </a:t>
            </a: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can</a:t>
            </a:r>
            <a:r>
              <a:rPr lang="de-AT" sz="900">
                <a:latin typeface="Pangolin" panose="00000500000000000000" pitchFamily="2" charset="0"/>
              </a:rPr>
              <a:t> still </a:t>
            </a:r>
            <a:br>
              <a:rPr lang="de-AT" sz="900">
                <a:latin typeface="Pangolin" panose="00000500000000000000" pitchFamily="2" charset="0"/>
              </a:rPr>
            </a:br>
            <a:r>
              <a:rPr lang="de-AT" sz="900" err="1">
                <a:latin typeface="Pangolin" panose="00000500000000000000" pitchFamily="2" charset="0"/>
              </a:rPr>
              <a:t>order</a:t>
            </a:r>
            <a:r>
              <a:rPr lang="de-AT" sz="900">
                <a:latin typeface="Pangolin" panose="00000500000000000000" pitchFamily="2" charset="0"/>
              </a:rPr>
              <a:t> </a:t>
            </a:r>
            <a:r>
              <a:rPr lang="de-AT" sz="900" err="1">
                <a:latin typeface="Pangolin" panose="00000500000000000000" pitchFamily="2" charset="0"/>
              </a:rPr>
              <a:t>them</a:t>
            </a:r>
            <a:r>
              <a:rPr lang="de-AT" sz="900">
                <a:latin typeface="Pangolin" panose="00000500000000000000" pitchFamily="2" charset="0"/>
              </a:rPr>
              <a:t> </a:t>
            </a:r>
            <a:r>
              <a:rPr lang="de-AT" sz="900" err="1">
                <a:latin typeface="Pangolin" panose="00000500000000000000" pitchFamily="2" charset="0"/>
              </a:rPr>
              <a:t>differently</a:t>
            </a:r>
            <a:r>
              <a:rPr lang="de-AT" sz="900">
                <a:latin typeface="Pangolin" panose="00000500000000000000" pitchFamily="2" charset="0"/>
              </a:rPr>
              <a:t>?</a:t>
            </a:r>
            <a:endParaRPr lang="pt-BR" sz="900"/>
          </a:p>
        </p:txBody>
      </p:sp>
      <p:sp>
        <p:nvSpPr>
          <p:cNvPr id="23" name="Title 22">
            <a:extLst>
              <a:ext uri="{FF2B5EF4-FFF2-40B4-BE49-F238E27FC236}">
                <a16:creationId xmlns:a16="http://schemas.microsoft.com/office/drawing/2014/main" id="{1B2709CD-2F4F-2274-CBE8-166B3365D45C}"/>
              </a:ext>
            </a:extLst>
          </p:cNvPr>
          <p:cNvSpPr txBox="1">
            <a:spLocks noGrp="1"/>
          </p:cNvSpPr>
          <p:nvPr>
            <p:ph type="title" idx="4294967295"/>
          </p:nvPr>
        </p:nvSpPr>
        <p:spPr>
          <a:xfrm>
            <a:off x="5312760" y="1414654"/>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I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guess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it‘s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because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of</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the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type…</a:t>
            </a:r>
            <a:endParaRPr kumimoji="0" lang="pt-BR" sz="900" b="0" i="0" u="none" strike="noStrike" kern="1200" cap="none" spc="0" normalizeH="0" baseline="0" noProof="0">
              <a:ln>
                <a:noFill/>
              </a:ln>
              <a:solidFill>
                <a:schemeClr val="tx1"/>
              </a:solidFill>
              <a:effectLst/>
              <a:uLnTx/>
              <a:uFillTx/>
              <a:latin typeface="+mn-lt"/>
              <a:ea typeface="+mn-ea"/>
              <a:cs typeface="+mn-cs"/>
            </a:endParaRPr>
          </a:p>
        </p:txBody>
      </p:sp>
      <p:sp>
        <p:nvSpPr>
          <p:cNvPr id="24" name="TextBox 23">
            <a:extLst>
              <a:ext uri="{FF2B5EF4-FFF2-40B4-BE49-F238E27FC236}">
                <a16:creationId xmlns:a16="http://schemas.microsoft.com/office/drawing/2014/main" id="{F568ED35-0843-0106-C27A-7069A82745CE}"/>
              </a:ext>
            </a:extLst>
          </p:cNvPr>
          <p:cNvSpPr txBox="1"/>
          <p:nvPr/>
        </p:nvSpPr>
        <p:spPr>
          <a:xfrm>
            <a:off x="310588" y="3567593"/>
            <a:ext cx="2055628" cy="784830"/>
          </a:xfrm>
          <a:prstGeom prst="rect">
            <a:avLst/>
          </a:prstGeom>
          <a:noFill/>
        </p:spPr>
        <p:txBody>
          <a:bodyPr wrap="square" rtlCol="0">
            <a:spAutoFit/>
          </a:bodyPr>
          <a:lstStyle/>
          <a:p>
            <a:pPr algn="ctr"/>
            <a:r>
              <a:rPr lang="de-AT" sz="900">
                <a:latin typeface="Pangolin" panose="00000500000000000000" pitchFamily="2" charset="0"/>
              </a:rPr>
              <a:t>Color </a:t>
            </a:r>
            <a:r>
              <a:rPr lang="de-AT" sz="900" err="1">
                <a:latin typeface="Pangolin" panose="00000500000000000000" pitchFamily="2" charset="0"/>
              </a:rPr>
              <a:t>hue</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 </a:t>
            </a:r>
            <a:r>
              <a:rPr lang="de-AT" sz="900">
                <a:highlight>
                  <a:srgbClr val="C0C0C0"/>
                </a:highlight>
                <a:latin typeface="Pangolin" panose="00000500000000000000" pitchFamily="2" charset="0"/>
              </a:rPr>
              <a:t>CATEGORICAL</a:t>
            </a:r>
            <a:r>
              <a:rPr lang="de-AT" sz="900">
                <a:latin typeface="Pangolin" panose="00000500000000000000" pitchFamily="2" charset="0"/>
              </a:rPr>
              <a:t> </a:t>
            </a:r>
            <a:r>
              <a:rPr lang="de-AT" sz="900" err="1">
                <a:latin typeface="Pangolin" panose="00000500000000000000" pitchFamily="2" charset="0"/>
              </a:rPr>
              <a:t>attribute</a:t>
            </a:r>
            <a:r>
              <a:rPr lang="de-AT" sz="900">
                <a:latin typeface="Pangolin" panose="00000500000000000000" pitchFamily="2" charset="0"/>
              </a:rPr>
              <a:t>.</a:t>
            </a:r>
            <a:br>
              <a:rPr lang="de-AT" sz="900">
                <a:latin typeface="Pangolin" panose="00000500000000000000" pitchFamily="2" charset="0"/>
              </a:rPr>
            </a:br>
            <a:r>
              <a:rPr lang="de-AT" sz="900" err="1">
                <a:latin typeface="Pangolin" panose="00000500000000000000" pitchFamily="2" charset="0"/>
              </a:rPr>
              <a:t>It</a:t>
            </a:r>
            <a:r>
              <a:rPr lang="de-AT" sz="900">
                <a:latin typeface="Pangolin" panose="00000500000000000000" pitchFamily="2" charset="0"/>
              </a:rPr>
              <a:t> </a:t>
            </a:r>
            <a:r>
              <a:rPr lang="de-AT" sz="900" err="1">
                <a:latin typeface="Pangolin" panose="00000500000000000000" pitchFamily="2" charset="0"/>
              </a:rPr>
              <a:t>doesn‘t</a:t>
            </a:r>
            <a:r>
              <a:rPr lang="de-AT" sz="900">
                <a:latin typeface="Pangolin" panose="00000500000000000000" pitchFamily="2" charset="0"/>
              </a:rPr>
              <a:t> </a:t>
            </a:r>
            <a:r>
              <a:rPr lang="de-AT" sz="900" err="1">
                <a:latin typeface="Pangolin" panose="00000500000000000000" pitchFamily="2" charset="0"/>
              </a:rPr>
              <a:t>have</a:t>
            </a:r>
            <a:r>
              <a:rPr lang="de-AT" sz="900">
                <a:latin typeface="Pangolin" panose="00000500000000000000" pitchFamily="2" charset="0"/>
              </a:rPr>
              <a:t> an </a:t>
            </a:r>
            <a:r>
              <a:rPr lang="de-AT" sz="900" err="1">
                <a:latin typeface="Pangolin" panose="00000500000000000000" pitchFamily="2" charset="0"/>
              </a:rPr>
              <a:t>implicit</a:t>
            </a:r>
            <a:r>
              <a:rPr lang="de-AT" sz="900">
                <a:latin typeface="Pangolin" panose="00000500000000000000" pitchFamily="2" charset="0"/>
              </a:rPr>
              <a:t> </a:t>
            </a:r>
            <a:r>
              <a:rPr lang="de-AT" sz="900" err="1">
                <a:latin typeface="Pangolin" panose="00000500000000000000" pitchFamily="2" charset="0"/>
              </a:rPr>
              <a:t>order</a:t>
            </a:r>
            <a:r>
              <a:rPr lang="de-AT" sz="900">
                <a:latin typeface="Pangolin" panose="00000500000000000000" pitchFamily="2" charset="0"/>
              </a:rPr>
              <a:t> – just</a:t>
            </a:r>
            <a:br>
              <a:rPr lang="de-AT" sz="900">
                <a:latin typeface="Pangolin" panose="00000500000000000000" pitchFamily="2" charset="0"/>
              </a:rPr>
            </a:br>
            <a:r>
              <a:rPr lang="de-AT" sz="900">
                <a:latin typeface="Pangolin" panose="00000500000000000000" pitchFamily="2" charset="0"/>
              </a:rPr>
              <a:t>like </a:t>
            </a:r>
            <a:r>
              <a:rPr lang="de-AT" sz="900" err="1">
                <a:latin typeface="Pangolin" panose="00000500000000000000" pitchFamily="2" charset="0"/>
              </a:rPr>
              <a:t>language</a:t>
            </a:r>
            <a:r>
              <a:rPr lang="de-AT" sz="900">
                <a:latin typeface="Pangolin" panose="00000500000000000000" pitchFamily="2" charset="0"/>
              </a:rPr>
              <a:t>, </a:t>
            </a:r>
            <a:r>
              <a:rPr lang="de-AT" sz="900" err="1">
                <a:latin typeface="Pangolin" panose="00000500000000000000" pitchFamily="2" charset="0"/>
              </a:rPr>
              <a:t>genre</a:t>
            </a:r>
            <a:r>
              <a:rPr lang="de-AT" sz="900">
                <a:latin typeface="Pangolin" panose="00000500000000000000" pitchFamily="2" charset="0"/>
              </a:rPr>
              <a:t>, </a:t>
            </a:r>
            <a:r>
              <a:rPr lang="de-AT" sz="900" err="1">
                <a:latin typeface="Pangolin" panose="00000500000000000000" pitchFamily="2" charset="0"/>
              </a:rPr>
              <a:t>or</a:t>
            </a:r>
            <a:r>
              <a:rPr lang="de-AT" sz="900">
                <a:latin typeface="Pangolin" panose="00000500000000000000" pitchFamily="2" charset="0"/>
              </a:rPr>
              <a:t> </a:t>
            </a:r>
            <a:r>
              <a:rPr lang="de-AT" sz="900" err="1">
                <a:latin typeface="Pangolin" panose="00000500000000000000" pitchFamily="2" charset="0"/>
              </a:rPr>
              <a:t>author</a:t>
            </a:r>
            <a:r>
              <a:rPr lang="de-AT" sz="900">
                <a:latin typeface="Pangolin" panose="00000500000000000000" pitchFamily="2" charset="0"/>
              </a:rPr>
              <a:t>. </a:t>
            </a: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can</a:t>
            </a:r>
            <a:br>
              <a:rPr lang="de-AT" sz="900">
                <a:latin typeface="Pangolin" panose="00000500000000000000" pitchFamily="2" charset="0"/>
              </a:rPr>
            </a:br>
            <a:r>
              <a:rPr lang="de-AT" sz="900" err="1">
                <a:latin typeface="Pangolin" panose="00000500000000000000" pitchFamily="2" charset="0"/>
              </a:rPr>
              <a:t>order</a:t>
            </a:r>
            <a:r>
              <a:rPr lang="de-AT" sz="900">
                <a:latin typeface="Pangolin" panose="00000500000000000000" pitchFamily="2" charset="0"/>
              </a:rPr>
              <a:t> </a:t>
            </a:r>
            <a:r>
              <a:rPr lang="de-AT" sz="900" err="1">
                <a:latin typeface="Pangolin" panose="00000500000000000000" pitchFamily="2" charset="0"/>
              </a:rPr>
              <a:t>elements</a:t>
            </a:r>
            <a:r>
              <a:rPr lang="de-AT" sz="900">
                <a:latin typeface="Pangolin" panose="00000500000000000000" pitchFamily="2" charset="0"/>
              </a:rPr>
              <a:t> </a:t>
            </a:r>
            <a:r>
              <a:rPr lang="de-AT" sz="900" err="1">
                <a:latin typeface="Pangolin" panose="00000500000000000000" pitchFamily="2" charset="0"/>
              </a:rPr>
              <a:t>by</a:t>
            </a:r>
            <a:r>
              <a:rPr lang="de-AT" sz="900">
                <a:latin typeface="Pangolin" panose="00000500000000000000" pitchFamily="2" charset="0"/>
              </a:rPr>
              <a:t> </a:t>
            </a:r>
            <a:r>
              <a:rPr lang="de-AT" sz="900" err="1">
                <a:latin typeface="Pangolin" panose="00000500000000000000" pitchFamily="2" charset="0"/>
              </a:rPr>
              <a:t>categories</a:t>
            </a:r>
            <a:r>
              <a:rPr lang="de-AT" sz="900">
                <a:latin typeface="Pangolin" panose="00000500000000000000" pitchFamily="2" charset="0"/>
              </a:rPr>
              <a:t>, but</a:t>
            </a:r>
            <a:br>
              <a:rPr lang="de-AT" sz="900">
                <a:latin typeface="Pangolin" panose="00000500000000000000" pitchFamily="2" charset="0"/>
              </a:rPr>
            </a:br>
            <a:r>
              <a:rPr lang="de-AT" sz="900" err="1">
                <a:latin typeface="Pangolin" panose="00000500000000000000" pitchFamily="2" charset="0"/>
              </a:rPr>
              <a:t>among</a:t>
            </a:r>
            <a:r>
              <a:rPr lang="de-AT" sz="900">
                <a:latin typeface="Pangolin" panose="00000500000000000000" pitchFamily="2" charset="0"/>
              </a:rPr>
              <a:t> </a:t>
            </a:r>
            <a:r>
              <a:rPr lang="de-AT" sz="900" err="1">
                <a:latin typeface="Pangolin" panose="00000500000000000000" pitchFamily="2" charset="0"/>
              </a:rPr>
              <a:t>those</a:t>
            </a:r>
            <a:r>
              <a:rPr lang="de-AT" sz="900">
                <a:latin typeface="Pangolin" panose="00000500000000000000" pitchFamily="2" charset="0"/>
              </a:rPr>
              <a:t>, </a:t>
            </a:r>
            <a:r>
              <a:rPr lang="de-AT" sz="900" err="1">
                <a:latin typeface="Pangolin" panose="00000500000000000000" pitchFamily="2" charset="0"/>
              </a:rPr>
              <a:t>there</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no</a:t>
            </a:r>
            <a:r>
              <a:rPr lang="de-AT" sz="900">
                <a:latin typeface="Pangolin" panose="00000500000000000000" pitchFamily="2" charset="0"/>
              </a:rPr>
              <a:t> </a:t>
            </a:r>
            <a:r>
              <a:rPr lang="de-AT" sz="900" err="1">
                <a:latin typeface="Pangolin" panose="00000500000000000000" pitchFamily="2" charset="0"/>
              </a:rPr>
              <a:t>given</a:t>
            </a:r>
            <a:r>
              <a:rPr lang="de-AT" sz="900">
                <a:latin typeface="Pangolin" panose="00000500000000000000" pitchFamily="2" charset="0"/>
              </a:rPr>
              <a:t> </a:t>
            </a:r>
            <a:r>
              <a:rPr lang="de-AT" sz="900" err="1">
                <a:latin typeface="Pangolin" panose="00000500000000000000" pitchFamily="2" charset="0"/>
              </a:rPr>
              <a:t>order</a:t>
            </a:r>
            <a:r>
              <a:rPr lang="de-AT" sz="900">
                <a:latin typeface="Pangolin" panose="00000500000000000000" pitchFamily="2" charset="0"/>
              </a:rPr>
              <a:t>.</a:t>
            </a:r>
            <a:endParaRPr lang="pt-BR" sz="900"/>
          </a:p>
        </p:txBody>
      </p:sp>
      <p:sp>
        <p:nvSpPr>
          <p:cNvPr id="25" name="TextBox 24">
            <a:extLst>
              <a:ext uri="{FF2B5EF4-FFF2-40B4-BE49-F238E27FC236}">
                <a16:creationId xmlns:a16="http://schemas.microsoft.com/office/drawing/2014/main" id="{F444B8C3-E543-9BA1-BC83-1B69A60FC857}"/>
              </a:ext>
            </a:extLst>
          </p:cNvPr>
          <p:cNvSpPr txBox="1"/>
          <p:nvPr/>
        </p:nvSpPr>
        <p:spPr>
          <a:xfrm>
            <a:off x="2478686" y="3622666"/>
            <a:ext cx="2055628" cy="646331"/>
          </a:xfrm>
          <a:prstGeom prst="rect">
            <a:avLst/>
          </a:prstGeom>
          <a:noFill/>
        </p:spPr>
        <p:txBody>
          <a:bodyPr wrap="square" rtlCol="0">
            <a:spAutoFit/>
          </a:bodyPr>
          <a:lstStyle/>
          <a:p>
            <a:pPr algn="ctr"/>
            <a:r>
              <a:rPr lang="de-AT" sz="900">
                <a:latin typeface="Pangolin" panose="00000500000000000000" pitchFamily="2" charset="0"/>
              </a:rPr>
              <a:t>Ah, I </a:t>
            </a:r>
            <a:r>
              <a:rPr lang="de-AT" sz="900" err="1">
                <a:latin typeface="Pangolin" panose="00000500000000000000" pitchFamily="2" charset="0"/>
              </a:rPr>
              <a:t>get</a:t>
            </a:r>
            <a:r>
              <a:rPr lang="de-AT" sz="900">
                <a:latin typeface="Pangolin" panose="00000500000000000000" pitchFamily="2" charset="0"/>
              </a:rPr>
              <a:t> it. So, </a:t>
            </a:r>
            <a:r>
              <a:rPr lang="de-AT" sz="900" err="1">
                <a:latin typeface="Pangolin" panose="00000500000000000000" pitchFamily="2" charset="0"/>
              </a:rPr>
              <a:t>what</a:t>
            </a:r>
            <a:r>
              <a:rPr lang="de-AT" sz="900">
                <a:latin typeface="Pangolin" panose="00000500000000000000" pitchFamily="2" charset="0"/>
              </a:rPr>
              <a:t> </a:t>
            </a:r>
            <a:r>
              <a:rPr lang="de-AT" sz="900" err="1">
                <a:latin typeface="Pangolin" panose="00000500000000000000" pitchFamily="2" charset="0"/>
              </a:rPr>
              <a:t>about</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size</a:t>
            </a:r>
            <a:br>
              <a:rPr lang="de-AT" sz="900">
                <a:latin typeface="Pangolin" panose="00000500000000000000" pitchFamily="2" charset="0"/>
              </a:rPr>
            </a:b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books</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definitely</a:t>
            </a:r>
            <a:br>
              <a:rPr lang="de-AT" sz="900">
                <a:latin typeface="Pangolin" panose="00000500000000000000" pitchFamily="2" charset="0"/>
              </a:rPr>
            </a:br>
            <a:r>
              <a:rPr lang="de-AT" sz="900" err="1">
                <a:latin typeface="Pangolin" panose="00000500000000000000" pitchFamily="2" charset="0"/>
              </a:rPr>
              <a:t>something</a:t>
            </a:r>
            <a:r>
              <a:rPr lang="de-AT" sz="900">
                <a:latin typeface="Pangolin" panose="00000500000000000000" pitchFamily="2" charset="0"/>
              </a:rPr>
              <a:t> </a:t>
            </a:r>
            <a:r>
              <a:rPr lang="de-AT" sz="900" err="1">
                <a:latin typeface="Pangolin" panose="00000500000000000000" pitchFamily="2" charset="0"/>
              </a:rPr>
              <a:t>with</a:t>
            </a:r>
            <a:r>
              <a:rPr lang="de-AT" sz="900">
                <a:latin typeface="Pangolin" panose="00000500000000000000" pitchFamily="2" charset="0"/>
              </a:rPr>
              <a:t> a </a:t>
            </a:r>
            <a:r>
              <a:rPr lang="de-AT" sz="900" err="1">
                <a:latin typeface="Pangolin" panose="00000500000000000000" pitchFamily="2" charset="0"/>
              </a:rPr>
              <a:t>sort</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innate</a:t>
            </a:r>
            <a:br>
              <a:rPr lang="de-AT" sz="900">
                <a:latin typeface="Pangolin" panose="00000500000000000000" pitchFamily="2" charset="0"/>
              </a:rPr>
            </a:br>
            <a:r>
              <a:rPr lang="de-AT" sz="900" err="1">
                <a:latin typeface="Pangolin" panose="00000500000000000000" pitchFamily="2" charset="0"/>
              </a:rPr>
              <a:t>order</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it</a:t>
            </a:r>
            <a:r>
              <a:rPr lang="de-AT" sz="900">
                <a:latin typeface="Pangolin" panose="00000500000000000000" pitchFamily="2" charset="0"/>
              </a:rPr>
              <a:t>?</a:t>
            </a:r>
            <a:endParaRPr lang="pt-BR" sz="900"/>
          </a:p>
        </p:txBody>
      </p:sp>
      <p:sp>
        <p:nvSpPr>
          <p:cNvPr id="26" name="TextBox 25">
            <a:extLst>
              <a:ext uri="{FF2B5EF4-FFF2-40B4-BE49-F238E27FC236}">
                <a16:creationId xmlns:a16="http://schemas.microsoft.com/office/drawing/2014/main" id="{02CD03D5-4319-B9A2-3F82-1B296990B0CD}"/>
              </a:ext>
            </a:extLst>
          </p:cNvPr>
          <p:cNvSpPr txBox="1"/>
          <p:nvPr/>
        </p:nvSpPr>
        <p:spPr>
          <a:xfrm>
            <a:off x="4628704" y="3629754"/>
            <a:ext cx="2055628" cy="507831"/>
          </a:xfrm>
          <a:prstGeom prst="rect">
            <a:avLst/>
          </a:prstGeom>
          <a:noFill/>
        </p:spPr>
        <p:txBody>
          <a:bodyPr wrap="square" rtlCol="0">
            <a:spAutoFit/>
          </a:bodyPr>
          <a:lstStyle/>
          <a:p>
            <a:pPr algn="ctr"/>
            <a:r>
              <a:rPr lang="de-AT" sz="900" err="1">
                <a:latin typeface="Pangolin" panose="00000500000000000000" pitchFamily="2" charset="0"/>
              </a:rPr>
              <a:t>Exactly</a:t>
            </a:r>
            <a:r>
              <a:rPr lang="de-AT" sz="900">
                <a:latin typeface="Pangolin" panose="00000500000000000000" pitchFamily="2" charset="0"/>
              </a:rPr>
              <a:t>. Attributes </a:t>
            </a:r>
            <a:r>
              <a:rPr lang="de-AT" sz="900" err="1">
                <a:latin typeface="Pangolin" panose="00000500000000000000" pitchFamily="2" charset="0"/>
              </a:rPr>
              <a:t>can</a:t>
            </a:r>
            <a:r>
              <a:rPr lang="de-AT" sz="900">
                <a:latin typeface="Pangolin" panose="00000500000000000000" pitchFamily="2" charset="0"/>
              </a:rPr>
              <a:t> </a:t>
            </a:r>
            <a:r>
              <a:rPr lang="de-AT" sz="900" err="1">
                <a:latin typeface="Pangolin" panose="00000500000000000000" pitchFamily="2" charset="0"/>
              </a:rPr>
              <a:t>be</a:t>
            </a:r>
            <a:r>
              <a:rPr lang="de-AT" sz="900">
                <a:latin typeface="Pangolin" panose="00000500000000000000" pitchFamily="2" charset="0"/>
              </a:rPr>
              <a:t> </a:t>
            </a:r>
            <a:r>
              <a:rPr lang="de-AT" sz="900" err="1">
                <a:latin typeface="Pangolin" panose="00000500000000000000" pitchFamily="2" charset="0"/>
              </a:rPr>
              <a:t>categorical</a:t>
            </a:r>
            <a:br>
              <a:rPr lang="de-AT" sz="900">
                <a:latin typeface="Pangolin" panose="00000500000000000000" pitchFamily="2" charset="0"/>
              </a:rPr>
            </a:br>
            <a:r>
              <a:rPr lang="de-AT" sz="900" err="1">
                <a:latin typeface="Pangolin" panose="00000500000000000000" pitchFamily="2" charset="0"/>
              </a:rPr>
              <a:t>or</a:t>
            </a:r>
            <a:r>
              <a:rPr lang="de-AT" sz="900">
                <a:latin typeface="Pangolin" panose="00000500000000000000" pitchFamily="2" charset="0"/>
              </a:rPr>
              <a:t> </a:t>
            </a:r>
            <a:r>
              <a:rPr lang="de-AT" sz="900" err="1">
                <a:latin typeface="Pangolin" panose="00000500000000000000" pitchFamily="2" charset="0"/>
              </a:rPr>
              <a:t>ordered</a:t>
            </a:r>
            <a:r>
              <a:rPr lang="de-AT" sz="900">
                <a:latin typeface="Pangolin" panose="00000500000000000000" pitchFamily="2" charset="0"/>
              </a:rPr>
              <a:t> – and </a:t>
            </a:r>
            <a:r>
              <a:rPr lang="de-AT" sz="900" err="1">
                <a:latin typeface="Pangolin" panose="00000500000000000000" pitchFamily="2" charset="0"/>
              </a:rPr>
              <a:t>ordered</a:t>
            </a:r>
            <a:r>
              <a:rPr lang="de-AT" sz="900">
                <a:latin typeface="Pangolin" panose="00000500000000000000" pitchFamily="2" charset="0"/>
              </a:rPr>
              <a:t> </a:t>
            </a:r>
            <a:r>
              <a:rPr lang="de-AT" sz="900" err="1">
                <a:latin typeface="Pangolin" panose="00000500000000000000" pitchFamily="2" charset="0"/>
              </a:rPr>
              <a:t>attributes</a:t>
            </a:r>
            <a:br>
              <a:rPr lang="de-AT" sz="900">
                <a:latin typeface="Pangolin" panose="00000500000000000000" pitchFamily="2" charset="0"/>
              </a:rPr>
            </a:br>
            <a:r>
              <a:rPr lang="de-AT" sz="900" err="1">
                <a:latin typeface="Pangolin" panose="00000500000000000000" pitchFamily="2" charset="0"/>
              </a:rPr>
              <a:t>can</a:t>
            </a:r>
            <a:r>
              <a:rPr lang="de-AT" sz="900">
                <a:latin typeface="Pangolin" panose="00000500000000000000" pitchFamily="2" charset="0"/>
              </a:rPr>
              <a:t> </a:t>
            </a:r>
            <a:r>
              <a:rPr lang="de-AT" sz="900" err="1">
                <a:latin typeface="Pangolin" panose="00000500000000000000" pitchFamily="2" charset="0"/>
              </a:rPr>
              <a:t>be</a:t>
            </a:r>
            <a:r>
              <a:rPr lang="de-AT" sz="900">
                <a:latin typeface="Pangolin" panose="00000500000000000000" pitchFamily="2" charset="0"/>
              </a:rPr>
              <a:t> </a:t>
            </a:r>
            <a:r>
              <a:rPr lang="de-AT" sz="900">
                <a:highlight>
                  <a:srgbClr val="C0C0C0"/>
                </a:highlight>
                <a:latin typeface="Pangolin" panose="00000500000000000000" pitchFamily="2" charset="0"/>
              </a:rPr>
              <a:t>ORDINAL</a:t>
            </a:r>
            <a:r>
              <a:rPr lang="de-AT" sz="900">
                <a:latin typeface="Pangolin" panose="00000500000000000000" pitchFamily="2" charset="0"/>
              </a:rPr>
              <a:t> </a:t>
            </a:r>
            <a:r>
              <a:rPr lang="de-AT" sz="900" err="1">
                <a:latin typeface="Pangolin" panose="00000500000000000000" pitchFamily="2" charset="0"/>
              </a:rPr>
              <a:t>or</a:t>
            </a:r>
            <a:r>
              <a:rPr lang="de-AT" sz="900">
                <a:latin typeface="Pangolin" panose="00000500000000000000" pitchFamily="2" charset="0"/>
              </a:rPr>
              <a:t> </a:t>
            </a:r>
            <a:r>
              <a:rPr lang="de-AT" sz="900">
                <a:highlight>
                  <a:srgbClr val="C0C0C0"/>
                </a:highlight>
                <a:latin typeface="Pangolin" panose="00000500000000000000" pitchFamily="2" charset="0"/>
              </a:rPr>
              <a:t>QUANTITATIVE</a:t>
            </a:r>
            <a:r>
              <a:rPr lang="de-AT" sz="900">
                <a:latin typeface="Pangolin" panose="00000500000000000000" pitchFamily="2" charset="0"/>
              </a:rPr>
              <a:t>…</a:t>
            </a:r>
            <a:endParaRPr lang="pt-BR" sz="900"/>
          </a:p>
        </p:txBody>
      </p:sp>
      <p:sp>
        <p:nvSpPr>
          <p:cNvPr id="27" name="TextBox 26">
            <a:extLst>
              <a:ext uri="{FF2B5EF4-FFF2-40B4-BE49-F238E27FC236}">
                <a16:creationId xmlns:a16="http://schemas.microsoft.com/office/drawing/2014/main" id="{50B08A65-88C8-B6BD-D34C-780A741A47D0}"/>
              </a:ext>
            </a:extLst>
          </p:cNvPr>
          <p:cNvSpPr txBox="1"/>
          <p:nvPr/>
        </p:nvSpPr>
        <p:spPr>
          <a:xfrm>
            <a:off x="249026" y="6763333"/>
            <a:ext cx="2055628" cy="784830"/>
          </a:xfrm>
          <a:prstGeom prst="rect">
            <a:avLst/>
          </a:prstGeom>
          <a:noFill/>
        </p:spPr>
        <p:txBody>
          <a:bodyPr wrap="square" rtlCol="0">
            <a:spAutoFit/>
          </a:bodyPr>
          <a:lstStyle/>
          <a:p>
            <a:pPr algn="ctr"/>
            <a:r>
              <a:rPr lang="de-AT" sz="900" err="1">
                <a:latin typeface="Pangolin" panose="00000500000000000000" pitchFamily="2" charset="0"/>
              </a:rPr>
              <a:t>If</a:t>
            </a:r>
            <a:r>
              <a:rPr lang="de-AT" sz="900">
                <a:latin typeface="Pangolin" panose="00000500000000000000" pitchFamily="2" charset="0"/>
              </a:rPr>
              <a:t> </a:t>
            </a: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measure</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books</a:t>
            </a:r>
            <a:r>
              <a:rPr lang="de-AT" sz="900">
                <a:latin typeface="Pangolin" panose="00000500000000000000" pitchFamily="2" charset="0"/>
              </a:rPr>
              <a:t> in</a:t>
            </a:r>
            <a:br>
              <a:rPr lang="de-AT" sz="900">
                <a:latin typeface="Pangolin" panose="00000500000000000000" pitchFamily="2" charset="0"/>
              </a:rPr>
            </a:br>
            <a:r>
              <a:rPr lang="de-AT" sz="900" err="1">
                <a:latin typeface="Pangolin" panose="00000500000000000000" pitchFamily="2" charset="0"/>
              </a:rPr>
              <a:t>centimeters</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measurement</a:t>
            </a:r>
            <a:br>
              <a:rPr lang="de-AT" sz="900">
                <a:latin typeface="Pangolin" panose="00000500000000000000" pitchFamily="2" charset="0"/>
              </a:rPr>
            </a:br>
            <a:r>
              <a:rPr lang="de-AT" sz="900" err="1">
                <a:latin typeface="Pangolin" panose="00000500000000000000" pitchFamily="2" charset="0"/>
              </a:rPr>
              <a:t>is</a:t>
            </a:r>
            <a:r>
              <a:rPr lang="de-AT" sz="900">
                <a:latin typeface="Pangolin" panose="00000500000000000000" pitchFamily="2" charset="0"/>
              </a:rPr>
              <a:t> </a:t>
            </a:r>
            <a:r>
              <a:rPr lang="de-AT" sz="900">
                <a:highlight>
                  <a:srgbClr val="C0C0C0"/>
                </a:highlight>
                <a:latin typeface="Pangolin" panose="00000500000000000000" pitchFamily="2" charset="0"/>
              </a:rPr>
              <a:t>QUANTITATIVE</a:t>
            </a:r>
            <a:r>
              <a:rPr lang="de-AT" sz="900">
                <a:latin typeface="Pangolin" panose="00000500000000000000" pitchFamily="2" charset="0"/>
              </a:rPr>
              <a:t>, </a:t>
            </a:r>
            <a:r>
              <a:rPr lang="de-AT" sz="900" err="1">
                <a:latin typeface="Pangolin" panose="00000500000000000000" pitchFamily="2" charset="0"/>
              </a:rPr>
              <a:t>as</a:t>
            </a:r>
            <a:r>
              <a:rPr lang="de-AT" sz="900">
                <a:latin typeface="Pangolin" panose="00000500000000000000" pitchFamily="2" charset="0"/>
              </a:rPr>
              <a:t> </a:t>
            </a:r>
            <a:r>
              <a:rPr lang="de-AT" sz="900" err="1">
                <a:latin typeface="Pangolin" panose="00000500000000000000" pitchFamily="2" charset="0"/>
              </a:rPr>
              <a:t>it</a:t>
            </a:r>
            <a:br>
              <a:rPr lang="de-AT" sz="900">
                <a:latin typeface="Pangolin" panose="00000500000000000000" pitchFamily="2" charset="0"/>
              </a:rPr>
            </a:br>
            <a:r>
              <a:rPr lang="de-AT" sz="900" err="1">
                <a:latin typeface="Pangolin" panose="00000500000000000000" pitchFamily="2" charset="0"/>
              </a:rPr>
              <a:t>supports</a:t>
            </a:r>
            <a:r>
              <a:rPr lang="de-AT" sz="900">
                <a:latin typeface="Pangolin" panose="00000500000000000000" pitchFamily="2" charset="0"/>
              </a:rPr>
              <a:t> </a:t>
            </a:r>
            <a:r>
              <a:rPr lang="de-AT" sz="900" err="1">
                <a:latin typeface="Pangolin" panose="00000500000000000000" pitchFamily="2" charset="0"/>
              </a:rPr>
              <a:t>arithmethic</a:t>
            </a:r>
            <a:br>
              <a:rPr lang="de-AT" sz="900">
                <a:latin typeface="Pangolin" panose="00000500000000000000" pitchFamily="2" charset="0"/>
              </a:rPr>
            </a:br>
            <a:r>
              <a:rPr lang="de-AT" sz="900" err="1">
                <a:latin typeface="Pangolin" panose="00000500000000000000" pitchFamily="2" charset="0"/>
              </a:rPr>
              <a:t>comparison</a:t>
            </a:r>
            <a:r>
              <a:rPr lang="de-AT" sz="900">
                <a:latin typeface="Pangolin" panose="00000500000000000000" pitchFamily="2" charset="0"/>
              </a:rPr>
              <a:t>.</a:t>
            </a:r>
            <a:endParaRPr lang="pt-BR" sz="900"/>
          </a:p>
        </p:txBody>
      </p:sp>
      <p:sp>
        <p:nvSpPr>
          <p:cNvPr id="30" name="TextBox 29">
            <a:extLst>
              <a:ext uri="{FF2B5EF4-FFF2-40B4-BE49-F238E27FC236}">
                <a16:creationId xmlns:a16="http://schemas.microsoft.com/office/drawing/2014/main" id="{96CBC15A-C346-25A0-25BC-84DD8723FD46}"/>
              </a:ext>
            </a:extLst>
          </p:cNvPr>
          <p:cNvSpPr txBox="1"/>
          <p:nvPr/>
        </p:nvSpPr>
        <p:spPr>
          <a:xfrm>
            <a:off x="789412" y="9009568"/>
            <a:ext cx="1422158" cy="507831"/>
          </a:xfrm>
          <a:prstGeom prst="rect">
            <a:avLst/>
          </a:prstGeom>
          <a:noFill/>
        </p:spPr>
        <p:txBody>
          <a:bodyPr wrap="square" rtlCol="0">
            <a:spAutoFit/>
          </a:bodyPr>
          <a:lstStyle/>
          <a:p>
            <a:pPr algn="ctr"/>
            <a:r>
              <a:rPr lang="de-AT" sz="900">
                <a:latin typeface="Pangolin" panose="00000500000000000000" pitchFamily="2" charset="0"/>
              </a:rPr>
              <a:t>The same </a:t>
            </a:r>
            <a:r>
              <a:rPr lang="de-AT" sz="900" err="1">
                <a:latin typeface="Pangolin" panose="00000500000000000000" pitchFamily="2" charset="0"/>
              </a:rPr>
              <a:t>goes</a:t>
            </a:r>
            <a:r>
              <a:rPr lang="de-AT" sz="900">
                <a:latin typeface="Pangolin" panose="00000500000000000000" pitchFamily="2" charset="0"/>
              </a:rPr>
              <a:t> </a:t>
            </a:r>
            <a:r>
              <a:rPr lang="de-AT" sz="900" err="1">
                <a:latin typeface="Pangolin" panose="00000500000000000000" pitchFamily="2" charset="0"/>
              </a:rPr>
              <a:t>for</a:t>
            </a:r>
            <a:r>
              <a:rPr lang="de-AT" sz="900">
                <a:latin typeface="Pangolin" panose="00000500000000000000" pitchFamily="2" charset="0"/>
              </a:rPr>
              <a:t> </a:t>
            </a:r>
            <a:r>
              <a:rPr lang="de-AT" sz="900" err="1">
                <a:latin typeface="Pangolin" panose="00000500000000000000" pitchFamily="2" charset="0"/>
              </a:rPr>
              <a:t>the</a:t>
            </a:r>
            <a:br>
              <a:rPr lang="de-AT" sz="900">
                <a:latin typeface="Pangolin" panose="00000500000000000000" pitchFamily="2" charset="0"/>
              </a:rPr>
            </a:br>
            <a:r>
              <a:rPr lang="de-AT" sz="900" err="1">
                <a:latin typeface="Pangolin" panose="00000500000000000000" pitchFamily="2" charset="0"/>
              </a:rPr>
              <a:t>weight</a:t>
            </a:r>
            <a:r>
              <a:rPr lang="de-AT" sz="900">
                <a:latin typeface="Pangolin" panose="00000500000000000000" pitchFamily="2" charset="0"/>
              </a:rPr>
              <a:t> in </a:t>
            </a:r>
            <a:r>
              <a:rPr lang="de-AT" sz="900" err="1">
                <a:latin typeface="Pangolin" panose="00000500000000000000" pitchFamily="2" charset="0"/>
              </a:rPr>
              <a:t>grams</a:t>
            </a:r>
            <a:r>
              <a:rPr lang="de-AT" sz="900">
                <a:latin typeface="Pangolin" panose="00000500000000000000" pitchFamily="2" charset="0"/>
              </a:rPr>
              <a:t>, </a:t>
            </a:r>
            <a:r>
              <a:rPr lang="de-AT" sz="900" err="1">
                <a:latin typeface="Pangolin" panose="00000500000000000000" pitchFamily="2" charset="0"/>
              </a:rPr>
              <a:t>or</a:t>
            </a:r>
            <a:r>
              <a:rPr lang="de-AT" sz="900">
                <a:latin typeface="Pangolin" panose="00000500000000000000" pitchFamily="2" charset="0"/>
              </a:rPr>
              <a:t> </a:t>
            </a:r>
            <a:r>
              <a:rPr lang="de-AT" sz="900" err="1">
                <a:latin typeface="Pangolin" panose="00000500000000000000" pitchFamily="2" charset="0"/>
              </a:rPr>
              <a:t>the</a:t>
            </a:r>
            <a:br>
              <a:rPr lang="de-AT" sz="900">
                <a:latin typeface="Pangolin" panose="00000500000000000000" pitchFamily="2" charset="0"/>
              </a:rPr>
            </a:br>
            <a:r>
              <a:rPr lang="de-AT" sz="900" err="1">
                <a:latin typeface="Pangolin" panose="00000500000000000000" pitchFamily="2" charset="0"/>
              </a:rPr>
              <a:t>number</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pages</a:t>
            </a:r>
            <a:r>
              <a:rPr lang="de-AT" sz="900">
                <a:latin typeface="Pangolin" panose="00000500000000000000" pitchFamily="2" charset="0"/>
              </a:rPr>
              <a:t>.</a:t>
            </a:r>
            <a:endParaRPr lang="pt-BR" sz="900"/>
          </a:p>
        </p:txBody>
      </p:sp>
      <p:sp>
        <p:nvSpPr>
          <p:cNvPr id="28" name="TextBox 27">
            <a:extLst>
              <a:ext uri="{FF2B5EF4-FFF2-40B4-BE49-F238E27FC236}">
                <a16:creationId xmlns:a16="http://schemas.microsoft.com/office/drawing/2014/main" id="{80B37D0A-2196-8F04-2F81-C2260B32EED3}"/>
              </a:ext>
            </a:extLst>
          </p:cNvPr>
          <p:cNvSpPr txBox="1"/>
          <p:nvPr/>
        </p:nvSpPr>
        <p:spPr>
          <a:xfrm>
            <a:off x="2475144" y="6815965"/>
            <a:ext cx="2055628" cy="507831"/>
          </a:xfrm>
          <a:prstGeom prst="rect">
            <a:avLst/>
          </a:prstGeom>
          <a:noFill/>
        </p:spPr>
        <p:txBody>
          <a:bodyPr wrap="square" rtlCol="0">
            <a:spAutoFit/>
          </a:bodyPr>
          <a:lstStyle/>
          <a:p>
            <a:pPr algn="ctr"/>
            <a:r>
              <a:rPr lang="de-AT" sz="900">
                <a:latin typeface="Pangolin" panose="00000500000000000000" pitchFamily="2" charset="0"/>
              </a:rPr>
              <a:t>But </a:t>
            </a:r>
            <a:r>
              <a:rPr lang="de-AT" sz="900" err="1">
                <a:latin typeface="Pangolin" panose="00000500000000000000" pitchFamily="2" charset="0"/>
              </a:rPr>
              <a:t>if</a:t>
            </a:r>
            <a:r>
              <a:rPr lang="de-AT" sz="900">
                <a:latin typeface="Pangolin" panose="00000500000000000000" pitchFamily="2" charset="0"/>
              </a:rPr>
              <a:t> I just </a:t>
            </a:r>
            <a:r>
              <a:rPr lang="de-AT" sz="900" err="1">
                <a:latin typeface="Pangolin" panose="00000500000000000000" pitchFamily="2" charset="0"/>
              </a:rPr>
              <a:t>split</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books</a:t>
            </a:r>
            <a:br>
              <a:rPr lang="de-AT" sz="900">
                <a:latin typeface="Pangolin" panose="00000500000000000000" pitchFamily="2" charset="0"/>
              </a:rPr>
            </a:br>
            <a:r>
              <a:rPr lang="de-AT" sz="900" err="1">
                <a:latin typeface="Pangolin" panose="00000500000000000000" pitchFamily="2" charset="0"/>
              </a:rPr>
              <a:t>into</a:t>
            </a:r>
            <a:r>
              <a:rPr lang="de-AT" sz="900">
                <a:latin typeface="Pangolin" panose="00000500000000000000" pitchFamily="2" charset="0"/>
              </a:rPr>
              <a:t> </a:t>
            </a:r>
            <a:r>
              <a:rPr lang="de-AT" sz="900" err="1">
                <a:latin typeface="Pangolin" panose="00000500000000000000" pitchFamily="2" charset="0"/>
              </a:rPr>
              <a:t>groups</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small</a:t>
            </a:r>
            <a:r>
              <a:rPr lang="de-AT" sz="900">
                <a:latin typeface="Pangolin" panose="00000500000000000000" pitchFamily="2" charset="0"/>
              </a:rPr>
              <a:t>,</a:t>
            </a:r>
            <a:br>
              <a:rPr lang="de-AT" sz="900">
                <a:latin typeface="Pangolin" panose="00000500000000000000" pitchFamily="2" charset="0"/>
              </a:rPr>
            </a:br>
            <a:r>
              <a:rPr lang="de-AT" sz="900">
                <a:latin typeface="Pangolin" panose="00000500000000000000" pitchFamily="2" charset="0"/>
              </a:rPr>
              <a:t>medium, </a:t>
            </a:r>
            <a:r>
              <a:rPr lang="de-AT" sz="900" err="1">
                <a:latin typeface="Pangolin" panose="00000500000000000000" pitchFamily="2" charset="0"/>
              </a:rPr>
              <a:t>or</a:t>
            </a:r>
            <a:r>
              <a:rPr lang="de-AT" sz="900">
                <a:latin typeface="Pangolin" panose="00000500000000000000" pitchFamily="2" charset="0"/>
              </a:rPr>
              <a:t> large…</a:t>
            </a:r>
            <a:endParaRPr lang="pt-BR" sz="900"/>
          </a:p>
        </p:txBody>
      </p:sp>
      <p:sp>
        <p:nvSpPr>
          <p:cNvPr id="29" name="TextBox 28">
            <a:extLst>
              <a:ext uri="{FF2B5EF4-FFF2-40B4-BE49-F238E27FC236}">
                <a16:creationId xmlns:a16="http://schemas.microsoft.com/office/drawing/2014/main" id="{EC3CC50C-1375-F1FE-D82E-CF55C9492F7F}"/>
              </a:ext>
            </a:extLst>
          </p:cNvPr>
          <p:cNvSpPr txBox="1"/>
          <p:nvPr/>
        </p:nvSpPr>
        <p:spPr>
          <a:xfrm>
            <a:off x="4533017" y="6730908"/>
            <a:ext cx="2055628" cy="646331"/>
          </a:xfrm>
          <a:prstGeom prst="rect">
            <a:avLst/>
          </a:prstGeom>
          <a:noFill/>
        </p:spPr>
        <p:txBody>
          <a:bodyPr wrap="square" rtlCol="0">
            <a:spAutoFit/>
          </a:bodyPr>
          <a:lstStyle/>
          <a:p>
            <a:pPr algn="ctr"/>
            <a:r>
              <a:rPr lang="de-AT" sz="900">
                <a:latin typeface="Pangolin" panose="00000500000000000000" pitchFamily="2" charset="0"/>
              </a:rPr>
              <a:t>… </a:t>
            </a:r>
            <a:r>
              <a:rPr lang="de-AT" sz="900" err="1">
                <a:latin typeface="Pangolin" panose="00000500000000000000" pitchFamily="2" charset="0"/>
              </a:rPr>
              <a:t>then</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size</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an </a:t>
            </a:r>
            <a:r>
              <a:rPr lang="de-AT" sz="900">
                <a:highlight>
                  <a:srgbClr val="C0C0C0"/>
                </a:highlight>
                <a:latin typeface="Pangolin" panose="00000500000000000000" pitchFamily="2" charset="0"/>
              </a:rPr>
              <a:t>ORDINAL</a:t>
            </a:r>
            <a:br>
              <a:rPr lang="de-AT" sz="900">
                <a:latin typeface="Pangolin" panose="00000500000000000000" pitchFamily="2" charset="0"/>
              </a:rPr>
            </a:br>
            <a:r>
              <a:rPr lang="de-AT" sz="900" err="1">
                <a:latin typeface="Pangolin" panose="00000500000000000000" pitchFamily="2" charset="0"/>
              </a:rPr>
              <a:t>attribute</a:t>
            </a:r>
            <a:r>
              <a:rPr lang="de-AT" sz="900">
                <a:latin typeface="Pangolin" panose="00000500000000000000" pitchFamily="2" charset="0"/>
              </a:rPr>
              <a:t>. </a:t>
            </a: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can‘t</a:t>
            </a:r>
            <a:r>
              <a:rPr lang="de-AT" sz="900">
                <a:latin typeface="Pangolin" panose="00000500000000000000" pitchFamily="2" charset="0"/>
              </a:rPr>
              <a:t> </a:t>
            </a:r>
            <a:r>
              <a:rPr lang="de-AT" sz="900" err="1">
                <a:latin typeface="Pangolin" panose="00000500000000000000" pitchFamily="2" charset="0"/>
              </a:rPr>
              <a:t>use</a:t>
            </a:r>
            <a:r>
              <a:rPr lang="de-AT" sz="900">
                <a:latin typeface="Pangolin" panose="00000500000000000000" pitchFamily="2" charset="0"/>
              </a:rPr>
              <a:t> </a:t>
            </a:r>
            <a:r>
              <a:rPr lang="de-AT" sz="900" err="1">
                <a:latin typeface="Pangolin" panose="00000500000000000000" pitchFamily="2" charset="0"/>
              </a:rPr>
              <a:t>it</a:t>
            </a:r>
            <a:r>
              <a:rPr lang="de-AT" sz="900">
                <a:latin typeface="Pangolin" panose="00000500000000000000" pitchFamily="2" charset="0"/>
              </a:rPr>
              <a:t> </a:t>
            </a:r>
            <a:r>
              <a:rPr lang="de-AT" sz="900" err="1">
                <a:latin typeface="Pangolin" panose="00000500000000000000" pitchFamily="2" charset="0"/>
              </a:rPr>
              <a:t>to</a:t>
            </a:r>
            <a:br>
              <a:rPr lang="de-AT" sz="900">
                <a:latin typeface="Pangolin" panose="00000500000000000000" pitchFamily="2" charset="0"/>
              </a:rPr>
            </a:br>
            <a:r>
              <a:rPr lang="de-AT" sz="900" err="1">
                <a:latin typeface="Pangolin" panose="00000500000000000000" pitchFamily="2" charset="0"/>
              </a:rPr>
              <a:t>calculate</a:t>
            </a:r>
            <a:r>
              <a:rPr lang="de-AT" sz="900">
                <a:latin typeface="Pangolin" panose="00000500000000000000" pitchFamily="2" charset="0"/>
              </a:rPr>
              <a:t>, but </a:t>
            </a:r>
            <a:r>
              <a:rPr lang="de-AT" sz="900" err="1">
                <a:latin typeface="Pangolin" panose="00000500000000000000" pitchFamily="2" charset="0"/>
              </a:rPr>
              <a:t>there</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still a</a:t>
            </a:r>
            <a:br>
              <a:rPr lang="de-AT" sz="900">
                <a:latin typeface="Pangolin" panose="00000500000000000000" pitchFamily="2" charset="0"/>
              </a:rPr>
            </a:br>
            <a:r>
              <a:rPr lang="de-AT" sz="900">
                <a:latin typeface="Pangolin" panose="00000500000000000000" pitchFamily="2" charset="0"/>
              </a:rPr>
              <a:t>well-</a:t>
            </a:r>
            <a:r>
              <a:rPr lang="de-AT" sz="900" err="1">
                <a:latin typeface="Pangolin" panose="00000500000000000000" pitchFamily="2" charset="0"/>
              </a:rPr>
              <a:t>defined</a:t>
            </a:r>
            <a:r>
              <a:rPr lang="de-AT" sz="900">
                <a:latin typeface="Pangolin" panose="00000500000000000000" pitchFamily="2" charset="0"/>
              </a:rPr>
              <a:t> </a:t>
            </a:r>
            <a:r>
              <a:rPr lang="de-AT" sz="900" err="1">
                <a:latin typeface="Pangolin" panose="00000500000000000000" pitchFamily="2" charset="0"/>
              </a:rPr>
              <a:t>order</a:t>
            </a:r>
            <a:r>
              <a:rPr lang="de-AT" sz="900">
                <a:latin typeface="Pangolin" panose="00000500000000000000" pitchFamily="2" charset="0"/>
              </a:rPr>
              <a:t>.</a:t>
            </a:r>
            <a:endParaRPr lang="pt-BR" sz="900"/>
          </a:p>
        </p:txBody>
      </p:sp>
      <p:grpSp>
        <p:nvGrpSpPr>
          <p:cNvPr id="36" name="Group 35">
            <a:extLst>
              <a:ext uri="{FF2B5EF4-FFF2-40B4-BE49-F238E27FC236}">
                <a16:creationId xmlns:a16="http://schemas.microsoft.com/office/drawing/2014/main" id="{C98F547D-5772-CC1C-3CEA-50F80624FAE6}"/>
              </a:ext>
              <a:ext uri="{C183D7F6-B498-43B3-948B-1728B52AA6E4}">
                <adec:decorative xmlns:adec="http://schemas.microsoft.com/office/drawing/2017/decorative" val="1"/>
              </a:ext>
            </a:extLst>
          </p:cNvPr>
          <p:cNvGrpSpPr/>
          <p:nvPr/>
        </p:nvGrpSpPr>
        <p:grpSpPr>
          <a:xfrm>
            <a:off x="5311159" y="131611"/>
            <a:ext cx="1305102" cy="163205"/>
            <a:chOff x="295910" y="9653937"/>
            <a:chExt cx="1305102" cy="163205"/>
          </a:xfrm>
        </p:grpSpPr>
        <p:pic>
          <p:nvPicPr>
            <p:cNvPr id="37" name="Picture 36">
              <a:extLst>
                <a:ext uri="{FF2B5EF4-FFF2-40B4-BE49-F238E27FC236}">
                  <a16:creationId xmlns:a16="http://schemas.microsoft.com/office/drawing/2014/main" id="{F4B1B8D3-30B3-DBB4-F7E4-E5476FAB9E2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8" name="Group 37">
              <a:extLst>
                <a:ext uri="{FF2B5EF4-FFF2-40B4-BE49-F238E27FC236}">
                  <a16:creationId xmlns:a16="http://schemas.microsoft.com/office/drawing/2014/main" id="{19F9811B-794B-6609-CE38-C2C080AF0FBD}"/>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9" name="Picture 38">
                <a:extLst>
                  <a:ext uri="{FF2B5EF4-FFF2-40B4-BE49-F238E27FC236}">
                    <a16:creationId xmlns:a16="http://schemas.microsoft.com/office/drawing/2014/main" id="{5DB7E201-2B6A-B29B-0C8F-3EC56E588031}"/>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40" name="Picture 39">
                <a:extLst>
                  <a:ext uri="{FF2B5EF4-FFF2-40B4-BE49-F238E27FC236}">
                    <a16:creationId xmlns:a16="http://schemas.microsoft.com/office/drawing/2014/main" id="{529FC8F9-BFB5-3F2E-AF24-E7DE9BB713C6}"/>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1" name="Picture 40">
                <a:extLst>
                  <a:ext uri="{FF2B5EF4-FFF2-40B4-BE49-F238E27FC236}">
                    <a16:creationId xmlns:a16="http://schemas.microsoft.com/office/drawing/2014/main" id="{159F20EB-0D0E-19BF-AC73-6FCAF512EC05}"/>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6A954F54-BD47-12C8-0BAB-A512B6159483}"/>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7157F50-A412-7D97-6995-BEB5C2B97304}"/>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4" name="Freeform: Shape 3">
              <a:extLst>
                <a:ext uri="{FF2B5EF4-FFF2-40B4-BE49-F238E27FC236}">
                  <a16:creationId xmlns:a16="http://schemas.microsoft.com/office/drawing/2014/main" id="{E4FDC2CB-810C-801F-C295-D74A55CDB5A2}"/>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8CAC546C-D7B1-5236-D72A-91AD85D582F3}"/>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E0CDFE9A-C457-17CD-68A7-DEF1AD91A4FB}"/>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77D61D3F-FA18-EFE6-E395-3D9678477E6B}"/>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8EF54263-A01C-EE00-014E-217EF6C854E8}"/>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0DA1F9B7-8450-296E-FA6E-620BE887A3D7}"/>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88E4E43F-514E-2F05-51C9-129CC29A0718}"/>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CC1E859D-3A09-6B3E-5754-644182A83B22}"/>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Freeform: Shape 11">
              <a:extLst>
                <a:ext uri="{FF2B5EF4-FFF2-40B4-BE49-F238E27FC236}">
                  <a16:creationId xmlns:a16="http://schemas.microsoft.com/office/drawing/2014/main" id="{81989452-53E3-0359-3C11-2742B29F0A10}"/>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7" name="TextBox 16">
            <a:extLst>
              <a:ext uri="{FF2B5EF4-FFF2-40B4-BE49-F238E27FC236}">
                <a16:creationId xmlns:a16="http://schemas.microsoft.com/office/drawing/2014/main" id="{0482CACA-95F8-FB87-C82A-D860477359CF}"/>
              </a:ext>
            </a:extLst>
          </p:cNvPr>
          <p:cNvSpPr txBox="1"/>
          <p:nvPr/>
        </p:nvSpPr>
        <p:spPr>
          <a:xfrm>
            <a:off x="289324" y="476927"/>
            <a:ext cx="2055628" cy="507831"/>
          </a:xfrm>
          <a:prstGeom prst="rect">
            <a:avLst/>
          </a:prstGeom>
          <a:noFill/>
        </p:spPr>
        <p:txBody>
          <a:bodyPr wrap="square" rtlCol="0">
            <a:spAutoFit/>
          </a:bodyPr>
          <a:lstStyle/>
          <a:p>
            <a:pPr algn="ctr"/>
            <a:r>
              <a:rPr lang="de-AT" sz="900">
                <a:latin typeface="Pangolin" panose="00000500000000000000" pitchFamily="2" charset="0"/>
              </a:rPr>
              <a:t>A variable </a:t>
            </a:r>
            <a:r>
              <a:rPr lang="de-AT" sz="900" err="1">
                <a:latin typeface="Pangolin" panose="00000500000000000000" pitchFamily="2" charset="0"/>
              </a:rPr>
              <a:t>can</a:t>
            </a:r>
            <a:r>
              <a:rPr lang="de-AT" sz="900">
                <a:latin typeface="Pangolin" panose="00000500000000000000" pitchFamily="2" charset="0"/>
              </a:rPr>
              <a:t> </a:t>
            </a:r>
            <a:r>
              <a:rPr lang="de-AT" sz="900" err="1">
                <a:latin typeface="Pangolin" panose="00000500000000000000" pitchFamily="2" charset="0"/>
              </a:rPr>
              <a:t>even</a:t>
            </a:r>
            <a:r>
              <a:rPr lang="de-AT" sz="900">
                <a:latin typeface="Pangolin" panose="00000500000000000000" pitchFamily="2" charset="0"/>
              </a:rPr>
              <a:t> </a:t>
            </a:r>
            <a:r>
              <a:rPr lang="de-AT" sz="900" err="1">
                <a:latin typeface="Pangolin" panose="00000500000000000000" pitchFamily="2" charset="0"/>
              </a:rPr>
              <a:t>be</a:t>
            </a:r>
            <a:r>
              <a:rPr lang="de-AT" sz="900">
                <a:latin typeface="Pangolin" panose="00000500000000000000" pitchFamily="2" charset="0"/>
              </a:rPr>
              <a:t> </a:t>
            </a:r>
            <a:r>
              <a:rPr lang="de-AT" sz="900" err="1">
                <a:latin typeface="Pangolin" panose="00000500000000000000" pitchFamily="2" charset="0"/>
              </a:rPr>
              <a:t>transformed</a:t>
            </a:r>
            <a:br>
              <a:rPr lang="de-AT" sz="900">
                <a:latin typeface="Pangolin" panose="00000500000000000000" pitchFamily="2" charset="0"/>
              </a:rPr>
            </a:br>
            <a:r>
              <a:rPr lang="de-AT" sz="900" err="1">
                <a:latin typeface="Pangolin" panose="00000500000000000000" pitchFamily="2" charset="0"/>
              </a:rPr>
              <a:t>to</a:t>
            </a:r>
            <a:r>
              <a:rPr lang="de-AT" sz="900">
                <a:latin typeface="Pangolin" panose="00000500000000000000" pitchFamily="2" charset="0"/>
              </a:rPr>
              <a:t> </a:t>
            </a:r>
            <a:r>
              <a:rPr lang="de-AT" sz="900" err="1">
                <a:latin typeface="Pangolin" panose="00000500000000000000" pitchFamily="2" charset="0"/>
              </a:rPr>
              <a:t>have</a:t>
            </a:r>
            <a:r>
              <a:rPr lang="de-AT" sz="900">
                <a:latin typeface="Pangolin" panose="00000500000000000000" pitchFamily="2" charset="0"/>
              </a:rPr>
              <a:t> </a:t>
            </a:r>
            <a:r>
              <a:rPr lang="de-AT" sz="900" err="1">
                <a:latin typeface="Pangolin" panose="00000500000000000000" pitchFamily="2" charset="0"/>
              </a:rPr>
              <a:t>another</a:t>
            </a:r>
            <a:r>
              <a:rPr lang="de-AT" sz="900">
                <a:latin typeface="Pangolin" panose="00000500000000000000" pitchFamily="2" charset="0"/>
              </a:rPr>
              <a:t> </a:t>
            </a:r>
            <a:r>
              <a:rPr lang="de-AT" sz="900" err="1">
                <a:latin typeface="Pangolin" panose="00000500000000000000" pitchFamily="2" charset="0"/>
              </a:rPr>
              <a:t>attribute</a:t>
            </a:r>
            <a:r>
              <a:rPr lang="de-AT" sz="900">
                <a:latin typeface="Pangolin" panose="00000500000000000000" pitchFamily="2" charset="0"/>
              </a:rPr>
              <a:t> type after</a:t>
            </a:r>
            <a:br>
              <a:rPr lang="de-AT" sz="900">
                <a:latin typeface="Pangolin" panose="00000500000000000000" pitchFamily="2" charset="0"/>
              </a:rPr>
            </a:b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have</a:t>
            </a:r>
            <a:r>
              <a:rPr lang="de-AT" sz="900">
                <a:latin typeface="Pangolin" panose="00000500000000000000" pitchFamily="2" charset="0"/>
              </a:rPr>
              <a:t> </a:t>
            </a:r>
            <a:r>
              <a:rPr lang="de-AT" sz="900" err="1">
                <a:latin typeface="Pangolin" panose="00000500000000000000" pitchFamily="2" charset="0"/>
              </a:rPr>
              <a:t>collected</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data</a:t>
            </a:r>
            <a:r>
              <a:rPr lang="de-AT" sz="900">
                <a:latin typeface="Pangolin" panose="00000500000000000000" pitchFamily="2" charset="0"/>
              </a:rPr>
              <a:t>.</a:t>
            </a:r>
            <a:endParaRPr lang="pt-BR" sz="900"/>
          </a:p>
        </p:txBody>
      </p:sp>
      <p:sp>
        <p:nvSpPr>
          <p:cNvPr id="18" name="TextBox 17">
            <a:extLst>
              <a:ext uri="{FF2B5EF4-FFF2-40B4-BE49-F238E27FC236}">
                <a16:creationId xmlns:a16="http://schemas.microsoft.com/office/drawing/2014/main" id="{00471981-B467-F4A1-9426-6827A80AE75B}"/>
              </a:ext>
            </a:extLst>
          </p:cNvPr>
          <p:cNvSpPr txBox="1"/>
          <p:nvPr/>
        </p:nvSpPr>
        <p:spPr>
          <a:xfrm>
            <a:off x="2473735" y="455663"/>
            <a:ext cx="2055628" cy="923330"/>
          </a:xfrm>
          <a:prstGeom prst="rect">
            <a:avLst/>
          </a:prstGeom>
          <a:noFill/>
        </p:spPr>
        <p:txBody>
          <a:bodyPr wrap="square" rtlCol="0">
            <a:spAutoFit/>
          </a:bodyPr>
          <a:lstStyle/>
          <a:p>
            <a:pPr algn="ctr"/>
            <a:r>
              <a:rPr lang="de-AT" sz="900">
                <a:latin typeface="Pangolin" panose="00000500000000000000" pitchFamily="2" charset="0"/>
              </a:rPr>
              <a:t>Like </a:t>
            </a:r>
            <a:r>
              <a:rPr lang="de-AT" sz="900" err="1">
                <a:latin typeface="Pangolin" panose="00000500000000000000" pitchFamily="2" charset="0"/>
              </a:rPr>
              <a:t>measuring</a:t>
            </a:r>
            <a:r>
              <a:rPr lang="de-AT" sz="900">
                <a:latin typeface="Pangolin" panose="00000500000000000000" pitchFamily="2" charset="0"/>
              </a:rPr>
              <a:t> all </a:t>
            </a:r>
            <a:r>
              <a:rPr lang="de-AT" sz="900" err="1">
                <a:latin typeface="Pangolin" panose="00000500000000000000" pitchFamily="2" charset="0"/>
              </a:rPr>
              <a:t>books</a:t>
            </a:r>
            <a:r>
              <a:rPr lang="de-AT" sz="900">
                <a:latin typeface="Pangolin" panose="00000500000000000000" pitchFamily="2" charset="0"/>
              </a:rPr>
              <a:t> in</a:t>
            </a:r>
            <a:br>
              <a:rPr lang="de-AT" sz="900">
                <a:latin typeface="Pangolin" panose="00000500000000000000" pitchFamily="2" charset="0"/>
              </a:rPr>
            </a:br>
            <a:r>
              <a:rPr lang="de-AT" sz="900" err="1">
                <a:solidFill>
                  <a:schemeClr val="accent4">
                    <a:lumMod val="50000"/>
                  </a:schemeClr>
                </a:solidFill>
                <a:latin typeface="Pangolin" panose="00000500000000000000" pitchFamily="2" charset="0"/>
              </a:rPr>
              <a:t>centimeters</a:t>
            </a:r>
            <a:r>
              <a:rPr lang="de-AT" sz="900">
                <a:latin typeface="Pangolin" panose="00000500000000000000" pitchFamily="2" charset="0"/>
              </a:rPr>
              <a:t>, and </a:t>
            </a:r>
            <a:r>
              <a:rPr lang="de-AT" sz="900" err="1">
                <a:latin typeface="Pangolin" panose="00000500000000000000" pitchFamily="2" charset="0"/>
              </a:rPr>
              <a:t>then</a:t>
            </a:r>
            <a:r>
              <a:rPr lang="de-AT" sz="900">
                <a:latin typeface="Pangolin" panose="00000500000000000000" pitchFamily="2" charset="0"/>
              </a:rPr>
              <a:t> </a:t>
            </a:r>
            <a:r>
              <a:rPr lang="de-AT" sz="900" err="1">
                <a:latin typeface="Pangolin" panose="00000500000000000000" pitchFamily="2" charset="0"/>
              </a:rPr>
              <a:t>deciding</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every</a:t>
            </a:r>
            <a:r>
              <a:rPr lang="de-AT" sz="900">
                <a:latin typeface="Pangolin" panose="00000500000000000000" pitchFamily="2" charset="0"/>
              </a:rPr>
              <a:t> </a:t>
            </a:r>
            <a:r>
              <a:rPr lang="de-AT" sz="900" err="1">
                <a:latin typeface="Pangolin" panose="00000500000000000000" pitchFamily="2" charset="0"/>
              </a:rPr>
              <a:t>book</a:t>
            </a:r>
            <a:r>
              <a:rPr lang="de-AT" sz="900">
                <a:latin typeface="Pangolin" panose="00000500000000000000" pitchFamily="2" charset="0"/>
              </a:rPr>
              <a:t> </a:t>
            </a:r>
            <a:r>
              <a:rPr lang="de-AT" sz="900" err="1">
                <a:latin typeface="Pangolin" panose="00000500000000000000" pitchFamily="2" charset="0"/>
              </a:rPr>
              <a:t>under</a:t>
            </a:r>
            <a:r>
              <a:rPr lang="de-AT" sz="900">
                <a:latin typeface="Pangolin" panose="00000500000000000000" pitchFamily="2" charset="0"/>
              </a:rPr>
              <a:t> 18 </a:t>
            </a:r>
            <a:r>
              <a:rPr lang="de-AT" sz="900" err="1">
                <a:latin typeface="Pangolin" panose="00000500000000000000" pitchFamily="2" charset="0"/>
              </a:rPr>
              <a:t>centimeters</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solidFill>
                  <a:srgbClr val="7030A0"/>
                </a:solidFill>
                <a:latin typeface="Pangolin" panose="00000500000000000000" pitchFamily="2" charset="0"/>
              </a:rPr>
              <a:t>small</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would</a:t>
            </a:r>
            <a:r>
              <a:rPr lang="de-AT" sz="900">
                <a:latin typeface="Pangolin" panose="00000500000000000000" pitchFamily="2" charset="0"/>
              </a:rPr>
              <a:t> </a:t>
            </a:r>
            <a:r>
              <a:rPr lang="de-AT" sz="900" err="1">
                <a:latin typeface="Pangolin" panose="00000500000000000000" pitchFamily="2" charset="0"/>
              </a:rPr>
              <a:t>be</a:t>
            </a:r>
            <a:r>
              <a:rPr lang="de-AT" sz="900">
                <a:latin typeface="Pangolin" panose="00000500000000000000" pitchFamily="2" charset="0"/>
              </a:rPr>
              <a:t> </a:t>
            </a:r>
            <a:r>
              <a:rPr lang="de-AT" sz="900" err="1">
                <a:latin typeface="Pangolin" panose="00000500000000000000" pitchFamily="2" charset="0"/>
              </a:rPr>
              <a:t>transforming</a:t>
            </a:r>
            <a:br>
              <a:rPr lang="de-AT" sz="900">
                <a:latin typeface="Pangolin" panose="00000500000000000000" pitchFamily="2" charset="0"/>
              </a:rPr>
            </a:br>
            <a:r>
              <a:rPr lang="de-AT" sz="900">
                <a:latin typeface="Pangolin" panose="00000500000000000000" pitchFamily="2" charset="0"/>
              </a:rPr>
              <a:t>a </a:t>
            </a:r>
            <a:r>
              <a:rPr lang="de-AT" sz="900">
                <a:solidFill>
                  <a:schemeClr val="accent4">
                    <a:lumMod val="50000"/>
                  </a:schemeClr>
                </a:solidFill>
                <a:latin typeface="Pangolin" panose="00000500000000000000" pitchFamily="2" charset="0"/>
              </a:rPr>
              <a:t>quantitative</a:t>
            </a:r>
            <a:r>
              <a:rPr lang="de-AT" sz="900">
                <a:latin typeface="Pangolin" panose="00000500000000000000" pitchFamily="2" charset="0"/>
              </a:rPr>
              <a:t> </a:t>
            </a:r>
            <a:r>
              <a:rPr lang="de-AT" sz="900" err="1">
                <a:latin typeface="Pangolin" panose="00000500000000000000" pitchFamily="2" charset="0"/>
              </a:rPr>
              <a:t>attribute</a:t>
            </a:r>
            <a:r>
              <a:rPr lang="de-AT" sz="900">
                <a:latin typeface="Pangolin" panose="00000500000000000000" pitchFamily="2" charset="0"/>
              </a:rPr>
              <a:t> </a:t>
            </a:r>
            <a:r>
              <a:rPr lang="de-AT" sz="900" err="1">
                <a:latin typeface="Pangolin" panose="00000500000000000000" pitchFamily="2" charset="0"/>
              </a:rPr>
              <a:t>into</a:t>
            </a:r>
            <a:r>
              <a:rPr lang="de-AT" sz="900">
                <a:latin typeface="Pangolin" panose="00000500000000000000" pitchFamily="2" charset="0"/>
              </a:rPr>
              <a:t> an</a:t>
            </a:r>
            <a:br>
              <a:rPr lang="de-AT" sz="900">
                <a:latin typeface="Pangolin" panose="00000500000000000000" pitchFamily="2" charset="0"/>
              </a:rPr>
            </a:br>
            <a:r>
              <a:rPr lang="de-AT" sz="900">
                <a:solidFill>
                  <a:srgbClr val="7030A0"/>
                </a:solidFill>
                <a:latin typeface="Pangolin" panose="00000500000000000000" pitchFamily="2" charset="0"/>
              </a:rPr>
              <a:t>ordinal</a:t>
            </a:r>
            <a:r>
              <a:rPr lang="de-AT" sz="900">
                <a:latin typeface="Pangolin" panose="00000500000000000000" pitchFamily="2" charset="0"/>
              </a:rPr>
              <a:t> </a:t>
            </a:r>
            <a:r>
              <a:rPr lang="de-AT" sz="900" err="1">
                <a:latin typeface="Pangolin" panose="00000500000000000000" pitchFamily="2" charset="0"/>
              </a:rPr>
              <a:t>one</a:t>
            </a:r>
            <a:r>
              <a:rPr lang="de-AT" sz="900">
                <a:latin typeface="Pangolin" panose="00000500000000000000" pitchFamily="2" charset="0"/>
              </a:rPr>
              <a:t>.</a:t>
            </a:r>
            <a:endParaRPr lang="pt-BR" sz="900"/>
          </a:p>
        </p:txBody>
      </p:sp>
      <p:sp>
        <p:nvSpPr>
          <p:cNvPr id="19" name="TextBox 18">
            <a:extLst>
              <a:ext uri="{FF2B5EF4-FFF2-40B4-BE49-F238E27FC236}">
                <a16:creationId xmlns:a16="http://schemas.microsoft.com/office/drawing/2014/main" id="{BAE20893-E91A-71F3-ABEC-2E7812286B56}"/>
              </a:ext>
            </a:extLst>
          </p:cNvPr>
          <p:cNvSpPr txBox="1"/>
          <p:nvPr/>
        </p:nvSpPr>
        <p:spPr>
          <a:xfrm>
            <a:off x="4644185" y="484015"/>
            <a:ext cx="2055628" cy="646331"/>
          </a:xfrm>
          <a:prstGeom prst="rect">
            <a:avLst/>
          </a:prstGeom>
          <a:noFill/>
        </p:spPr>
        <p:txBody>
          <a:bodyPr wrap="square" rtlCol="0">
            <a:spAutoFit/>
          </a:bodyPr>
          <a:lstStyle/>
          <a:p>
            <a:pPr algn="ctr"/>
            <a:r>
              <a:rPr lang="de-AT" sz="900" err="1">
                <a:latin typeface="Pangolin" panose="00000500000000000000" pitchFamily="2" charset="0"/>
              </a:rPr>
              <a:t>You‘re</a:t>
            </a:r>
            <a:r>
              <a:rPr lang="de-AT" sz="900">
                <a:latin typeface="Pangolin" panose="00000500000000000000" pitchFamily="2" charset="0"/>
              </a:rPr>
              <a:t> </a:t>
            </a:r>
            <a:r>
              <a:rPr lang="de-AT" sz="900" err="1">
                <a:latin typeface="Pangolin" panose="00000500000000000000" pitchFamily="2" charset="0"/>
              </a:rPr>
              <a:t>right</a:t>
            </a:r>
            <a:r>
              <a:rPr lang="de-AT" sz="900">
                <a:latin typeface="Pangolin" panose="00000500000000000000" pitchFamily="2" charset="0"/>
              </a:rPr>
              <a:t>. </a:t>
            </a: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could</a:t>
            </a:r>
            <a:r>
              <a:rPr lang="de-AT" sz="900">
                <a:latin typeface="Pangolin" panose="00000500000000000000" pitchFamily="2" charset="0"/>
              </a:rPr>
              <a:t> </a:t>
            </a:r>
            <a:r>
              <a:rPr lang="de-AT" sz="900" err="1">
                <a:latin typeface="Pangolin" panose="00000500000000000000" pitchFamily="2" charset="0"/>
              </a:rPr>
              <a:t>go</a:t>
            </a:r>
            <a:r>
              <a:rPr lang="de-AT" sz="900">
                <a:latin typeface="Pangolin" panose="00000500000000000000" pitchFamily="2" charset="0"/>
              </a:rPr>
              <a:t> </a:t>
            </a:r>
            <a:r>
              <a:rPr lang="de-AT" sz="900" err="1">
                <a:latin typeface="Pangolin" panose="00000500000000000000" pitchFamily="2" charset="0"/>
              </a:rPr>
              <a:t>even</a:t>
            </a:r>
            <a:br>
              <a:rPr lang="de-AT" sz="900">
                <a:latin typeface="Pangolin" panose="00000500000000000000" pitchFamily="2" charset="0"/>
              </a:rPr>
            </a:br>
            <a:r>
              <a:rPr lang="de-AT" sz="900" err="1">
                <a:latin typeface="Pangolin" panose="00000500000000000000" pitchFamily="2" charset="0"/>
              </a:rPr>
              <a:t>further</a:t>
            </a:r>
            <a:r>
              <a:rPr lang="de-AT" sz="900">
                <a:latin typeface="Pangolin" panose="00000500000000000000" pitchFamily="2" charset="0"/>
              </a:rPr>
              <a:t> and </a:t>
            </a:r>
            <a:r>
              <a:rPr lang="de-AT" sz="900" err="1">
                <a:latin typeface="Pangolin" panose="00000500000000000000" pitchFamily="2" charset="0"/>
              </a:rPr>
              <a:t>transform</a:t>
            </a:r>
            <a:r>
              <a:rPr lang="de-AT" sz="900">
                <a:latin typeface="Pangolin" panose="00000500000000000000" pitchFamily="2" charset="0"/>
              </a:rPr>
              <a:t> </a:t>
            </a:r>
            <a:r>
              <a:rPr lang="de-AT" sz="900" err="1">
                <a:latin typeface="Pangolin" panose="00000500000000000000" pitchFamily="2" charset="0"/>
              </a:rPr>
              <a:t>it</a:t>
            </a:r>
            <a:r>
              <a:rPr lang="de-AT" sz="900">
                <a:latin typeface="Pangolin" panose="00000500000000000000" pitchFamily="2" charset="0"/>
              </a:rPr>
              <a:t> </a:t>
            </a:r>
            <a:r>
              <a:rPr lang="de-AT" sz="900" err="1">
                <a:latin typeface="Pangolin" panose="00000500000000000000" pitchFamily="2" charset="0"/>
              </a:rPr>
              <a:t>into</a:t>
            </a:r>
            <a:r>
              <a:rPr lang="de-AT" sz="900">
                <a:latin typeface="Pangolin" panose="00000500000000000000" pitchFamily="2" charset="0"/>
              </a:rPr>
              <a:t> a </a:t>
            </a:r>
            <a:r>
              <a:rPr lang="de-AT" sz="900" err="1">
                <a:latin typeface="Pangolin" panose="00000500000000000000" pitchFamily="2" charset="0"/>
              </a:rPr>
              <a:t>binary</a:t>
            </a:r>
            <a:br>
              <a:rPr lang="de-AT" sz="900">
                <a:latin typeface="Pangolin" panose="00000500000000000000" pitchFamily="2" charset="0"/>
              </a:rPr>
            </a:br>
            <a:r>
              <a:rPr lang="de-AT" sz="900" err="1">
                <a:latin typeface="Pangolin" panose="00000500000000000000" pitchFamily="2" charset="0"/>
              </a:rPr>
              <a:t>categorical</a:t>
            </a:r>
            <a:r>
              <a:rPr lang="de-AT" sz="900">
                <a:latin typeface="Pangolin" panose="00000500000000000000" pitchFamily="2" charset="0"/>
              </a:rPr>
              <a:t> </a:t>
            </a:r>
            <a:r>
              <a:rPr lang="de-AT" sz="900" err="1">
                <a:latin typeface="Pangolin" panose="00000500000000000000" pitchFamily="2" charset="0"/>
              </a:rPr>
              <a:t>attribute</a:t>
            </a:r>
            <a:r>
              <a:rPr lang="de-AT" sz="900">
                <a:latin typeface="Pangolin" panose="00000500000000000000" pitchFamily="2" charset="0"/>
              </a:rPr>
              <a:t>: Pocketbooks</a:t>
            </a:r>
            <a:br>
              <a:rPr lang="de-AT" sz="900">
                <a:latin typeface="Pangolin" panose="00000500000000000000" pitchFamily="2" charset="0"/>
              </a:rPr>
            </a:br>
            <a:r>
              <a:rPr lang="de-AT" sz="900" err="1">
                <a:latin typeface="Pangolin" panose="00000500000000000000" pitchFamily="2" charset="0"/>
              </a:rPr>
              <a:t>or</a:t>
            </a:r>
            <a:r>
              <a:rPr lang="de-AT" sz="900">
                <a:latin typeface="Pangolin" panose="00000500000000000000" pitchFamily="2" charset="0"/>
              </a:rPr>
              <a:t> normal-</a:t>
            </a:r>
            <a:r>
              <a:rPr lang="de-AT" sz="900" err="1">
                <a:latin typeface="Pangolin" panose="00000500000000000000" pitchFamily="2" charset="0"/>
              </a:rPr>
              <a:t>sized</a:t>
            </a:r>
            <a:r>
              <a:rPr lang="de-AT" sz="900">
                <a:latin typeface="Pangolin" panose="00000500000000000000" pitchFamily="2" charset="0"/>
              </a:rPr>
              <a:t>.</a:t>
            </a:r>
            <a:endParaRPr lang="pt-BR" sz="900"/>
          </a:p>
        </p:txBody>
      </p:sp>
      <p:sp>
        <p:nvSpPr>
          <p:cNvPr id="14" name="TextBox 13">
            <a:extLst>
              <a:ext uri="{FF2B5EF4-FFF2-40B4-BE49-F238E27FC236}">
                <a16:creationId xmlns:a16="http://schemas.microsoft.com/office/drawing/2014/main" id="{70799781-24B6-6EE1-9F5C-61C9605D1A29}"/>
              </a:ext>
            </a:extLst>
          </p:cNvPr>
          <p:cNvSpPr txBox="1"/>
          <p:nvPr/>
        </p:nvSpPr>
        <p:spPr>
          <a:xfrm>
            <a:off x="296412" y="3666847"/>
            <a:ext cx="2055628" cy="369332"/>
          </a:xfrm>
          <a:prstGeom prst="rect">
            <a:avLst/>
          </a:prstGeom>
          <a:noFill/>
        </p:spPr>
        <p:txBody>
          <a:bodyPr wrap="square" rtlCol="0">
            <a:spAutoFit/>
          </a:bodyPr>
          <a:lstStyle/>
          <a:p>
            <a:pPr algn="ctr"/>
            <a:r>
              <a:rPr lang="de-AT" sz="900">
                <a:latin typeface="Pangolin" panose="00000500000000000000" pitchFamily="2" charset="0"/>
              </a:rPr>
              <a:t>Oh, </a:t>
            </a:r>
            <a:r>
              <a:rPr lang="de-AT" sz="900" err="1">
                <a:latin typeface="Pangolin" panose="00000500000000000000" pitchFamily="2" charset="0"/>
              </a:rPr>
              <a:t>true</a:t>
            </a:r>
            <a:r>
              <a:rPr lang="de-AT" sz="900">
                <a:latin typeface="Pangolin" panose="00000500000000000000" pitchFamily="2" charset="0"/>
              </a:rPr>
              <a:t>. But </a:t>
            </a:r>
            <a:r>
              <a:rPr lang="de-AT" sz="900" err="1">
                <a:latin typeface="Pangolin" panose="00000500000000000000" pitchFamily="2" charset="0"/>
              </a:rPr>
              <a:t>doesn‘t</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mean</a:t>
            </a:r>
            <a:r>
              <a:rPr lang="de-AT" sz="900">
                <a:latin typeface="Pangolin" panose="00000500000000000000" pitchFamily="2" charset="0"/>
              </a:rPr>
              <a:t> </a:t>
            </a:r>
            <a:r>
              <a:rPr lang="de-AT" sz="900" err="1">
                <a:latin typeface="Pangolin" panose="00000500000000000000" pitchFamily="2" charset="0"/>
              </a:rPr>
              <a:t>we‘d</a:t>
            </a:r>
            <a:br>
              <a:rPr lang="de-AT" sz="900">
                <a:latin typeface="Pangolin" panose="00000500000000000000" pitchFamily="2" charset="0"/>
              </a:rPr>
            </a:br>
            <a:r>
              <a:rPr lang="de-AT" sz="900">
                <a:latin typeface="Pangolin" panose="00000500000000000000" pitchFamily="2" charset="0"/>
              </a:rPr>
              <a:t>lose </a:t>
            </a:r>
            <a:r>
              <a:rPr lang="de-AT" sz="900" err="1">
                <a:latin typeface="Pangolin" panose="00000500000000000000" pitchFamily="2" charset="0"/>
              </a:rPr>
              <a:t>most</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details</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data</a:t>
            </a:r>
            <a:r>
              <a:rPr lang="de-AT" sz="900">
                <a:latin typeface="Pangolin" panose="00000500000000000000" pitchFamily="2" charset="0"/>
              </a:rPr>
              <a:t>?</a:t>
            </a:r>
            <a:endParaRPr lang="pt-BR" sz="900"/>
          </a:p>
        </p:txBody>
      </p:sp>
      <p:sp>
        <p:nvSpPr>
          <p:cNvPr id="15" name="TextBox 14">
            <a:extLst>
              <a:ext uri="{FF2B5EF4-FFF2-40B4-BE49-F238E27FC236}">
                <a16:creationId xmlns:a16="http://schemas.microsoft.com/office/drawing/2014/main" id="{9F811FE5-D88E-F2F7-8A5F-0A1C247DA8E0}"/>
              </a:ext>
            </a:extLst>
          </p:cNvPr>
          <p:cNvSpPr txBox="1"/>
          <p:nvPr/>
        </p:nvSpPr>
        <p:spPr>
          <a:xfrm>
            <a:off x="2471598" y="3580146"/>
            <a:ext cx="2055628" cy="646331"/>
          </a:xfrm>
          <a:prstGeom prst="rect">
            <a:avLst/>
          </a:prstGeom>
          <a:noFill/>
        </p:spPr>
        <p:txBody>
          <a:bodyPr wrap="square" rtlCol="0">
            <a:spAutoFit/>
          </a:bodyPr>
          <a:lstStyle/>
          <a:p>
            <a:pPr algn="ctr"/>
            <a:r>
              <a:rPr lang="de-AT" sz="900">
                <a:latin typeface="Pangolin" panose="00000500000000000000" pitchFamily="2" charset="0"/>
              </a:rPr>
              <a:t>Yes, </a:t>
            </a:r>
            <a:r>
              <a:rPr lang="de-AT" sz="900" err="1">
                <a:latin typeface="Pangolin" panose="00000500000000000000" pitchFamily="2" charset="0"/>
              </a:rPr>
              <a:t>these</a:t>
            </a:r>
            <a:r>
              <a:rPr lang="de-AT" sz="900">
                <a:latin typeface="Pangolin" panose="00000500000000000000" pitchFamily="2" charset="0"/>
              </a:rPr>
              <a:t> </a:t>
            </a:r>
            <a:r>
              <a:rPr lang="de-AT" sz="900" err="1">
                <a:latin typeface="Pangolin" panose="00000500000000000000" pitchFamily="2" charset="0"/>
              </a:rPr>
              <a:t>transformations</a:t>
            </a:r>
            <a:r>
              <a:rPr lang="de-AT" sz="900">
                <a:latin typeface="Pangolin" panose="00000500000000000000" pitchFamily="2" charset="0"/>
              </a:rPr>
              <a:t> </a:t>
            </a:r>
            <a:r>
              <a:rPr lang="de-AT" sz="900" err="1">
                <a:latin typeface="Pangolin" panose="00000500000000000000" pitchFamily="2" charset="0"/>
              </a:rPr>
              <a:t>are</a:t>
            </a:r>
            <a:r>
              <a:rPr lang="de-AT" sz="900">
                <a:latin typeface="Pangolin" panose="00000500000000000000" pitchFamily="2" charset="0"/>
              </a:rPr>
              <a:t> </a:t>
            </a:r>
            <a:r>
              <a:rPr lang="de-AT" sz="900" i="1" err="1">
                <a:latin typeface="Pangolin" panose="00000500000000000000" pitchFamily="2" charset="0"/>
              </a:rPr>
              <a:t>lossy</a:t>
            </a:r>
            <a:r>
              <a:rPr lang="de-AT" sz="900">
                <a:latin typeface="Pangolin" panose="00000500000000000000" pitchFamily="2" charset="0"/>
              </a:rPr>
              <a:t>.</a:t>
            </a:r>
            <a:br>
              <a:rPr lang="de-AT" sz="900">
                <a:latin typeface="Pangolin" panose="00000500000000000000" pitchFamily="2" charset="0"/>
              </a:rPr>
            </a:br>
            <a:r>
              <a:rPr lang="de-AT" sz="900" err="1">
                <a:latin typeface="Pangolin" panose="00000500000000000000" pitchFamily="2" charset="0"/>
              </a:rPr>
              <a:t>Therefore</a:t>
            </a:r>
            <a:r>
              <a:rPr lang="de-AT" sz="900">
                <a:latin typeface="Pangolin" panose="00000500000000000000" pitchFamily="2" charset="0"/>
              </a:rPr>
              <a:t>, </a:t>
            </a:r>
            <a:r>
              <a:rPr lang="de-AT" sz="900" err="1">
                <a:latin typeface="Pangolin" panose="00000500000000000000" pitchFamily="2" charset="0"/>
              </a:rPr>
              <a:t>if</a:t>
            </a:r>
            <a:r>
              <a:rPr lang="de-AT" sz="900">
                <a:latin typeface="Pangolin" panose="00000500000000000000" pitchFamily="2" charset="0"/>
              </a:rPr>
              <a:t> </a:t>
            </a:r>
            <a:r>
              <a:rPr lang="de-AT" sz="900" err="1">
                <a:latin typeface="Pangolin" panose="00000500000000000000" pitchFamily="2" charset="0"/>
              </a:rPr>
              <a:t>you‘re</a:t>
            </a:r>
            <a:r>
              <a:rPr lang="de-AT" sz="900">
                <a:latin typeface="Pangolin" panose="00000500000000000000" pitchFamily="2" charset="0"/>
              </a:rPr>
              <a:t> not </a:t>
            </a:r>
            <a:r>
              <a:rPr lang="de-AT" sz="900" err="1">
                <a:latin typeface="Pangolin" panose="00000500000000000000" pitchFamily="2" charset="0"/>
              </a:rPr>
              <a:t>sure</a:t>
            </a:r>
            <a:r>
              <a:rPr lang="de-AT" sz="900">
                <a:latin typeface="Pangolin" panose="00000500000000000000" pitchFamily="2" charset="0"/>
              </a:rPr>
              <a:t> </a:t>
            </a:r>
            <a:r>
              <a:rPr lang="de-AT" sz="900" err="1">
                <a:latin typeface="Pangolin" panose="00000500000000000000" pitchFamily="2" charset="0"/>
              </a:rPr>
              <a:t>how</a:t>
            </a:r>
            <a:br>
              <a:rPr lang="de-AT" sz="900">
                <a:latin typeface="Pangolin" panose="00000500000000000000" pitchFamily="2" charset="0"/>
              </a:rPr>
            </a:br>
            <a:r>
              <a:rPr lang="de-AT" sz="900" err="1">
                <a:latin typeface="Pangolin" panose="00000500000000000000" pitchFamily="2" charset="0"/>
              </a:rPr>
              <a:t>you‘ll</a:t>
            </a:r>
            <a:r>
              <a:rPr lang="de-AT" sz="900">
                <a:latin typeface="Pangolin" panose="00000500000000000000" pitchFamily="2" charset="0"/>
              </a:rPr>
              <a:t> </a:t>
            </a:r>
            <a:r>
              <a:rPr lang="de-AT" sz="900" err="1">
                <a:latin typeface="Pangolin" panose="00000500000000000000" pitchFamily="2" charset="0"/>
              </a:rPr>
              <a:t>use</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data</a:t>
            </a:r>
            <a:r>
              <a:rPr lang="de-AT" sz="900">
                <a:latin typeface="Pangolin" panose="00000500000000000000" pitchFamily="2" charset="0"/>
              </a:rPr>
              <a:t>, </a:t>
            </a:r>
            <a:r>
              <a:rPr lang="de-AT" sz="900" err="1">
                <a:latin typeface="Pangolin" panose="00000500000000000000" pitchFamily="2" charset="0"/>
              </a:rPr>
              <a:t>it</a:t>
            </a:r>
            <a:r>
              <a:rPr lang="de-AT" sz="900">
                <a:latin typeface="Pangolin" panose="00000500000000000000" pitchFamily="2" charset="0"/>
              </a:rPr>
              <a:t> </a:t>
            </a:r>
            <a:r>
              <a:rPr lang="de-AT" sz="900" err="1">
                <a:latin typeface="Pangolin" panose="00000500000000000000" pitchFamily="2" charset="0"/>
              </a:rPr>
              <a:t>might</a:t>
            </a:r>
            <a:r>
              <a:rPr lang="de-AT" sz="900">
                <a:latin typeface="Pangolin" panose="00000500000000000000" pitchFamily="2" charset="0"/>
              </a:rPr>
              <a:t> </a:t>
            </a:r>
            <a:r>
              <a:rPr lang="de-AT" sz="900" err="1">
                <a:latin typeface="Pangolin" panose="00000500000000000000" pitchFamily="2" charset="0"/>
              </a:rPr>
              <a:t>be</a:t>
            </a:r>
            <a:r>
              <a:rPr lang="de-AT" sz="900">
                <a:latin typeface="Pangolin" panose="00000500000000000000" pitchFamily="2" charset="0"/>
              </a:rPr>
              <a:t> </a:t>
            </a:r>
            <a:r>
              <a:rPr lang="de-AT" sz="900" err="1">
                <a:latin typeface="Pangolin" panose="00000500000000000000" pitchFamily="2" charset="0"/>
              </a:rPr>
              <a:t>better</a:t>
            </a:r>
            <a:br>
              <a:rPr lang="de-AT" sz="900">
                <a:latin typeface="Pangolin" panose="00000500000000000000" pitchFamily="2" charset="0"/>
              </a:rPr>
            </a:br>
            <a:r>
              <a:rPr lang="de-AT" sz="900" err="1">
                <a:latin typeface="Pangolin" panose="00000500000000000000" pitchFamily="2" charset="0"/>
              </a:rPr>
              <a:t>to</a:t>
            </a:r>
            <a:r>
              <a:rPr lang="de-AT" sz="900">
                <a:latin typeface="Pangolin" panose="00000500000000000000" pitchFamily="2" charset="0"/>
              </a:rPr>
              <a:t> </a:t>
            </a:r>
            <a:r>
              <a:rPr lang="de-AT" sz="900" err="1">
                <a:latin typeface="Pangolin" panose="00000500000000000000" pitchFamily="2" charset="0"/>
              </a:rPr>
              <a:t>collect</a:t>
            </a:r>
            <a:r>
              <a:rPr lang="de-AT" sz="900">
                <a:latin typeface="Pangolin" panose="00000500000000000000" pitchFamily="2" charset="0"/>
              </a:rPr>
              <a:t> </a:t>
            </a:r>
            <a:r>
              <a:rPr lang="de-AT" sz="900" err="1">
                <a:latin typeface="Pangolin" panose="00000500000000000000" pitchFamily="2" charset="0"/>
              </a:rPr>
              <a:t>it</a:t>
            </a:r>
            <a:r>
              <a:rPr lang="de-AT" sz="900">
                <a:latin typeface="Pangolin" panose="00000500000000000000" pitchFamily="2" charset="0"/>
              </a:rPr>
              <a:t> in </a:t>
            </a:r>
            <a:r>
              <a:rPr lang="de-AT" sz="900" err="1">
                <a:latin typeface="Pangolin" panose="00000500000000000000" pitchFamily="2" charset="0"/>
              </a:rPr>
              <a:t>more</a:t>
            </a:r>
            <a:r>
              <a:rPr lang="de-AT" sz="900">
                <a:latin typeface="Pangolin" panose="00000500000000000000" pitchFamily="2" charset="0"/>
              </a:rPr>
              <a:t> </a:t>
            </a:r>
            <a:r>
              <a:rPr lang="de-AT" sz="900" err="1">
                <a:latin typeface="Pangolin" panose="00000500000000000000" pitchFamily="2" charset="0"/>
              </a:rPr>
              <a:t>detail</a:t>
            </a:r>
            <a:r>
              <a:rPr lang="de-AT" sz="900">
                <a:latin typeface="Pangolin" panose="00000500000000000000" pitchFamily="2" charset="0"/>
              </a:rPr>
              <a:t>.</a:t>
            </a:r>
            <a:endParaRPr lang="pt-BR" sz="900"/>
          </a:p>
        </p:txBody>
      </p:sp>
      <p:sp>
        <p:nvSpPr>
          <p:cNvPr id="16" name="TextBox 15">
            <a:extLst>
              <a:ext uri="{FF2B5EF4-FFF2-40B4-BE49-F238E27FC236}">
                <a16:creationId xmlns:a16="http://schemas.microsoft.com/office/drawing/2014/main" id="{C7213BA7-8FC7-AD0F-AD76-431B0705E4E5}"/>
              </a:ext>
            </a:extLst>
          </p:cNvPr>
          <p:cNvSpPr txBox="1"/>
          <p:nvPr/>
        </p:nvSpPr>
        <p:spPr>
          <a:xfrm>
            <a:off x="4637097" y="3567972"/>
            <a:ext cx="2055628" cy="784830"/>
          </a:xfrm>
          <a:prstGeom prst="rect">
            <a:avLst/>
          </a:prstGeom>
          <a:noFill/>
        </p:spPr>
        <p:txBody>
          <a:bodyPr wrap="square" rtlCol="0">
            <a:spAutoFit/>
          </a:bodyPr>
          <a:lstStyle/>
          <a:p>
            <a:pPr algn="ct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makes</a:t>
            </a:r>
            <a:r>
              <a:rPr lang="de-AT" sz="900">
                <a:latin typeface="Pangolin" panose="00000500000000000000" pitchFamily="2" charset="0"/>
              </a:rPr>
              <a:t> sense. </a:t>
            </a: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can</a:t>
            </a:r>
            <a:r>
              <a:rPr lang="de-AT" sz="900">
                <a:latin typeface="Pangolin" panose="00000500000000000000" pitchFamily="2" charset="0"/>
              </a:rPr>
              <a:t> </a:t>
            </a:r>
            <a:r>
              <a:rPr lang="de-AT" sz="900" err="1">
                <a:latin typeface="Pangolin" panose="00000500000000000000" pitchFamily="2" charset="0"/>
              </a:rPr>
              <a:t>always</a:t>
            </a:r>
            <a:br>
              <a:rPr lang="de-AT" sz="900">
                <a:latin typeface="Pangolin" panose="00000500000000000000" pitchFamily="2" charset="0"/>
              </a:rPr>
            </a:br>
            <a:r>
              <a:rPr lang="de-AT" sz="900" err="1">
                <a:latin typeface="Pangolin" panose="00000500000000000000" pitchFamily="2" charset="0"/>
              </a:rPr>
              <a:t>transform</a:t>
            </a:r>
            <a:r>
              <a:rPr lang="de-AT" sz="900">
                <a:latin typeface="Pangolin" panose="00000500000000000000" pitchFamily="2" charset="0"/>
              </a:rPr>
              <a:t> a quantitative </a:t>
            </a:r>
            <a:r>
              <a:rPr lang="de-AT" sz="900" err="1">
                <a:latin typeface="Pangolin" panose="00000500000000000000" pitchFamily="2" charset="0"/>
              </a:rPr>
              <a:t>value</a:t>
            </a:r>
            <a:r>
              <a:rPr lang="de-AT" sz="900">
                <a:latin typeface="Pangolin" panose="00000500000000000000" pitchFamily="2" charset="0"/>
              </a:rPr>
              <a:t>, but </a:t>
            </a:r>
            <a:r>
              <a:rPr lang="de-AT" sz="900" err="1">
                <a:latin typeface="Pangolin" panose="00000500000000000000" pitchFamily="2" charset="0"/>
              </a:rPr>
              <a:t>if</a:t>
            </a:r>
            <a:br>
              <a:rPr lang="de-AT" sz="900">
                <a:latin typeface="Pangolin" panose="00000500000000000000" pitchFamily="2" charset="0"/>
              </a:rPr>
            </a:b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only</a:t>
            </a:r>
            <a:r>
              <a:rPr lang="de-AT" sz="900">
                <a:latin typeface="Pangolin" panose="00000500000000000000" pitchFamily="2" charset="0"/>
              </a:rPr>
              <a:t> </a:t>
            </a:r>
            <a:r>
              <a:rPr lang="de-AT" sz="900" err="1">
                <a:latin typeface="Pangolin" panose="00000500000000000000" pitchFamily="2" charset="0"/>
              </a:rPr>
              <a:t>have</a:t>
            </a:r>
            <a:r>
              <a:rPr lang="de-AT" sz="900">
                <a:latin typeface="Pangolin" panose="00000500000000000000" pitchFamily="2" charset="0"/>
              </a:rPr>
              <a:t> </a:t>
            </a:r>
            <a:r>
              <a:rPr lang="de-AT" sz="900" err="1">
                <a:latin typeface="Pangolin" panose="00000500000000000000" pitchFamily="2" charset="0"/>
              </a:rPr>
              <a:t>categorical</a:t>
            </a:r>
            <a:r>
              <a:rPr lang="de-AT" sz="900">
                <a:latin typeface="Pangolin" panose="00000500000000000000" pitchFamily="2" charset="0"/>
              </a:rPr>
              <a:t> </a:t>
            </a:r>
            <a:r>
              <a:rPr lang="de-AT" sz="900" err="1">
                <a:latin typeface="Pangolin" panose="00000500000000000000" pitchFamily="2" charset="0"/>
              </a:rPr>
              <a:t>values</a:t>
            </a:r>
            <a:br>
              <a:rPr lang="de-AT" sz="900">
                <a:latin typeface="Pangolin" panose="00000500000000000000" pitchFamily="2" charset="0"/>
              </a:rPr>
            </a:br>
            <a:r>
              <a:rPr lang="de-AT" sz="900" err="1">
                <a:latin typeface="Pangolin" panose="00000500000000000000" pitchFamily="2" charset="0"/>
              </a:rPr>
              <a:t>from</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start</a:t>
            </a:r>
            <a:r>
              <a:rPr lang="de-AT" sz="900">
                <a:latin typeface="Pangolin" panose="00000500000000000000" pitchFamily="2" charset="0"/>
              </a:rPr>
              <a:t>, </a:t>
            </a: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cannot</a:t>
            </a:r>
            <a:r>
              <a:rPr lang="de-AT" sz="900">
                <a:latin typeface="Pangolin" panose="00000500000000000000" pitchFamily="2" charset="0"/>
              </a:rPr>
              <a:t> switch </a:t>
            </a:r>
            <a:r>
              <a:rPr lang="de-AT" sz="900" err="1">
                <a:latin typeface="Pangolin" panose="00000500000000000000" pitchFamily="2" charset="0"/>
              </a:rPr>
              <a:t>to</a:t>
            </a:r>
            <a:br>
              <a:rPr lang="de-AT" sz="900">
                <a:latin typeface="Pangolin" panose="00000500000000000000" pitchFamily="2" charset="0"/>
              </a:rPr>
            </a:br>
            <a:r>
              <a:rPr lang="de-AT" sz="900">
                <a:latin typeface="Pangolin" panose="00000500000000000000" pitchFamily="2" charset="0"/>
              </a:rPr>
              <a:t>quantitative </a:t>
            </a:r>
            <a:r>
              <a:rPr lang="de-AT" sz="900" err="1">
                <a:latin typeface="Pangolin" panose="00000500000000000000" pitchFamily="2" charset="0"/>
              </a:rPr>
              <a:t>ones</a:t>
            </a:r>
            <a:r>
              <a:rPr lang="de-AT" sz="900">
                <a:latin typeface="Pangolin" panose="00000500000000000000" pitchFamily="2" charset="0"/>
              </a:rPr>
              <a:t> </a:t>
            </a:r>
            <a:r>
              <a:rPr lang="de-AT" sz="900" err="1">
                <a:latin typeface="Pangolin" panose="00000500000000000000" pitchFamily="2" charset="0"/>
              </a:rPr>
              <a:t>later</a:t>
            </a:r>
            <a:r>
              <a:rPr lang="de-AT" sz="900">
                <a:latin typeface="Pangolin" panose="00000500000000000000" pitchFamily="2" charset="0"/>
              </a:rPr>
              <a:t>.</a:t>
            </a:r>
            <a:endParaRPr lang="pt-BR" sz="900"/>
          </a:p>
        </p:txBody>
      </p:sp>
      <p:sp>
        <p:nvSpPr>
          <p:cNvPr id="20" name="Title 19">
            <a:extLst>
              <a:ext uri="{FF2B5EF4-FFF2-40B4-BE49-F238E27FC236}">
                <a16:creationId xmlns:a16="http://schemas.microsoft.com/office/drawing/2014/main" id="{9D792B54-5F40-4E74-3706-E6AB6EBAEB14}"/>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Great,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now</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that</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we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both</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know</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everything</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about</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data</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attributes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and</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types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we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can</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make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an</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informed</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decision</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a:t>
            </a:r>
            <a:endParaRPr kumimoji="0" lang="pt-BR" sz="900" b="0" i="0" u="none" strike="noStrike" kern="1200" cap="none" spc="0" normalizeH="0" baseline="0" noProof="0">
              <a:ln>
                <a:noFill/>
              </a:ln>
              <a:solidFill>
                <a:schemeClr val="tx1"/>
              </a:solidFill>
              <a:effectLst/>
              <a:uLnTx/>
              <a:uFillTx/>
              <a:latin typeface="+mn-lt"/>
              <a:ea typeface="+mn-ea"/>
              <a:cs typeface="+mn-cs"/>
            </a:endParaRPr>
          </a:p>
        </p:txBody>
      </p:sp>
      <p:sp>
        <p:nvSpPr>
          <p:cNvPr id="21" name="TextBox 20">
            <a:extLst>
              <a:ext uri="{FF2B5EF4-FFF2-40B4-BE49-F238E27FC236}">
                <a16:creationId xmlns:a16="http://schemas.microsoft.com/office/drawing/2014/main" id="{9B284655-63AD-3312-0674-E1A4737428B4}"/>
              </a:ext>
            </a:extLst>
          </p:cNvPr>
          <p:cNvSpPr txBox="1"/>
          <p:nvPr/>
        </p:nvSpPr>
        <p:spPr>
          <a:xfrm>
            <a:off x="2450333" y="6715228"/>
            <a:ext cx="2055628" cy="507831"/>
          </a:xfrm>
          <a:prstGeom prst="rect">
            <a:avLst/>
          </a:prstGeom>
          <a:noFill/>
        </p:spPr>
        <p:txBody>
          <a:bodyPr wrap="square" rtlCol="0">
            <a:spAutoFit/>
          </a:bodyPr>
          <a:lstStyle/>
          <a:p>
            <a:pPr algn="ctr"/>
            <a:r>
              <a:rPr lang="de-AT" sz="900">
                <a:latin typeface="Pangolin" panose="00000500000000000000" pitchFamily="2" charset="0"/>
              </a:rPr>
              <a:t>Sure, I will </a:t>
            </a:r>
            <a:r>
              <a:rPr lang="de-AT" sz="900" b="1" i="1" err="1">
                <a:latin typeface="Pangolin" panose="00000500000000000000" pitchFamily="2" charset="0"/>
              </a:rPr>
              <a:t>attribute</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task</a:t>
            </a:r>
            <a:r>
              <a:rPr lang="de-AT" sz="900">
                <a:latin typeface="Pangolin" panose="00000500000000000000" pitchFamily="2" charset="0"/>
              </a:rPr>
              <a:t> </a:t>
            </a:r>
            <a:r>
              <a:rPr lang="de-AT" sz="900" err="1">
                <a:latin typeface="Pangolin" panose="00000500000000000000" pitchFamily="2" charset="0"/>
              </a:rPr>
              <a:t>to</a:t>
            </a:r>
            <a:r>
              <a:rPr lang="de-AT" sz="900">
                <a:latin typeface="Pangolin" panose="00000500000000000000" pitchFamily="2" charset="0"/>
              </a:rPr>
              <a:t> </a:t>
            </a:r>
            <a:r>
              <a:rPr lang="de-AT" sz="900" err="1">
                <a:latin typeface="Pangolin" panose="00000500000000000000" pitchFamily="2" charset="0"/>
              </a:rPr>
              <a:t>you</a:t>
            </a:r>
            <a:br>
              <a:rPr lang="de-AT" sz="900">
                <a:latin typeface="Pangolin" panose="00000500000000000000" pitchFamily="2" charset="0"/>
              </a:rPr>
            </a:br>
            <a:r>
              <a:rPr lang="de-AT" sz="900">
                <a:latin typeface="Pangolin" panose="00000500000000000000" pitchFamily="2" charset="0"/>
              </a:rPr>
              <a:t>and </a:t>
            </a:r>
            <a:r>
              <a:rPr lang="de-AT" sz="900" err="1">
                <a:latin typeface="Pangolin" panose="00000500000000000000" pitchFamily="2" charset="0"/>
              </a:rPr>
              <a:t>go</a:t>
            </a:r>
            <a:r>
              <a:rPr lang="de-AT" sz="900">
                <a:latin typeface="Pangolin" panose="00000500000000000000" pitchFamily="2" charset="0"/>
              </a:rPr>
              <a:t> grab a </a:t>
            </a:r>
            <a:r>
              <a:rPr lang="de-AT" sz="900" err="1">
                <a:latin typeface="Pangolin" panose="00000500000000000000" pitchFamily="2" charset="0"/>
              </a:rPr>
              <a:t>snack</a:t>
            </a:r>
            <a:r>
              <a:rPr lang="de-AT" sz="900">
                <a:latin typeface="Pangolin" panose="00000500000000000000" pitchFamily="2" charset="0"/>
              </a:rPr>
              <a:t>. Most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the</a:t>
            </a:r>
            <a:br>
              <a:rPr lang="de-AT" sz="900">
                <a:latin typeface="Pangolin" panose="00000500000000000000" pitchFamily="2" charset="0"/>
              </a:rPr>
            </a:br>
            <a:r>
              <a:rPr lang="de-AT" sz="900" err="1">
                <a:latin typeface="Pangolin" panose="00000500000000000000" pitchFamily="2" charset="0"/>
              </a:rPr>
              <a:t>books</a:t>
            </a:r>
            <a:r>
              <a:rPr lang="de-AT" sz="900">
                <a:latin typeface="Pangolin" panose="00000500000000000000" pitchFamily="2" charset="0"/>
              </a:rPr>
              <a:t> </a:t>
            </a:r>
            <a:r>
              <a:rPr lang="de-AT" sz="900" err="1">
                <a:latin typeface="Pangolin" panose="00000500000000000000" pitchFamily="2" charset="0"/>
              </a:rPr>
              <a:t>are</a:t>
            </a:r>
            <a:r>
              <a:rPr lang="de-AT" sz="900">
                <a:latin typeface="Pangolin" panose="00000500000000000000" pitchFamily="2" charset="0"/>
              </a:rPr>
              <a:t> </a:t>
            </a:r>
            <a:r>
              <a:rPr lang="de-AT" sz="900" err="1">
                <a:latin typeface="Pangolin" panose="00000500000000000000" pitchFamily="2" charset="0"/>
              </a:rPr>
              <a:t>yours</a:t>
            </a:r>
            <a:r>
              <a:rPr lang="de-AT" sz="900">
                <a:latin typeface="Pangolin" panose="00000500000000000000" pitchFamily="2" charset="0"/>
              </a:rPr>
              <a:t>, </a:t>
            </a:r>
            <a:r>
              <a:rPr lang="de-AT" sz="900" err="1">
                <a:latin typeface="Pangolin" panose="00000500000000000000" pitchFamily="2" charset="0"/>
              </a:rPr>
              <a:t>anyway</a:t>
            </a:r>
            <a:r>
              <a:rPr lang="de-AT" sz="900">
                <a:latin typeface="Pangolin" panose="00000500000000000000" pitchFamily="2" charset="0"/>
              </a:rPr>
              <a:t>.</a:t>
            </a:r>
            <a:endParaRPr lang="pt-BR" sz="900"/>
          </a:p>
        </p:txBody>
      </p:sp>
      <p:sp>
        <p:nvSpPr>
          <p:cNvPr id="22" name="TextBox 21">
            <a:extLst>
              <a:ext uri="{FF2B5EF4-FFF2-40B4-BE49-F238E27FC236}">
                <a16:creationId xmlns:a16="http://schemas.microsoft.com/office/drawing/2014/main" id="{AC9501EA-5373-19F7-3542-4F5F6CFC6620}"/>
              </a:ext>
            </a:extLst>
          </p:cNvPr>
          <p:cNvSpPr txBox="1"/>
          <p:nvPr/>
        </p:nvSpPr>
        <p:spPr>
          <a:xfrm>
            <a:off x="4630009" y="8829070"/>
            <a:ext cx="2055628" cy="646331"/>
          </a:xfrm>
          <a:prstGeom prst="rect">
            <a:avLst/>
          </a:prstGeom>
          <a:noFill/>
        </p:spPr>
        <p:txBody>
          <a:bodyPr wrap="square" rtlCol="0">
            <a:spAutoFit/>
          </a:bodyPr>
          <a:lstStyle/>
          <a:p>
            <a:pPr algn="ctr"/>
            <a:r>
              <a:rPr lang="de-AT" sz="900" err="1">
                <a:latin typeface="Pangolin" panose="00000500000000000000" pitchFamily="2" charset="0"/>
              </a:rPr>
              <a:t>Now</a:t>
            </a:r>
            <a:r>
              <a:rPr lang="de-AT" sz="900">
                <a:latin typeface="Pangolin" panose="00000500000000000000" pitchFamily="2" charset="0"/>
              </a:rPr>
              <a:t> </a:t>
            </a:r>
            <a:r>
              <a:rPr lang="de-AT" sz="900" err="1">
                <a:latin typeface="Pangolin" panose="00000500000000000000" pitchFamily="2" charset="0"/>
              </a:rPr>
              <a:t>that</a:t>
            </a:r>
            <a:r>
              <a:rPr lang="de-AT" sz="900">
                <a:latin typeface="Pangolin" panose="00000500000000000000" pitchFamily="2" charset="0"/>
              </a:rPr>
              <a:t> </a:t>
            </a:r>
            <a:r>
              <a:rPr lang="de-AT" sz="900" err="1">
                <a:latin typeface="Pangolin" panose="00000500000000000000" pitchFamily="2" charset="0"/>
              </a:rPr>
              <a:t>we</a:t>
            </a:r>
            <a:r>
              <a:rPr lang="de-AT" sz="900">
                <a:latin typeface="Pangolin" panose="00000500000000000000" pitchFamily="2" charset="0"/>
              </a:rPr>
              <a:t> </a:t>
            </a:r>
            <a:r>
              <a:rPr lang="de-AT" sz="900" err="1">
                <a:latin typeface="Pangolin" panose="00000500000000000000" pitchFamily="2" charset="0"/>
              </a:rPr>
              <a:t>have</a:t>
            </a:r>
            <a:r>
              <a:rPr lang="de-AT" sz="900">
                <a:latin typeface="Pangolin" panose="00000500000000000000" pitchFamily="2" charset="0"/>
              </a:rPr>
              <a:t> </a:t>
            </a:r>
            <a:r>
              <a:rPr lang="de-AT" sz="900" err="1">
                <a:latin typeface="Pangolin" panose="00000500000000000000" pitchFamily="2" charset="0"/>
              </a:rPr>
              <a:t>talked</a:t>
            </a:r>
            <a:r>
              <a:rPr lang="de-AT" sz="900">
                <a:latin typeface="Pangolin" panose="00000500000000000000" pitchFamily="2" charset="0"/>
              </a:rPr>
              <a:t> </a:t>
            </a:r>
            <a:r>
              <a:rPr lang="de-AT" sz="900" err="1">
                <a:latin typeface="Pangolin" panose="00000500000000000000" pitchFamily="2" charset="0"/>
              </a:rPr>
              <a:t>about</a:t>
            </a:r>
            <a:br>
              <a:rPr lang="de-AT" sz="900">
                <a:latin typeface="Pangolin" panose="00000500000000000000" pitchFamily="2" charset="0"/>
              </a:rPr>
            </a:br>
            <a:r>
              <a:rPr lang="de-AT" sz="900" err="1">
                <a:latin typeface="Pangolin" panose="00000500000000000000" pitchFamily="2" charset="0"/>
              </a:rPr>
              <a:t>data</a:t>
            </a:r>
            <a:r>
              <a:rPr lang="de-AT" sz="900">
                <a:latin typeface="Pangolin" panose="00000500000000000000" pitchFamily="2" charset="0"/>
              </a:rPr>
              <a:t> </a:t>
            </a:r>
            <a:r>
              <a:rPr lang="de-AT" sz="900" err="1">
                <a:latin typeface="Pangolin" panose="00000500000000000000" pitchFamily="2" charset="0"/>
              </a:rPr>
              <a:t>attributes</a:t>
            </a:r>
            <a:r>
              <a:rPr lang="de-AT" sz="900">
                <a:latin typeface="Pangolin" panose="00000500000000000000" pitchFamily="2" charset="0"/>
              </a:rPr>
              <a:t> and </a:t>
            </a:r>
            <a:r>
              <a:rPr lang="de-AT" sz="900" err="1">
                <a:latin typeface="Pangolin" panose="00000500000000000000" pitchFamily="2" charset="0"/>
              </a:rPr>
              <a:t>their</a:t>
            </a:r>
            <a:r>
              <a:rPr lang="de-AT" sz="900">
                <a:latin typeface="Pangolin" panose="00000500000000000000" pitchFamily="2" charset="0"/>
              </a:rPr>
              <a:t> </a:t>
            </a:r>
            <a:r>
              <a:rPr lang="de-AT" sz="900" err="1">
                <a:latin typeface="Pangolin" panose="00000500000000000000" pitchFamily="2" charset="0"/>
              </a:rPr>
              <a:t>types</a:t>
            </a:r>
            <a:r>
              <a:rPr lang="de-AT" sz="900">
                <a:latin typeface="Pangolin" panose="00000500000000000000" pitchFamily="2" charset="0"/>
              </a:rPr>
              <a:t>, turn</a:t>
            </a:r>
            <a:br>
              <a:rPr lang="de-AT" sz="900">
                <a:latin typeface="Pangolin" panose="00000500000000000000" pitchFamily="2" charset="0"/>
              </a:rPr>
            </a:b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page</a:t>
            </a:r>
            <a:r>
              <a:rPr lang="de-AT" sz="900">
                <a:latin typeface="Pangolin" panose="00000500000000000000" pitchFamily="2" charset="0"/>
              </a:rPr>
              <a:t> and </a:t>
            </a:r>
            <a:r>
              <a:rPr lang="de-AT" sz="900" err="1">
                <a:latin typeface="Pangolin" panose="00000500000000000000" pitchFamily="2" charset="0"/>
              </a:rPr>
              <a:t>see</a:t>
            </a:r>
            <a:r>
              <a:rPr lang="de-AT" sz="900">
                <a:latin typeface="Pangolin" panose="00000500000000000000" pitchFamily="2" charset="0"/>
              </a:rPr>
              <a:t> </a:t>
            </a:r>
            <a:r>
              <a:rPr lang="de-AT" sz="900" err="1">
                <a:latin typeface="Pangolin" panose="00000500000000000000" pitchFamily="2" charset="0"/>
              </a:rPr>
              <a:t>if</a:t>
            </a:r>
            <a:r>
              <a:rPr lang="de-AT" sz="900">
                <a:latin typeface="Pangolin" panose="00000500000000000000" pitchFamily="2" charset="0"/>
              </a:rPr>
              <a:t> </a:t>
            </a:r>
            <a:r>
              <a:rPr lang="de-AT" sz="900" err="1">
                <a:latin typeface="Pangolin" panose="00000500000000000000" pitchFamily="2" charset="0"/>
              </a:rPr>
              <a:t>you</a:t>
            </a:r>
            <a:r>
              <a:rPr lang="de-AT" sz="900">
                <a:latin typeface="Pangolin" panose="00000500000000000000" pitchFamily="2" charset="0"/>
              </a:rPr>
              <a:t> </a:t>
            </a:r>
            <a:r>
              <a:rPr lang="de-AT" sz="900" err="1">
                <a:latin typeface="Pangolin" panose="00000500000000000000" pitchFamily="2" charset="0"/>
              </a:rPr>
              <a:t>can</a:t>
            </a:r>
            <a:r>
              <a:rPr lang="de-AT" sz="900">
                <a:latin typeface="Pangolin" panose="00000500000000000000" pitchFamily="2" charset="0"/>
              </a:rPr>
              <a:t> </a:t>
            </a:r>
            <a:r>
              <a:rPr lang="de-AT" sz="900" err="1">
                <a:latin typeface="Pangolin" panose="00000500000000000000" pitchFamily="2" charset="0"/>
              </a:rPr>
              <a:t>apply</a:t>
            </a:r>
            <a:r>
              <a:rPr lang="de-AT" sz="900">
                <a:latin typeface="Pangolin" panose="00000500000000000000" pitchFamily="2" charset="0"/>
              </a:rPr>
              <a:t> </a:t>
            </a:r>
            <a:r>
              <a:rPr lang="de-AT" sz="900" err="1">
                <a:latin typeface="Pangolin" panose="00000500000000000000" pitchFamily="2" charset="0"/>
              </a:rPr>
              <a:t>the</a:t>
            </a:r>
            <a:br>
              <a:rPr lang="de-AT" sz="900">
                <a:latin typeface="Pangolin" panose="00000500000000000000" pitchFamily="2" charset="0"/>
              </a:rPr>
            </a:br>
            <a:r>
              <a:rPr lang="de-AT" sz="900" err="1">
                <a:latin typeface="Pangolin" panose="00000500000000000000" pitchFamily="2" charset="0"/>
              </a:rPr>
              <a:t>knowledge</a:t>
            </a:r>
            <a:r>
              <a:rPr lang="de-AT" sz="900">
                <a:latin typeface="Pangolin" panose="00000500000000000000" pitchFamily="2" charset="0"/>
              </a:rPr>
              <a:t> in </a:t>
            </a:r>
            <a:r>
              <a:rPr lang="de-AT" sz="900" err="1">
                <a:latin typeface="Pangolin" panose="00000500000000000000" pitchFamily="2" charset="0"/>
              </a:rPr>
              <a:t>some</a:t>
            </a:r>
            <a:r>
              <a:rPr lang="de-AT" sz="900">
                <a:latin typeface="Pangolin" panose="00000500000000000000" pitchFamily="2" charset="0"/>
              </a:rPr>
              <a:t> </a:t>
            </a:r>
            <a:r>
              <a:rPr lang="de-AT" sz="900" err="1">
                <a:latin typeface="Pangolin" panose="00000500000000000000" pitchFamily="2" charset="0"/>
              </a:rPr>
              <a:t>exercises</a:t>
            </a:r>
            <a:r>
              <a:rPr lang="de-AT" sz="900">
                <a:latin typeface="Pangolin" panose="00000500000000000000" pitchFamily="2" charset="0"/>
              </a:rPr>
              <a:t>!</a:t>
            </a:r>
            <a:endParaRPr lang="pt-BR" sz="900"/>
          </a:p>
        </p:txBody>
      </p:sp>
      <p:grpSp>
        <p:nvGrpSpPr>
          <p:cNvPr id="28" name="Group 27">
            <a:extLst>
              <a:ext uri="{FF2B5EF4-FFF2-40B4-BE49-F238E27FC236}">
                <a16:creationId xmlns:a16="http://schemas.microsoft.com/office/drawing/2014/main" id="{70C5F6EB-16FE-426F-5F1D-503A7897556A}"/>
              </a:ext>
              <a:ext uri="{C183D7F6-B498-43B3-948B-1728B52AA6E4}">
                <adec:decorative xmlns:adec="http://schemas.microsoft.com/office/drawing/2017/decorative" val="1"/>
              </a:ext>
            </a:extLst>
          </p:cNvPr>
          <p:cNvGrpSpPr/>
          <p:nvPr/>
        </p:nvGrpSpPr>
        <p:grpSpPr>
          <a:xfrm>
            <a:off x="5311159" y="131611"/>
            <a:ext cx="1305102" cy="163205"/>
            <a:chOff x="295910" y="9653937"/>
            <a:chExt cx="1305102" cy="163205"/>
          </a:xfrm>
        </p:grpSpPr>
        <p:pic>
          <p:nvPicPr>
            <p:cNvPr id="29" name="Picture 28">
              <a:extLst>
                <a:ext uri="{FF2B5EF4-FFF2-40B4-BE49-F238E27FC236}">
                  <a16:creationId xmlns:a16="http://schemas.microsoft.com/office/drawing/2014/main" id="{817BEC61-94F1-1AAA-8D85-A7CFF48B5E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0" name="Group 29">
              <a:extLst>
                <a:ext uri="{FF2B5EF4-FFF2-40B4-BE49-F238E27FC236}">
                  <a16:creationId xmlns:a16="http://schemas.microsoft.com/office/drawing/2014/main" id="{5C04D5F0-AFC3-84A7-3985-BF450E744892}"/>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1" name="Picture 30">
                <a:extLst>
                  <a:ext uri="{FF2B5EF4-FFF2-40B4-BE49-F238E27FC236}">
                    <a16:creationId xmlns:a16="http://schemas.microsoft.com/office/drawing/2014/main" id="{28CFE69E-8034-4AF8-817B-B886D9ABC692}"/>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2" name="Picture 31">
                <a:extLst>
                  <a:ext uri="{FF2B5EF4-FFF2-40B4-BE49-F238E27FC236}">
                    <a16:creationId xmlns:a16="http://schemas.microsoft.com/office/drawing/2014/main" id="{1B22AB10-817A-DDA2-A7F3-93D40B7F9962}"/>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3" name="Picture 32">
                <a:extLst>
                  <a:ext uri="{FF2B5EF4-FFF2-40B4-BE49-F238E27FC236}">
                    <a16:creationId xmlns:a16="http://schemas.microsoft.com/office/drawing/2014/main" id="{B6AD2194-5A18-E423-88C1-9ACEE3B7A443}"/>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23B987E3-5208-35C2-472D-DF69064E1981}"/>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099" cy="9905998"/>
          </a:xfrm>
          <a:prstGeom prst="rect">
            <a:avLst/>
          </a:prstGeom>
        </p:spPr>
      </p:pic>
      <p:grpSp>
        <p:nvGrpSpPr>
          <p:cNvPr id="15" name="Group 14">
            <a:extLst>
              <a:ext uri="{FF2B5EF4-FFF2-40B4-BE49-F238E27FC236}">
                <a16:creationId xmlns:a16="http://schemas.microsoft.com/office/drawing/2014/main" id="{C1A658A9-C46D-328A-0166-E3A97623832C}"/>
              </a:ext>
              <a:ext uri="{C183D7F6-B498-43B3-948B-1728B52AA6E4}">
                <adec:decorative xmlns:adec="http://schemas.microsoft.com/office/drawing/2017/decorative" val="1"/>
              </a:ext>
            </a:extLst>
          </p:cNvPr>
          <p:cNvGrpSpPr/>
          <p:nvPr/>
        </p:nvGrpSpPr>
        <p:grpSpPr>
          <a:xfrm>
            <a:off x="361950" y="446688"/>
            <a:ext cx="5195330" cy="6411312"/>
            <a:chOff x="361950" y="446688"/>
            <a:chExt cx="5195330" cy="6411312"/>
          </a:xfrm>
        </p:grpSpPr>
        <p:sp>
          <p:nvSpPr>
            <p:cNvPr id="4" name="Rectangle 3">
              <a:extLst>
                <a:ext uri="{FF2B5EF4-FFF2-40B4-BE49-F238E27FC236}">
                  <a16:creationId xmlns:a16="http://schemas.microsoft.com/office/drawing/2014/main" id="{F4E7B18A-BDD5-ADF9-4F36-91A53509B6AD}"/>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797C5D18-5DEA-036E-4732-0FF1DCF2A544}"/>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00B9C678-04A6-33B1-1955-A80EB902BB24}"/>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8" name="Title 7">
            <a:extLst>
              <a:ext uri="{FF2B5EF4-FFF2-40B4-BE49-F238E27FC236}">
                <a16:creationId xmlns:a16="http://schemas.microsoft.com/office/drawing/2014/main" id="{FC014F55-CFE8-2AA6-DE81-0AF908C93F36}"/>
              </a:ext>
            </a:extLst>
          </p:cNvPr>
          <p:cNvSpPr txBox="1">
            <a:spLocks noGrp="1"/>
          </p:cNvSpPr>
          <p:nvPr>
            <p:ph type="title" idx="4294967295"/>
          </p:nvPr>
        </p:nvSpPr>
        <p:spPr>
          <a:xfrm>
            <a:off x="346030" y="479929"/>
            <a:ext cx="2326285"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Remember</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An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is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specific</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property</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that</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can</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be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measured</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observed</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or</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logged</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This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graphic</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gives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you</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an</a:t>
            </a:r>
            <a:b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overview</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of</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the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different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err="1">
                <a:ln>
                  <a:noFill/>
                </a:ln>
                <a:solidFill>
                  <a:schemeClr val="tx1"/>
                </a:solidFill>
                <a:effectLst/>
                <a:uLnTx/>
                <a:uFillTx/>
                <a:latin typeface="Pangolin" panose="00000500000000000000" pitchFamily="2" charset="0"/>
                <a:ea typeface="+mn-ea"/>
                <a:cs typeface="+mn-cs"/>
              </a:rPr>
              <a:t>types</a:t>
            </a:r>
            <a:r>
              <a:rPr kumimoji="0" lang="de-AT" sz="900" b="0" i="0" u="none" strike="noStrike" kern="1200" cap="none" spc="0" normalizeH="0" baseline="0" noProof="0">
                <a:ln>
                  <a:noFill/>
                </a:ln>
                <a:solidFill>
                  <a:schemeClr val="tx1"/>
                </a:solidFill>
                <a:effectLst/>
                <a:uLnTx/>
                <a:uFillTx/>
                <a:latin typeface="Pangolin" panose="00000500000000000000" pitchFamily="2" charset="0"/>
                <a:ea typeface="+mn-ea"/>
                <a:cs typeface="+mn-cs"/>
              </a:rPr>
              <a:t>.</a:t>
            </a:r>
            <a:endParaRPr kumimoji="0" lang="pt-BR" sz="900" b="0" i="0" u="none" strike="noStrike" kern="1200" cap="none" spc="0" normalizeH="0" baseline="0" noProof="0">
              <a:ln>
                <a:noFill/>
              </a:ln>
              <a:solidFill>
                <a:schemeClr val="tx1"/>
              </a:solidFill>
              <a:effectLst/>
              <a:uLnTx/>
              <a:uFillTx/>
              <a:latin typeface="+mn-lt"/>
              <a:ea typeface="+mn-ea"/>
              <a:cs typeface="+mn-cs"/>
            </a:endParaRPr>
          </a:p>
        </p:txBody>
      </p:sp>
      <p:sp>
        <p:nvSpPr>
          <p:cNvPr id="9" name="TextBox 8">
            <a:extLst>
              <a:ext uri="{FF2B5EF4-FFF2-40B4-BE49-F238E27FC236}">
                <a16:creationId xmlns:a16="http://schemas.microsoft.com/office/drawing/2014/main" id="{4D252720-5F90-E203-EBC4-41EAAC12AA7C}"/>
              </a:ext>
            </a:extLst>
          </p:cNvPr>
          <p:cNvSpPr txBox="1"/>
          <p:nvPr/>
        </p:nvSpPr>
        <p:spPr>
          <a:xfrm>
            <a:off x="351822" y="3616533"/>
            <a:ext cx="2511883" cy="507831"/>
          </a:xfrm>
          <a:prstGeom prst="rect">
            <a:avLst/>
          </a:prstGeom>
          <a:noFill/>
        </p:spPr>
        <p:txBody>
          <a:bodyPr wrap="square" rtlCol="0">
            <a:spAutoFit/>
          </a:bodyPr>
          <a:lstStyle/>
          <a:p>
            <a:pPr algn="ctr"/>
            <a:r>
              <a:rPr lang="de-AT" sz="900">
                <a:latin typeface="Pangolin" panose="00000500000000000000" pitchFamily="2" charset="0"/>
              </a:rPr>
              <a:t>Here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another</a:t>
            </a:r>
            <a:r>
              <a:rPr lang="de-AT" sz="900">
                <a:latin typeface="Pangolin" panose="00000500000000000000" pitchFamily="2" charset="0"/>
              </a:rPr>
              <a:t> </a:t>
            </a:r>
            <a:r>
              <a:rPr lang="de-AT" sz="900" err="1">
                <a:latin typeface="Pangolin" panose="00000500000000000000" pitchFamily="2" charset="0"/>
              </a:rPr>
              <a:t>exercise</a:t>
            </a:r>
            <a:r>
              <a:rPr lang="de-AT" sz="900">
                <a:latin typeface="Pangolin" panose="00000500000000000000" pitchFamily="2" charset="0"/>
              </a:rPr>
              <a:t> on </a:t>
            </a:r>
            <a:r>
              <a:rPr lang="de-AT" sz="900" err="1">
                <a:latin typeface="Pangolin" panose="00000500000000000000" pitchFamily="2" charset="0"/>
              </a:rPr>
              <a:t>attribute</a:t>
            </a:r>
            <a:br>
              <a:rPr lang="de-AT" sz="900">
                <a:latin typeface="Pangolin" panose="00000500000000000000" pitchFamily="2" charset="0"/>
              </a:rPr>
            </a:br>
            <a:r>
              <a:rPr lang="de-AT" sz="900" err="1">
                <a:latin typeface="Pangolin" panose="00000500000000000000" pitchFamily="2" charset="0"/>
              </a:rPr>
              <a:t>types</a:t>
            </a:r>
            <a:r>
              <a:rPr lang="de-AT" sz="900">
                <a:latin typeface="Pangolin" panose="00000500000000000000" pitchFamily="2" charset="0"/>
              </a:rPr>
              <a:t>: See </a:t>
            </a:r>
            <a:r>
              <a:rPr lang="de-AT" sz="900" err="1">
                <a:latin typeface="Pangolin" panose="00000500000000000000" pitchFamily="2" charset="0"/>
              </a:rPr>
              <a:t>how</a:t>
            </a:r>
            <a:r>
              <a:rPr lang="de-AT" sz="900">
                <a:latin typeface="Pangolin" panose="00000500000000000000" pitchFamily="2" charset="0"/>
              </a:rPr>
              <a:t> </a:t>
            </a:r>
            <a:r>
              <a:rPr lang="de-AT" sz="900" err="1">
                <a:latin typeface="Pangolin" panose="00000500000000000000" pitchFamily="2" charset="0"/>
              </a:rPr>
              <a:t>many</a:t>
            </a:r>
            <a:r>
              <a:rPr lang="de-AT" sz="900">
                <a:latin typeface="Pangolin" panose="00000500000000000000" pitchFamily="2" charset="0"/>
              </a:rPr>
              <a:t> different </a:t>
            </a:r>
            <a:r>
              <a:rPr lang="de-AT" sz="900" err="1">
                <a:latin typeface="Pangolin" panose="00000500000000000000" pitchFamily="2" charset="0"/>
              </a:rPr>
              <a:t>attributes</a:t>
            </a:r>
            <a:r>
              <a:rPr lang="de-AT" sz="900">
                <a:latin typeface="Pangolin" panose="00000500000000000000" pitchFamily="2" charset="0"/>
              </a:rPr>
              <a:t> </a:t>
            </a:r>
            <a:r>
              <a:rPr lang="de-AT" sz="900" err="1">
                <a:latin typeface="Pangolin" panose="00000500000000000000" pitchFamily="2" charset="0"/>
              </a:rPr>
              <a:t>you</a:t>
            </a:r>
            <a:br>
              <a:rPr lang="de-AT" sz="900">
                <a:latin typeface="Pangolin" panose="00000500000000000000" pitchFamily="2" charset="0"/>
              </a:rPr>
            </a:br>
            <a:r>
              <a:rPr lang="de-AT" sz="900" err="1">
                <a:latin typeface="Pangolin" panose="00000500000000000000" pitchFamily="2" charset="0"/>
              </a:rPr>
              <a:t>can</a:t>
            </a:r>
            <a:r>
              <a:rPr lang="de-AT" sz="900">
                <a:latin typeface="Pangolin" panose="00000500000000000000" pitchFamily="2" charset="0"/>
              </a:rPr>
              <a:t> find </a:t>
            </a:r>
            <a:r>
              <a:rPr lang="de-AT" sz="900" err="1">
                <a:latin typeface="Pangolin" panose="00000500000000000000" pitchFamily="2" charset="0"/>
              </a:rPr>
              <a:t>for</a:t>
            </a:r>
            <a:r>
              <a:rPr lang="de-AT" sz="900">
                <a:latin typeface="Pangolin" panose="00000500000000000000" pitchFamily="2" charset="0"/>
              </a:rPr>
              <a:t> </a:t>
            </a:r>
            <a:r>
              <a:rPr lang="de-AT" sz="900" err="1">
                <a:latin typeface="Pangolin" panose="00000500000000000000" pitchFamily="2" charset="0"/>
              </a:rPr>
              <a:t>this</a:t>
            </a:r>
            <a:r>
              <a:rPr lang="de-AT" sz="900">
                <a:latin typeface="Pangolin" panose="00000500000000000000" pitchFamily="2" charset="0"/>
              </a:rPr>
              <a:t> </a:t>
            </a:r>
            <a:r>
              <a:rPr lang="de-AT" sz="900" err="1">
                <a:latin typeface="Pangolin" panose="00000500000000000000" pitchFamily="2" charset="0"/>
              </a:rPr>
              <a:t>assortment</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chocolates</a:t>
            </a:r>
            <a:r>
              <a:rPr lang="de-AT" sz="900">
                <a:latin typeface="Pangolin" panose="00000500000000000000" pitchFamily="2" charset="0"/>
              </a:rPr>
              <a:t>!</a:t>
            </a:r>
            <a:endParaRPr lang="pt-BR" sz="900"/>
          </a:p>
        </p:txBody>
      </p:sp>
      <p:sp>
        <p:nvSpPr>
          <p:cNvPr id="10" name="TextBox 9">
            <a:extLst>
              <a:ext uri="{FF2B5EF4-FFF2-40B4-BE49-F238E27FC236}">
                <a16:creationId xmlns:a16="http://schemas.microsoft.com/office/drawing/2014/main" id="{A7153BD3-2976-4FCB-5A8C-63EBF1FFDAC2}"/>
              </a:ext>
            </a:extLst>
          </p:cNvPr>
          <p:cNvSpPr txBox="1"/>
          <p:nvPr/>
        </p:nvSpPr>
        <p:spPr>
          <a:xfrm>
            <a:off x="631809" y="6660995"/>
            <a:ext cx="4925471" cy="230832"/>
          </a:xfrm>
          <a:prstGeom prst="rect">
            <a:avLst/>
          </a:prstGeom>
          <a:noFill/>
        </p:spPr>
        <p:txBody>
          <a:bodyPr wrap="square" rtlCol="0">
            <a:spAutoFit/>
          </a:bodyPr>
          <a:lstStyle/>
          <a:p>
            <a:pPr algn="ctr"/>
            <a:r>
              <a:rPr lang="de-AT" sz="900">
                <a:latin typeface="Pangolin" panose="00000500000000000000" pitchFamily="2" charset="0"/>
              </a:rPr>
              <a:t>Most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time, </a:t>
            </a:r>
            <a:r>
              <a:rPr lang="de-AT" sz="900" err="1">
                <a:latin typeface="Pangolin" panose="00000500000000000000" pitchFamily="2" charset="0"/>
              </a:rPr>
              <a:t>data</a:t>
            </a:r>
            <a:r>
              <a:rPr lang="de-AT" sz="900">
                <a:latin typeface="Pangolin" panose="00000500000000000000" pitchFamily="2" charset="0"/>
              </a:rPr>
              <a:t> </a:t>
            </a:r>
            <a:r>
              <a:rPr lang="de-AT" sz="900" err="1">
                <a:latin typeface="Pangolin" panose="00000500000000000000" pitchFamily="2" charset="0"/>
              </a:rPr>
              <a:t>is</a:t>
            </a:r>
            <a:r>
              <a:rPr lang="de-AT" sz="900">
                <a:latin typeface="Pangolin" panose="00000500000000000000" pitchFamily="2" charset="0"/>
              </a:rPr>
              <a:t> </a:t>
            </a:r>
            <a:r>
              <a:rPr lang="de-AT" sz="900" err="1">
                <a:latin typeface="Pangolin" panose="00000500000000000000" pitchFamily="2" charset="0"/>
              </a:rPr>
              <a:t>presented</a:t>
            </a:r>
            <a:r>
              <a:rPr lang="de-AT" sz="900">
                <a:latin typeface="Pangolin" panose="00000500000000000000" pitchFamily="2" charset="0"/>
              </a:rPr>
              <a:t> </a:t>
            </a:r>
            <a:r>
              <a:rPr lang="de-AT" sz="900" err="1">
                <a:latin typeface="Pangolin" panose="00000500000000000000" pitchFamily="2" charset="0"/>
              </a:rPr>
              <a:t>to</a:t>
            </a:r>
            <a:r>
              <a:rPr lang="de-AT" sz="900">
                <a:latin typeface="Pangolin" panose="00000500000000000000" pitchFamily="2" charset="0"/>
              </a:rPr>
              <a:t> </a:t>
            </a:r>
            <a:r>
              <a:rPr lang="de-AT" sz="900" err="1">
                <a:latin typeface="Pangolin" panose="00000500000000000000" pitchFamily="2" charset="0"/>
              </a:rPr>
              <a:t>you</a:t>
            </a:r>
            <a:r>
              <a:rPr lang="de-AT" sz="900">
                <a:latin typeface="Pangolin" panose="00000500000000000000" pitchFamily="2" charset="0"/>
              </a:rPr>
              <a:t> in </a:t>
            </a:r>
            <a:r>
              <a:rPr lang="de-AT" sz="900" err="1">
                <a:latin typeface="Pangolin" panose="00000500000000000000" pitchFamily="2" charset="0"/>
              </a:rPr>
              <a:t>tables</a:t>
            </a:r>
            <a:r>
              <a:rPr lang="de-AT" sz="900">
                <a:latin typeface="Pangolin" panose="00000500000000000000" pitchFamily="2" charset="0"/>
              </a:rPr>
              <a:t>. Try </a:t>
            </a:r>
            <a:r>
              <a:rPr lang="de-AT" sz="900" err="1">
                <a:latin typeface="Pangolin" panose="00000500000000000000" pitchFamily="2" charset="0"/>
              </a:rPr>
              <a:t>to</a:t>
            </a:r>
            <a:r>
              <a:rPr lang="de-AT" sz="900">
                <a:latin typeface="Pangolin" panose="00000500000000000000" pitchFamily="2" charset="0"/>
              </a:rPr>
              <a:t> </a:t>
            </a:r>
            <a:r>
              <a:rPr lang="de-AT" sz="900" err="1">
                <a:latin typeface="Pangolin" panose="00000500000000000000" pitchFamily="2" charset="0"/>
              </a:rPr>
              <a:t>guess</a:t>
            </a:r>
            <a:r>
              <a:rPr lang="de-AT" sz="900">
                <a:latin typeface="Pangolin" panose="00000500000000000000" pitchFamily="2" charset="0"/>
              </a:rPr>
              <a:t> </a:t>
            </a:r>
            <a:r>
              <a:rPr lang="de-AT" sz="900" err="1">
                <a:latin typeface="Pangolin" panose="00000500000000000000" pitchFamily="2" charset="0"/>
              </a:rPr>
              <a:t>the</a:t>
            </a:r>
            <a:r>
              <a:rPr lang="de-AT" sz="900">
                <a:latin typeface="Pangolin" panose="00000500000000000000" pitchFamily="2" charset="0"/>
              </a:rPr>
              <a:t> </a:t>
            </a:r>
            <a:r>
              <a:rPr lang="de-AT" sz="900" err="1">
                <a:latin typeface="Pangolin" panose="00000500000000000000" pitchFamily="2" charset="0"/>
              </a:rPr>
              <a:t>attribute</a:t>
            </a:r>
            <a:r>
              <a:rPr lang="de-AT" sz="900">
                <a:latin typeface="Pangolin" panose="00000500000000000000" pitchFamily="2" charset="0"/>
              </a:rPr>
              <a:t> </a:t>
            </a:r>
            <a:r>
              <a:rPr lang="de-AT" sz="900" err="1">
                <a:latin typeface="Pangolin" panose="00000500000000000000" pitchFamily="2" charset="0"/>
              </a:rPr>
              <a:t>types</a:t>
            </a:r>
            <a:r>
              <a:rPr lang="de-AT" sz="900">
                <a:latin typeface="Pangolin" panose="00000500000000000000" pitchFamily="2" charset="0"/>
              </a:rPr>
              <a:t> </a:t>
            </a:r>
            <a:r>
              <a:rPr lang="de-AT" sz="900" err="1">
                <a:latin typeface="Pangolin" panose="00000500000000000000" pitchFamily="2" charset="0"/>
              </a:rPr>
              <a:t>of</a:t>
            </a:r>
            <a:r>
              <a:rPr lang="de-AT" sz="900">
                <a:latin typeface="Pangolin" panose="00000500000000000000" pitchFamily="2" charset="0"/>
              </a:rPr>
              <a:t> </a:t>
            </a:r>
            <a:r>
              <a:rPr lang="de-AT" sz="900" err="1">
                <a:latin typeface="Pangolin" panose="00000500000000000000" pitchFamily="2" charset="0"/>
              </a:rPr>
              <a:t>each</a:t>
            </a:r>
            <a:r>
              <a:rPr lang="de-AT" sz="900">
                <a:latin typeface="Pangolin" panose="00000500000000000000" pitchFamily="2" charset="0"/>
              </a:rPr>
              <a:t> </a:t>
            </a:r>
            <a:r>
              <a:rPr lang="de-AT" sz="900" err="1">
                <a:latin typeface="Pangolin" panose="00000500000000000000" pitchFamily="2" charset="0"/>
              </a:rPr>
              <a:t>row</a:t>
            </a:r>
            <a:r>
              <a:rPr lang="de-AT" sz="900">
                <a:latin typeface="Pangolin" panose="00000500000000000000" pitchFamily="2" charset="0"/>
              </a:rPr>
              <a:t>!</a:t>
            </a:r>
            <a:endParaRPr lang="pt-BR" sz="900"/>
          </a:p>
        </p:txBody>
      </p:sp>
      <p:grpSp>
        <p:nvGrpSpPr>
          <p:cNvPr id="16" name="Group 15">
            <a:extLst>
              <a:ext uri="{FF2B5EF4-FFF2-40B4-BE49-F238E27FC236}">
                <a16:creationId xmlns:a16="http://schemas.microsoft.com/office/drawing/2014/main" id="{898FE009-3F4E-1D16-6BC2-BE030D713062}"/>
              </a:ext>
              <a:ext uri="{C183D7F6-B498-43B3-948B-1728B52AA6E4}">
                <adec:decorative xmlns:adec="http://schemas.microsoft.com/office/drawing/2017/decorative" val="1"/>
              </a:ext>
            </a:extLst>
          </p:cNvPr>
          <p:cNvGrpSpPr/>
          <p:nvPr/>
        </p:nvGrpSpPr>
        <p:grpSpPr>
          <a:xfrm>
            <a:off x="5311159" y="131611"/>
            <a:ext cx="1305102" cy="163205"/>
            <a:chOff x="295910" y="9653937"/>
            <a:chExt cx="1305102" cy="163205"/>
          </a:xfrm>
        </p:grpSpPr>
        <p:pic>
          <p:nvPicPr>
            <p:cNvPr id="17" name="Picture 16">
              <a:extLst>
                <a:ext uri="{FF2B5EF4-FFF2-40B4-BE49-F238E27FC236}">
                  <a16:creationId xmlns:a16="http://schemas.microsoft.com/office/drawing/2014/main" id="{6825B8BD-1BE5-69F4-4B1F-0D55F5912E6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8" name="Group 17">
              <a:extLst>
                <a:ext uri="{FF2B5EF4-FFF2-40B4-BE49-F238E27FC236}">
                  <a16:creationId xmlns:a16="http://schemas.microsoft.com/office/drawing/2014/main" id="{207C172F-103B-45E8-F1A5-DC707150D627}"/>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9" name="Picture 18">
                <a:extLst>
                  <a:ext uri="{FF2B5EF4-FFF2-40B4-BE49-F238E27FC236}">
                    <a16:creationId xmlns:a16="http://schemas.microsoft.com/office/drawing/2014/main" id="{251313B7-A846-B952-3C15-BFDC0CF39DE4}"/>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20" name="Picture 19">
                <a:extLst>
                  <a:ext uri="{FF2B5EF4-FFF2-40B4-BE49-F238E27FC236}">
                    <a16:creationId xmlns:a16="http://schemas.microsoft.com/office/drawing/2014/main" id="{89B7AB84-6D76-827B-AAE0-01EA5120BC49}"/>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21" name="Picture 20">
                <a:extLst>
                  <a:ext uri="{FF2B5EF4-FFF2-40B4-BE49-F238E27FC236}">
                    <a16:creationId xmlns:a16="http://schemas.microsoft.com/office/drawing/2014/main" id="{19FBE66B-5287-03B1-1484-E05DF4E62651}"/>
                  </a:ext>
                </a:extLst>
              </p:cNvPr>
              <p:cNvPicPr>
                <a:picLocks noChangeAspect="1"/>
              </p:cNvPicPr>
              <p:nvPr/>
            </p:nvPicPr>
            <p:blipFill>
              <a:blip r:embed="rId6"/>
              <a:stretch>
                <a:fillRect/>
              </a:stretch>
            </p:blipFill>
            <p:spPr>
              <a:xfrm>
                <a:off x="5346700" y="4953000"/>
                <a:ext cx="609600" cy="609600"/>
              </a:xfrm>
              <a:prstGeom prst="rect">
                <a:avLst/>
              </a:prstGeom>
            </p:spPr>
          </p:pic>
        </p:grpSp>
      </p:grpSp>
      <p:sp>
        <p:nvSpPr>
          <p:cNvPr id="12" name="Rectangle 11">
            <a:extLst>
              <a:ext uri="{FF2B5EF4-FFF2-40B4-BE49-F238E27FC236}">
                <a16:creationId xmlns:a16="http://schemas.microsoft.com/office/drawing/2014/main" id="{8AA847A9-B3AB-4073-A71E-DFC9FCA4B461}"/>
              </a:ext>
              <a:ext uri="{C183D7F6-B498-43B3-948B-1728B52AA6E4}">
                <adec:decorative xmlns:adec="http://schemas.microsoft.com/office/drawing/2017/decorative" val="1"/>
              </a:ext>
            </a:extLst>
          </p:cNvPr>
          <p:cNvSpPr/>
          <p:nvPr/>
        </p:nvSpPr>
        <p:spPr>
          <a:xfrm>
            <a:off x="2387600" y="1933575"/>
            <a:ext cx="1304925" cy="298450"/>
          </a:xfrm>
          <a:prstGeom prst="rect">
            <a:avLst/>
          </a:prstGeom>
          <a:solidFill>
            <a:srgbClr val="FFFF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08EDA03-75BF-2B42-5178-CA5C95A30CA1}"/>
              </a:ext>
              <a:ext uri="{C183D7F6-B498-43B3-948B-1728B52AA6E4}">
                <adec:decorative xmlns:adec="http://schemas.microsoft.com/office/drawing/2017/decorative" val="1"/>
              </a:ext>
            </a:extLst>
          </p:cNvPr>
          <p:cNvSpPr/>
          <p:nvPr/>
        </p:nvSpPr>
        <p:spPr>
          <a:xfrm>
            <a:off x="3397250" y="2760837"/>
            <a:ext cx="1177925" cy="298450"/>
          </a:xfrm>
          <a:prstGeom prst="rect">
            <a:avLst/>
          </a:prstGeom>
          <a:solidFill>
            <a:srgbClr val="FFFF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03C2F71-CB9F-3EB3-14F5-9210AE9593B8}"/>
              </a:ext>
              <a:ext uri="{C183D7F6-B498-43B3-948B-1728B52AA6E4}">
                <adec:decorative xmlns:adec="http://schemas.microsoft.com/office/drawing/2017/decorative" val="1"/>
              </a:ext>
            </a:extLst>
          </p:cNvPr>
          <p:cNvSpPr/>
          <p:nvPr/>
        </p:nvSpPr>
        <p:spPr>
          <a:xfrm>
            <a:off x="5124145" y="2775296"/>
            <a:ext cx="1238250" cy="298450"/>
          </a:xfrm>
          <a:prstGeom prst="rect">
            <a:avLst/>
          </a:prstGeom>
          <a:solidFill>
            <a:srgbClr val="FFFFFF"/>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E41AA373-EF0C-2C5E-0607-AE3C42C46073}"/>
              </a:ext>
            </a:extLst>
          </p:cNvPr>
          <p:cNvSpPr txBox="1"/>
          <p:nvPr/>
        </p:nvSpPr>
        <p:spPr>
          <a:xfrm>
            <a:off x="2338252" y="1893101"/>
            <a:ext cx="1459048" cy="369332"/>
          </a:xfrm>
          <a:prstGeom prst="rect">
            <a:avLst/>
          </a:prstGeom>
          <a:noFill/>
        </p:spPr>
        <p:txBody>
          <a:bodyPr wrap="square" rtlCol="0">
            <a:spAutoFit/>
          </a:bodyPr>
          <a:lstStyle/>
          <a:p>
            <a:r>
              <a:rPr lang="es-419" sz="900" err="1">
                <a:latin typeface="Pangolin" panose="00000500000000000000" pitchFamily="2" charset="0"/>
              </a:rPr>
              <a:t>e.g</a:t>
            </a:r>
            <a:r>
              <a:rPr lang="es-419" sz="900">
                <a:latin typeface="Pangolin" panose="00000500000000000000" pitchFamily="2" charset="0"/>
              </a:rPr>
              <a:t>., color, </a:t>
            </a:r>
            <a:r>
              <a:rPr lang="es-419" sz="900" err="1">
                <a:latin typeface="Pangolin" panose="00000500000000000000" pitchFamily="2" charset="0"/>
              </a:rPr>
              <a:t>genre</a:t>
            </a:r>
            <a:r>
              <a:rPr lang="es-419" sz="900">
                <a:latin typeface="Pangolin" panose="00000500000000000000" pitchFamily="2" charset="0"/>
              </a:rPr>
              <a:t>, autor,</a:t>
            </a:r>
            <a:br>
              <a:rPr lang="es-419" sz="900">
                <a:latin typeface="Pangolin" panose="00000500000000000000" pitchFamily="2" charset="0"/>
              </a:rPr>
            </a:br>
            <a:r>
              <a:rPr lang="es-419" sz="900" err="1">
                <a:latin typeface="Pangolin" panose="00000500000000000000" pitchFamily="2" charset="0"/>
              </a:rPr>
              <a:t>language</a:t>
            </a:r>
            <a:r>
              <a:rPr lang="es-419" sz="900">
                <a:latin typeface="Pangolin" panose="00000500000000000000" pitchFamily="2" charset="0"/>
              </a:rPr>
              <a:t>…</a:t>
            </a:r>
            <a:endParaRPr lang="pt-BR" sz="900"/>
          </a:p>
        </p:txBody>
      </p:sp>
      <p:sp>
        <p:nvSpPr>
          <p:cNvPr id="7" name="TextBox 6">
            <a:extLst>
              <a:ext uri="{FF2B5EF4-FFF2-40B4-BE49-F238E27FC236}">
                <a16:creationId xmlns:a16="http://schemas.microsoft.com/office/drawing/2014/main" id="{C582C2F8-9DE0-24CB-A496-DA2C3F56300F}"/>
              </a:ext>
            </a:extLst>
          </p:cNvPr>
          <p:cNvSpPr txBox="1"/>
          <p:nvPr/>
        </p:nvSpPr>
        <p:spPr>
          <a:xfrm>
            <a:off x="3337495" y="2728255"/>
            <a:ext cx="1350423" cy="369332"/>
          </a:xfrm>
          <a:prstGeom prst="rect">
            <a:avLst/>
          </a:prstGeom>
          <a:noFill/>
        </p:spPr>
        <p:txBody>
          <a:bodyPr wrap="square" rtlCol="0">
            <a:spAutoFit/>
          </a:bodyPr>
          <a:lstStyle/>
          <a:p>
            <a:r>
              <a:rPr lang="es-419" sz="900" err="1">
                <a:latin typeface="Pangolin" panose="00000500000000000000" pitchFamily="2" charset="0"/>
              </a:rPr>
              <a:t>educational</a:t>
            </a:r>
            <a:r>
              <a:rPr lang="es-419" sz="900">
                <a:latin typeface="Pangolin" panose="00000500000000000000" pitchFamily="2" charset="0"/>
              </a:rPr>
              <a:t> </a:t>
            </a:r>
            <a:r>
              <a:rPr lang="es-419" sz="900" err="1">
                <a:latin typeface="Pangolin" panose="00000500000000000000" pitchFamily="2" charset="0"/>
              </a:rPr>
              <a:t>level</a:t>
            </a:r>
            <a:r>
              <a:rPr lang="es-419" sz="900">
                <a:latin typeface="Pangolin" panose="00000500000000000000" pitchFamily="2" charset="0"/>
              </a:rPr>
              <a:t>, t-</a:t>
            </a:r>
            <a:r>
              <a:rPr lang="es-419" sz="900" err="1">
                <a:latin typeface="Pangolin" panose="00000500000000000000" pitchFamily="2" charset="0"/>
              </a:rPr>
              <a:t>shirt</a:t>
            </a:r>
            <a:r>
              <a:rPr lang="es-419" sz="900">
                <a:latin typeface="Pangolin" panose="00000500000000000000" pitchFamily="2" charset="0"/>
              </a:rPr>
              <a:t> </a:t>
            </a:r>
            <a:r>
              <a:rPr lang="es-419" sz="900" err="1">
                <a:latin typeface="Pangolin" panose="00000500000000000000" pitchFamily="2" charset="0"/>
              </a:rPr>
              <a:t>size</a:t>
            </a:r>
            <a:r>
              <a:rPr lang="es-419" sz="900">
                <a:latin typeface="Pangolin" panose="00000500000000000000" pitchFamily="2" charset="0"/>
              </a:rPr>
              <a:t>, </a:t>
            </a:r>
            <a:r>
              <a:rPr lang="es-419" sz="900" err="1">
                <a:latin typeface="Pangolin" panose="00000500000000000000" pitchFamily="2" charset="0"/>
              </a:rPr>
              <a:t>age</a:t>
            </a:r>
            <a:r>
              <a:rPr lang="es-419" sz="900">
                <a:latin typeface="Pangolin" panose="00000500000000000000" pitchFamily="2" charset="0"/>
              </a:rPr>
              <a:t> </a:t>
            </a:r>
            <a:r>
              <a:rPr lang="es-419" sz="900" err="1">
                <a:latin typeface="Pangolin" panose="00000500000000000000" pitchFamily="2" charset="0"/>
              </a:rPr>
              <a:t>group</a:t>
            </a:r>
            <a:r>
              <a:rPr lang="es-419" sz="900">
                <a:latin typeface="Pangolin" panose="00000500000000000000" pitchFamily="2" charset="0"/>
              </a:rPr>
              <a:t>…</a:t>
            </a:r>
            <a:endParaRPr lang="pt-BR" sz="900"/>
          </a:p>
        </p:txBody>
      </p:sp>
      <p:sp>
        <p:nvSpPr>
          <p:cNvPr id="11" name="TextBox 10">
            <a:extLst>
              <a:ext uri="{FF2B5EF4-FFF2-40B4-BE49-F238E27FC236}">
                <a16:creationId xmlns:a16="http://schemas.microsoft.com/office/drawing/2014/main" id="{C0828974-E7D3-1998-0788-23849342367E}"/>
              </a:ext>
            </a:extLst>
          </p:cNvPr>
          <p:cNvSpPr txBox="1"/>
          <p:nvPr/>
        </p:nvSpPr>
        <p:spPr>
          <a:xfrm>
            <a:off x="5030365" y="2725229"/>
            <a:ext cx="1459048" cy="369332"/>
          </a:xfrm>
          <a:prstGeom prst="rect">
            <a:avLst/>
          </a:prstGeom>
          <a:noFill/>
        </p:spPr>
        <p:txBody>
          <a:bodyPr wrap="square" rtlCol="0">
            <a:spAutoFit/>
          </a:bodyPr>
          <a:lstStyle/>
          <a:p>
            <a:r>
              <a:rPr lang="pt-BR" sz="900">
                <a:latin typeface="Pangolin" panose="00000500000000000000" pitchFamily="2" charset="0"/>
              </a:rPr>
              <a:t>centimeters, kilograms, exact age, temperature...</a:t>
            </a:r>
            <a:endParaRPr lang="pt-BR" sz="900"/>
          </a:p>
        </p:txBody>
      </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923EB1-5D87-2608-7A53-E63E2FA426E2}"/>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188620" cy="1107996"/>
          </a:xfrm>
          <a:prstGeom prst="rect">
            <a:avLst/>
          </a:prstGeom>
          <a:noFill/>
        </p:spPr>
        <p:txBody>
          <a:bodyPr wrap="square" rtlCol="0">
            <a:spAutoFit/>
          </a:bodyPr>
          <a:lstStyle/>
          <a:p>
            <a:r>
              <a:rPr lang="de-AT" sz="1100" b="1">
                <a:latin typeface="Segoe UI" panose="020B0502040204020203" pitchFamily="34" charset="0"/>
                <a:cs typeface="Segoe UI" panose="020B0502040204020203" pitchFamily="34" charset="0"/>
              </a:rPr>
              <a:t>Sources:</a:t>
            </a:r>
          </a:p>
          <a:p>
            <a:endParaRPr lang="de-AT" sz="1100">
              <a:latin typeface="Segoe UI" panose="020B0502040204020203" pitchFamily="34" charset="0"/>
              <a:cs typeface="Segoe UI" panose="020B0502040204020203" pitchFamily="34" charset="0"/>
            </a:endParaRPr>
          </a:p>
          <a:p>
            <a:r>
              <a:rPr lang="de-AT" sz="1100" err="1">
                <a:latin typeface="Segoe UI" panose="020B0502040204020203" pitchFamily="34" charset="0"/>
                <a:cs typeface="Segoe UI" panose="020B0502040204020203" pitchFamily="34" charset="0"/>
              </a:rPr>
              <a:t>Munzner</a:t>
            </a:r>
            <a:r>
              <a:rPr lang="de-AT" sz="1100">
                <a:latin typeface="Segoe UI" panose="020B0502040204020203" pitchFamily="34" charset="0"/>
                <a:cs typeface="Segoe UI" panose="020B0502040204020203" pitchFamily="34" charset="0"/>
              </a:rPr>
              <a:t>, T. (2014). </a:t>
            </a:r>
            <a:r>
              <a:rPr lang="de-AT" sz="1100" err="1">
                <a:latin typeface="Segoe UI" panose="020B0502040204020203" pitchFamily="34" charset="0"/>
                <a:cs typeface="Segoe UI" panose="020B0502040204020203" pitchFamily="34" charset="0"/>
              </a:rPr>
              <a:t>Visualization</a:t>
            </a:r>
            <a:r>
              <a:rPr lang="de-AT" sz="1100">
                <a:latin typeface="Segoe UI" panose="020B0502040204020203" pitchFamily="34" charset="0"/>
                <a:cs typeface="Segoe UI" panose="020B0502040204020203" pitchFamily="34" charset="0"/>
              </a:rPr>
              <a:t> </a:t>
            </a:r>
            <a:r>
              <a:rPr lang="de-AT" sz="1100" err="1">
                <a:latin typeface="Segoe UI" panose="020B0502040204020203" pitchFamily="34" charset="0"/>
                <a:cs typeface="Segoe UI" panose="020B0502040204020203" pitchFamily="34" charset="0"/>
              </a:rPr>
              <a:t>analysis</a:t>
            </a:r>
            <a:r>
              <a:rPr lang="de-AT" sz="1100">
                <a:latin typeface="Segoe UI" panose="020B0502040204020203" pitchFamily="34" charset="0"/>
                <a:cs typeface="Segoe UI" panose="020B0502040204020203" pitchFamily="34" charset="0"/>
              </a:rPr>
              <a:t> and design. CRC press. </a:t>
            </a:r>
          </a:p>
          <a:p>
            <a:endParaRPr lang="de-AT" sz="1100">
              <a:latin typeface="Segoe UI" panose="020B0502040204020203" pitchFamily="34" charset="0"/>
              <a:cs typeface="Segoe UI" panose="020B0502040204020203" pitchFamily="34" charset="0"/>
            </a:endParaRPr>
          </a:p>
          <a:p>
            <a:r>
              <a:rPr lang="de-AT" sz="1100">
                <a:latin typeface="Segoe UI" panose="020B0502040204020203" pitchFamily="34" charset="0"/>
                <a:cs typeface="Segoe UI" panose="020B0502040204020203" pitchFamily="34" charset="0"/>
              </a:rPr>
              <a:t>Lazar, J., Feng, J. H., &amp; Hochheiser, H. (2017). Research </a:t>
            </a:r>
            <a:r>
              <a:rPr lang="de-AT" sz="1100" err="1">
                <a:latin typeface="Segoe UI" panose="020B0502040204020203" pitchFamily="34" charset="0"/>
                <a:cs typeface="Segoe UI" panose="020B0502040204020203" pitchFamily="34" charset="0"/>
              </a:rPr>
              <a:t>methods</a:t>
            </a:r>
            <a:r>
              <a:rPr lang="de-AT" sz="1100">
                <a:latin typeface="Segoe UI" panose="020B0502040204020203" pitchFamily="34" charset="0"/>
                <a:cs typeface="Segoe UI" panose="020B0502040204020203" pitchFamily="34" charset="0"/>
              </a:rPr>
              <a:t> in human-computer </a:t>
            </a:r>
            <a:r>
              <a:rPr lang="de-AT" sz="1100" err="1">
                <a:latin typeface="Segoe UI" panose="020B0502040204020203" pitchFamily="34" charset="0"/>
                <a:cs typeface="Segoe UI" panose="020B0502040204020203" pitchFamily="34" charset="0"/>
              </a:rPr>
              <a:t>interaction</a:t>
            </a:r>
            <a:r>
              <a:rPr lang="de-AT" sz="110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6957911"/>
            <a:ext cx="4188619" cy="2072875"/>
          </a:xfrm>
          <a:prstGeom prst="rect">
            <a:avLst/>
          </a:prstGeom>
          <a:noFill/>
        </p:spPr>
        <p:txBody>
          <a:bodyPr wrap="square" rtlCol="0" anchor="b">
            <a:spAutoFit/>
          </a:bodyPr>
          <a:lstStyle/>
          <a:p>
            <a:pPr defTabSz="457200"/>
            <a:r>
              <a:rPr lang="de-DE" sz="1100" b="1">
                <a:latin typeface="Segoe UI" panose="020B0502040204020203" pitchFamily="34" charset="0"/>
                <a:cs typeface="Segoe UI" panose="020B0502040204020203" pitchFamily="34" charset="0"/>
              </a:rPr>
              <a:t>How to cite this document:</a:t>
            </a:r>
            <a:br>
              <a:rPr lang="de-DE" sz="1100" i="1">
                <a:latin typeface="Segoe UI" panose="020B0502040204020203" pitchFamily="34" charset="0"/>
                <a:cs typeface="Segoe UI" panose="020B0502040204020203" pitchFamily="34" charset="0"/>
              </a:rPr>
            </a:br>
            <a:br>
              <a:rPr lang="de-DE" sz="1100" i="1">
                <a:latin typeface="Segoe UI" panose="020B0502040204020203" pitchFamily="34" charset="0"/>
                <a:cs typeface="Segoe UI" panose="020B0502040204020203" pitchFamily="34" charset="0"/>
              </a:rPr>
            </a:br>
            <a:r>
              <a:rPr lang="de-DE" sz="1100" i="1">
                <a:latin typeface="Segoe UI" panose="020B0502040204020203" pitchFamily="34" charset="0"/>
                <a:cs typeface="Segoe UI" panose="020B0502040204020203" pitchFamily="34" charset="0"/>
              </a:rPr>
              <a:t>De-Jesus-Oliveira, V.-A., Boucher, M., Boucher, A., Wu, H.-Y., &amp; Stoiber, C. (2025). Attribute Types. University of Applied Sciences St. Pölten (USTP). https://www.comixplain.cc</a:t>
            </a:r>
            <a:br>
              <a:rPr lang="de-AT" sz="1100">
                <a:solidFill>
                  <a:schemeClr val="accent1"/>
                </a:solidFill>
                <a:latin typeface="Segoe UI" panose="020B0502040204020203" pitchFamily="34" charset="0"/>
                <a:cs typeface="Segoe UI" panose="020B0502040204020203" pitchFamily="34" charset="0"/>
              </a:rPr>
            </a:br>
            <a:br>
              <a:rPr lang="de-DE" sz="1100" b="1">
                <a:latin typeface="Segoe UI" panose="020B0502040204020203" pitchFamily="34" charset="0"/>
                <a:ea typeface="+mn-ea"/>
                <a:cs typeface="Segoe UI" panose="020B0502040204020203" pitchFamily="34" charset="0"/>
              </a:rPr>
            </a:br>
            <a:r>
              <a:rPr lang="de-DE" sz="1100" b="1">
                <a:latin typeface="Segoe UI" panose="020B0502040204020203" pitchFamily="34" charset="0"/>
                <a:ea typeface="+mn-ea"/>
                <a:cs typeface="Segoe UI" panose="020B0502040204020203" pitchFamily="34" charset="0"/>
              </a:rPr>
              <a:t>This comic book was adapted from:</a:t>
            </a:r>
            <a:br>
              <a:rPr lang="de-DE" sz="1100" b="1">
                <a:latin typeface="Segoe UI" panose="020B0502040204020203" pitchFamily="34" charset="0"/>
                <a:ea typeface="+mn-ea"/>
                <a:cs typeface="Segoe UI" panose="020B0502040204020203" pitchFamily="34" charset="0"/>
              </a:rPr>
            </a:br>
            <a:br>
              <a:rPr lang="de-DE" sz="1100" i="1">
                <a:latin typeface="Segoe UI" panose="020B0502040204020203" pitchFamily="34" charset="0"/>
                <a:ea typeface="+mn-ea"/>
                <a:cs typeface="Segoe UI" panose="020B0502040204020203" pitchFamily="34" charset="0"/>
              </a:rPr>
            </a:br>
            <a:r>
              <a:rPr lang="de-DE" sz="1100" i="1">
                <a:latin typeface="Segoe UI" panose="020B0502040204020203" pitchFamily="34" charset="0"/>
                <a:ea typeface="+mn-ea"/>
                <a:cs typeface="Segoe UI" panose="020B0502040204020203" pitchFamily="34" charset="0"/>
              </a:rPr>
              <a:t>Attribute Types </a:t>
            </a:r>
            <a:r>
              <a:rPr lang="de-DE" sz="1100">
                <a:latin typeface="Segoe UI" panose="020B0502040204020203" pitchFamily="34" charset="0"/>
                <a:ea typeface="+mn-ea"/>
                <a:cs typeface="Segoe UI" panose="020B0502040204020203" pitchFamily="34" charset="0"/>
              </a:rPr>
              <a:t>© 2023 by Comixplain Team: Victor-Adriel De-Jesus-Oliveira, Hsiang-Yun Wu, Christina Stoiber, Magdalena Boucher, and Alena Ertl, with illustrations by Magdalena Boucher and Alena Ertl, all employed by Sankt Pölten University of Applied Sciences, is licensed under </a:t>
            </a:r>
            <a:r>
              <a:rPr lang="de-DE" sz="1100">
                <a:latin typeface="Segoe UI" panose="020B0502040204020203" pitchFamily="34" charset="0"/>
                <a:ea typeface="+mn-ea"/>
                <a:cs typeface="Segoe UI" panose="020B0502040204020203" pitchFamily="34" charset="0"/>
                <a:hlinkClick r:id="rId4"/>
              </a:rPr>
              <a:t>CC BY-SA 4.0</a:t>
            </a:r>
            <a:r>
              <a:rPr lang="de-DE" sz="1100">
                <a:latin typeface="Segoe UI" panose="020B0502040204020203" pitchFamily="34" charset="0"/>
                <a:ea typeface="+mn-ea"/>
                <a:cs typeface="Segoe UI" panose="020B0502040204020203" pitchFamily="34" charset="0"/>
              </a:rPr>
              <a:t>.</a:t>
            </a:r>
            <a:endParaRPr lang="de-AT" sz="1100">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EA0E7FCC-F4A9-4675-B9D8-5E09C3364C54}">
  <ds:schemaRefs>
    <ds:schemaRef ds:uri="http://schemas.microsoft.com/sharepoint/v3/contenttype/forms"/>
  </ds:schemaRefs>
</ds:datastoreItem>
</file>

<file path=customXml/itemProps2.xml><?xml version="1.0" encoding="utf-8"?>
<ds:datastoreItem xmlns:ds="http://schemas.openxmlformats.org/officeDocument/2006/customXml" ds:itemID="{29F724C5-9454-4253-B1D1-0B823C63439F}">
  <ds:schemaRefs>
    <ds:schemaRef ds:uri="94bcf745-830c-42f4-885c-a1d7342e6e36"/>
    <ds:schemaRef ds:uri="da1b7603-f8b8-47c9-9682-dc6aa8e9acd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D7E292F-E3FB-4761-B9F1-EE732EA8F0F0}">
  <ds:schemaRefs>
    <ds:schemaRef ds:uri="94bcf745-830c-42f4-885c-a1d7342e6e36"/>
    <ds:schemaRef ds:uri="da1b7603-f8b8-47c9-9682-dc6aa8e9acd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A4 Paper (210x297 mm)</PresentationFormat>
  <Slides>7</Slides>
  <Notes>0</Notes>
  <HiddenSlides>0</HiddenSlide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Office</vt:lpstr>
      <vt:lpstr>Attribute Types</vt:lpstr>
      <vt:lpstr>https://www.comixplain.cc</vt:lpstr>
      <vt:lpstr>Attributes?</vt:lpstr>
      <vt:lpstr>I guess it‘s because of the attribute type…</vt:lpstr>
      <vt:lpstr>Great, now that we both know everything about data attributes and attribute types, we can make an informed decision!</vt:lpstr>
      <vt:lpstr>Remember: An attribute is a specific property that can be measured, observed, or logged. This graphic gives you an overview of the different attribute types.</vt:lpstr>
      <vt:lpstr>How to cite this document:  De-Jesus-Oliveira, V.-A., Boucher, M., Boucher, A., Wu, H.-Y., &amp; Stoiber, C. (2025). Attribute Types. University of Applied Sciences St. Pölten (USTP). https://www.comixplain.cc  This comic book was adapted from:  Attribute Types © 2023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Attribute Types</dc:title>
  <dc:creator>Boucher Magdalena</dc:creator>
  <cp:revision>1</cp:revision>
  <dcterms:created xsi:type="dcterms:W3CDTF">2022-09-19T11:21:57Z</dcterms:created>
  <dcterms:modified xsi:type="dcterms:W3CDTF">2025-11-13T07:24:57Z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
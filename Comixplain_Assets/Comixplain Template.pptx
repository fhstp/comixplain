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82" r:id="rId5"/>
    <p:sldId id="284" r:id="rId6"/>
    <p:sldId id="283" r:id="rId7"/>
    <p:sldId id="286" r:id="rId8"/>
  </p:sldIdLst>
  <p:sldSz cx="6858000" cy="9906000" type="A4"/>
  <p:notesSz cx="6858000" cy="9144000"/>
  <p:embeddedFontLst>
    <p:embeddedFont>
      <p:font typeface="Oswald ExtraLight" panose="00000300000000000000" pitchFamily="2" charset="0"/>
      <p:regular r:id="rId11"/>
    </p:embeddedFont>
    <p:embeddedFont>
      <p:font typeface="Oswald Light" panose="00000400000000000000" pitchFamily="2" charset="0"/>
      <p:regular r:id="rId12"/>
    </p:embeddedFont>
    <p:embeddedFont>
      <p:font typeface="Oswald Medium" panose="00000600000000000000" pitchFamily="2" charset="0"/>
      <p:regular r:id="rId13"/>
    </p:embeddedFont>
    <p:embeddedFont>
      <p:font typeface="Palace Script MT" panose="030303020206070C0B05" pitchFamily="66" charset="0"/>
      <p:italic r:id="rId14"/>
    </p:embeddedFont>
    <p:embeddedFont>
      <p:font typeface="Pangolin" panose="00000500000000000000" pitchFamily="2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0" userDrawn="1">
          <p15:clr>
            <a:srgbClr val="A4A3A4"/>
          </p15:clr>
        </p15:guide>
        <p15:guide id="2" pos="142" userDrawn="1">
          <p15:clr>
            <a:srgbClr val="A4A3A4"/>
          </p15:clr>
        </p15:guide>
        <p15:guide id="3" pos="4178" userDrawn="1">
          <p15:clr>
            <a:srgbClr val="A4A3A4"/>
          </p15:clr>
        </p15:guide>
        <p15:guide id="4" orient="horz" pos="6091" userDrawn="1">
          <p15:clr>
            <a:srgbClr val="A4A3A4"/>
          </p15:clr>
        </p15:guide>
        <p15:guide id="5" orient="horz" pos="2190" userDrawn="1">
          <p15:clr>
            <a:srgbClr val="A4A3A4"/>
          </p15:clr>
        </p15:guide>
        <p15:guide id="6" orient="horz" pos="2281" userDrawn="1">
          <p15:clr>
            <a:srgbClr val="A4A3A4"/>
          </p15:clr>
        </p15:guide>
        <p15:guide id="7" orient="horz" pos="4141" userDrawn="1">
          <p15:clr>
            <a:srgbClr val="A4A3A4"/>
          </p15:clr>
        </p15:guide>
        <p15:guide id="8" orient="horz" pos="4231" userDrawn="1">
          <p15:clr>
            <a:srgbClr val="A4A3A4"/>
          </p15:clr>
        </p15:guide>
        <p15:guide id="9" pos="1434" userDrawn="1">
          <p15:clr>
            <a:srgbClr val="A4A3A4"/>
          </p15:clr>
        </p15:guide>
        <p15:guide id="10" pos="1502" userDrawn="1">
          <p15:clr>
            <a:srgbClr val="A4A3A4"/>
          </p15:clr>
        </p15:guide>
        <p15:guide id="11" pos="2886" userDrawn="1">
          <p15:clr>
            <a:srgbClr val="A4A3A4"/>
          </p15:clr>
        </p15:guide>
        <p15:guide id="13" pos="28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40DF4B-0BA5-495C-9FFD-8CF0A4698B08}" v="17" dt="2026-08-24T05:15:56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5706" autoAdjust="0"/>
  </p:normalViewPr>
  <p:slideViewPr>
    <p:cSldViewPr snapToGrid="0">
      <p:cViewPr varScale="1">
        <p:scale>
          <a:sx n="61" d="100"/>
          <a:sy n="61" d="100"/>
        </p:scale>
        <p:origin x="2434" y="62"/>
      </p:cViewPr>
      <p:guideLst>
        <p:guide orient="horz" pos="330"/>
        <p:guide pos="142"/>
        <p:guide pos="4178"/>
        <p:guide orient="horz" pos="6091"/>
        <p:guide orient="horz" pos="2190"/>
        <p:guide orient="horz" pos="2281"/>
        <p:guide orient="horz" pos="4141"/>
        <p:guide orient="horz" pos="4231"/>
        <p:guide pos="1434"/>
        <p:guide pos="1502"/>
        <p:guide pos="2886"/>
        <p:guide pos="28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10" Type="http://schemas.openxmlformats.org/officeDocument/2006/relationships/handoutMaster" Target="handoutMasters/handoutMaster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-Jesus-Oliveira Victor-Adriel" userId="a708fc36-3c1b-42ab-b5e9-2e1fa3c6605e" providerId="ADAL" clId="{39AA12F0-CB51-4D67-A3A6-7C3EC2C345CA}"/>
    <pc:docChg chg="undo custSel addSld delSld modSld sldOrd modMainMaster">
      <pc:chgData name="de-Jesus-Oliveira Victor-Adriel" userId="a708fc36-3c1b-42ab-b5e9-2e1fa3c6605e" providerId="ADAL" clId="{39AA12F0-CB51-4D67-A3A6-7C3EC2C345CA}" dt="2026-08-24T05:16:06.753" v="246" actId="47"/>
      <pc:docMkLst>
        <pc:docMk/>
      </pc:docMkLst>
      <pc:sldChg chg="addSp delSp modSp mod">
        <pc:chgData name="de-Jesus-Oliveira Victor-Adriel" userId="a708fc36-3c1b-42ab-b5e9-2e1fa3c6605e" providerId="ADAL" clId="{39AA12F0-CB51-4D67-A3A6-7C3EC2C345CA}" dt="2026-08-24T05:03:17.186" v="227"/>
        <pc:sldMkLst>
          <pc:docMk/>
          <pc:sldMk cId="3240356758" sldId="282"/>
        </pc:sldMkLst>
        <pc:spChg chg="mod">
          <ac:chgData name="de-Jesus-Oliveira Victor-Adriel" userId="a708fc36-3c1b-42ab-b5e9-2e1fa3c6605e" providerId="ADAL" clId="{39AA12F0-CB51-4D67-A3A6-7C3EC2C345CA}" dt="2026-08-24T04:46:15.685" v="66" actId="790"/>
          <ac:spMkLst>
            <pc:docMk/>
            <pc:sldMk cId="3240356758" sldId="282"/>
            <ac:spMk id="2" creationId="{6E3A2BAA-805E-4FBE-BA1E-9F82609634CB}"/>
          </ac:spMkLst>
        </pc:spChg>
        <pc:spChg chg="mod">
          <ac:chgData name="de-Jesus-Oliveira Victor-Adriel" userId="a708fc36-3c1b-42ab-b5e9-2e1fa3c6605e" providerId="ADAL" clId="{39AA12F0-CB51-4D67-A3A6-7C3EC2C345CA}" dt="2026-08-24T04:46:15.685" v="66" actId="790"/>
          <ac:spMkLst>
            <pc:docMk/>
            <pc:sldMk cId="3240356758" sldId="282"/>
            <ac:spMk id="3" creationId="{27AAB86D-39EA-4172-8AA1-586D161286A9}"/>
          </ac:spMkLst>
        </pc:spChg>
        <pc:spChg chg="mod">
          <ac:chgData name="de-Jesus-Oliveira Victor-Adriel" userId="a708fc36-3c1b-42ab-b5e9-2e1fa3c6605e" providerId="ADAL" clId="{39AA12F0-CB51-4D67-A3A6-7C3EC2C345CA}" dt="2026-08-24T04:46:15.685" v="66" actId="790"/>
          <ac:spMkLst>
            <pc:docMk/>
            <pc:sldMk cId="3240356758" sldId="282"/>
            <ac:spMk id="5" creationId="{5C89ED32-83EB-47D1-9753-1AC48065D69A}"/>
          </ac:spMkLst>
        </pc:spChg>
        <pc:spChg chg="mod">
          <ac:chgData name="de-Jesus-Oliveira Victor-Adriel" userId="a708fc36-3c1b-42ab-b5e9-2e1fa3c6605e" providerId="ADAL" clId="{39AA12F0-CB51-4D67-A3A6-7C3EC2C345CA}" dt="2026-08-24T05:01:32.672" v="193" actId="1076"/>
          <ac:spMkLst>
            <pc:docMk/>
            <pc:sldMk cId="3240356758" sldId="282"/>
            <ac:spMk id="6" creationId="{4A7003EA-8517-4733-9CF8-C7B2246F0B01}"/>
          </ac:spMkLst>
        </pc:spChg>
        <pc:spChg chg="del">
          <ac:chgData name="de-Jesus-Oliveira Victor-Adriel" userId="a708fc36-3c1b-42ab-b5e9-2e1fa3c6605e" providerId="ADAL" clId="{39AA12F0-CB51-4D67-A3A6-7C3EC2C345CA}" dt="2026-08-24T04:55:52.377" v="110" actId="478"/>
          <ac:spMkLst>
            <pc:docMk/>
            <pc:sldMk cId="3240356758" sldId="282"/>
            <ac:spMk id="8" creationId="{FBFC992B-A0A8-53A0-FFAB-A7BFC139C389}"/>
          </ac:spMkLst>
        </pc:spChg>
        <pc:spChg chg="ord">
          <ac:chgData name="de-Jesus-Oliveira Victor-Adriel" userId="a708fc36-3c1b-42ab-b5e9-2e1fa3c6605e" providerId="ADAL" clId="{39AA12F0-CB51-4D67-A3A6-7C3EC2C345CA}" dt="2026-08-24T05:03:05.400" v="219"/>
          <ac:spMkLst>
            <pc:docMk/>
            <pc:sldMk cId="3240356758" sldId="282"/>
            <ac:spMk id="10" creationId="{0DCE309A-46B3-99EF-BF07-4A71341199FF}"/>
          </ac:spMkLst>
        </pc:spChg>
        <pc:spChg chg="mod">
          <ac:chgData name="de-Jesus-Oliveira Victor-Adriel" userId="a708fc36-3c1b-42ab-b5e9-2e1fa3c6605e" providerId="ADAL" clId="{39AA12F0-CB51-4D67-A3A6-7C3EC2C345CA}" dt="2026-08-24T04:46:15.685" v="66" actId="790"/>
          <ac:spMkLst>
            <pc:docMk/>
            <pc:sldMk cId="3240356758" sldId="282"/>
            <ac:spMk id="12" creationId="{9E275761-C4B2-4E02-9B6B-11C49F354887}"/>
          </ac:spMkLst>
        </pc:spChg>
        <pc:spChg chg="mod ord">
          <ac:chgData name="de-Jesus-Oliveira Victor-Adriel" userId="a708fc36-3c1b-42ab-b5e9-2e1fa3c6605e" providerId="ADAL" clId="{39AA12F0-CB51-4D67-A3A6-7C3EC2C345CA}" dt="2026-08-24T05:02:31.022" v="202"/>
          <ac:spMkLst>
            <pc:docMk/>
            <pc:sldMk cId="3240356758" sldId="282"/>
            <ac:spMk id="14" creationId="{0FFBA7D3-0B48-4C9E-91CF-00440C387117}"/>
          </ac:spMkLst>
        </pc:spChg>
        <pc:spChg chg="add mod ord">
          <ac:chgData name="de-Jesus-Oliveira Victor-Adriel" userId="a708fc36-3c1b-42ab-b5e9-2e1fa3c6605e" providerId="ADAL" clId="{39AA12F0-CB51-4D67-A3A6-7C3EC2C345CA}" dt="2026-08-24T05:02:48.462" v="206"/>
          <ac:spMkLst>
            <pc:docMk/>
            <pc:sldMk cId="3240356758" sldId="282"/>
            <ac:spMk id="15" creationId="{715FCEDF-7A85-F6CB-F814-F6C567CB87A6}"/>
          </ac:spMkLst>
        </pc:spChg>
        <pc:spChg chg="ord">
          <ac:chgData name="de-Jesus-Oliveira Victor-Adriel" userId="a708fc36-3c1b-42ab-b5e9-2e1fa3c6605e" providerId="ADAL" clId="{39AA12F0-CB51-4D67-A3A6-7C3EC2C345CA}" dt="2026-08-24T05:02:09.113" v="195"/>
          <ac:spMkLst>
            <pc:docMk/>
            <pc:sldMk cId="3240356758" sldId="282"/>
            <ac:spMk id="18" creationId="{7E615401-E674-45E7-9EB1-0F33502FC537}"/>
          </ac:spMkLst>
        </pc:spChg>
        <pc:spChg chg="mod ord">
          <ac:chgData name="de-Jesus-Oliveira Victor-Adriel" userId="a708fc36-3c1b-42ab-b5e9-2e1fa3c6605e" providerId="ADAL" clId="{39AA12F0-CB51-4D67-A3A6-7C3EC2C345CA}" dt="2026-08-24T05:02:11.896" v="198"/>
          <ac:spMkLst>
            <pc:docMk/>
            <pc:sldMk cId="3240356758" sldId="282"/>
            <ac:spMk id="20" creationId="{57E72FFB-6447-E17E-0D53-F450378BA378}"/>
          </ac:spMkLst>
        </pc:spChg>
        <pc:spChg chg="mod ord">
          <ac:chgData name="de-Jesus-Oliveira Victor-Adriel" userId="a708fc36-3c1b-42ab-b5e9-2e1fa3c6605e" providerId="ADAL" clId="{39AA12F0-CB51-4D67-A3A6-7C3EC2C345CA}" dt="2026-08-24T05:02:18.682" v="200"/>
          <ac:spMkLst>
            <pc:docMk/>
            <pc:sldMk cId="3240356758" sldId="282"/>
            <ac:spMk id="22" creationId="{8AE2C124-0F75-89D3-3C25-095ADE4286AD}"/>
          </ac:spMkLst>
        </pc:spChg>
        <pc:spChg chg="mod ord">
          <ac:chgData name="de-Jesus-Oliveira Victor-Adriel" userId="a708fc36-3c1b-42ab-b5e9-2e1fa3c6605e" providerId="ADAL" clId="{39AA12F0-CB51-4D67-A3A6-7C3EC2C345CA}" dt="2026-08-24T05:02:36.241" v="205"/>
          <ac:spMkLst>
            <pc:docMk/>
            <pc:sldMk cId="3240356758" sldId="282"/>
            <ac:spMk id="28" creationId="{965A11E4-CFDD-5D48-1561-6B8826B34C1B}"/>
          </ac:spMkLst>
        </pc:spChg>
        <pc:spChg chg="mod">
          <ac:chgData name="de-Jesus-Oliveira Victor-Adriel" userId="a708fc36-3c1b-42ab-b5e9-2e1fa3c6605e" providerId="ADAL" clId="{39AA12F0-CB51-4D67-A3A6-7C3EC2C345CA}" dt="2026-08-24T04:46:15.685" v="66" actId="790"/>
          <ac:spMkLst>
            <pc:docMk/>
            <pc:sldMk cId="3240356758" sldId="282"/>
            <ac:spMk id="139" creationId="{7DF46593-FDC1-43BF-A1DE-F467E9DB3007}"/>
          </ac:spMkLst>
        </pc:spChg>
        <pc:picChg chg="mod ord">
          <ac:chgData name="de-Jesus-Oliveira Victor-Adriel" userId="a708fc36-3c1b-42ab-b5e9-2e1fa3c6605e" providerId="ADAL" clId="{39AA12F0-CB51-4D67-A3A6-7C3EC2C345CA}" dt="2026-08-24T05:01:26.922" v="191" actId="167"/>
          <ac:picMkLst>
            <pc:docMk/>
            <pc:sldMk cId="3240356758" sldId="282"/>
            <ac:picMk id="11" creationId="{B92976EE-EFFB-4701-AE43-835E84BF1B0A}"/>
          </ac:picMkLst>
        </pc:picChg>
        <pc:picChg chg="mod ord">
          <ac:chgData name="de-Jesus-Oliveira Victor-Adriel" userId="a708fc36-3c1b-42ab-b5e9-2e1fa3c6605e" providerId="ADAL" clId="{39AA12F0-CB51-4D67-A3A6-7C3EC2C345CA}" dt="2026-08-24T05:03:17.186" v="227"/>
          <ac:picMkLst>
            <pc:docMk/>
            <pc:sldMk cId="3240356758" sldId="282"/>
            <ac:picMk id="26" creationId="{4D6FE3F7-5548-ED0E-57B0-A84DC41F1C06}"/>
          </ac:picMkLst>
        </pc:picChg>
      </pc:sldChg>
      <pc:sldChg chg="addSp delSp modSp new del mod modClrScheme chgLayout">
        <pc:chgData name="de-Jesus-Oliveira Victor-Adriel" userId="a708fc36-3c1b-42ab-b5e9-2e1fa3c6605e" providerId="ADAL" clId="{39AA12F0-CB51-4D67-A3A6-7C3EC2C345CA}" dt="2026-08-24T04:59:14.128" v="130" actId="47"/>
        <pc:sldMkLst>
          <pc:docMk/>
          <pc:sldMk cId="248574694" sldId="283"/>
        </pc:sldMkLst>
        <pc:spChg chg="mod ord">
          <ac:chgData name="de-Jesus-Oliveira Victor-Adriel" userId="a708fc36-3c1b-42ab-b5e9-2e1fa3c6605e" providerId="ADAL" clId="{39AA12F0-CB51-4D67-A3A6-7C3EC2C345CA}" dt="2026-08-24T04:59:09.320" v="129" actId="700"/>
          <ac:spMkLst>
            <pc:docMk/>
            <pc:sldMk cId="248574694" sldId="283"/>
            <ac:spMk id="2" creationId="{3C87F5C0-D177-A8B5-484E-7EF14194E9B5}"/>
          </ac:spMkLst>
        </pc:spChg>
        <pc:spChg chg="del mod ord">
          <ac:chgData name="de-Jesus-Oliveira Victor-Adriel" userId="a708fc36-3c1b-42ab-b5e9-2e1fa3c6605e" providerId="ADAL" clId="{39AA12F0-CB51-4D67-A3A6-7C3EC2C345CA}" dt="2026-08-24T04:58:38.295" v="126" actId="700"/>
          <ac:spMkLst>
            <pc:docMk/>
            <pc:sldMk cId="248574694" sldId="283"/>
            <ac:spMk id="3" creationId="{AF61D58B-3B43-9707-E9B1-11035F435C71}"/>
          </ac:spMkLst>
        </pc:spChg>
        <pc:spChg chg="add del mod ord">
          <ac:chgData name="de-Jesus-Oliveira Victor-Adriel" userId="a708fc36-3c1b-42ab-b5e9-2e1fa3c6605e" providerId="ADAL" clId="{39AA12F0-CB51-4D67-A3A6-7C3EC2C345CA}" dt="2026-08-24T04:58:42.336" v="127" actId="700"/>
          <ac:spMkLst>
            <pc:docMk/>
            <pc:sldMk cId="248574694" sldId="283"/>
            <ac:spMk id="4" creationId="{1F6DAA29-7B8E-21DB-9EB3-73DDEB3CB516}"/>
          </ac:spMkLst>
        </pc:spChg>
        <pc:spChg chg="add del mod ord">
          <ac:chgData name="de-Jesus-Oliveira Victor-Adriel" userId="a708fc36-3c1b-42ab-b5e9-2e1fa3c6605e" providerId="ADAL" clId="{39AA12F0-CB51-4D67-A3A6-7C3EC2C345CA}" dt="2026-08-24T04:58:46.750" v="128" actId="700"/>
          <ac:spMkLst>
            <pc:docMk/>
            <pc:sldMk cId="248574694" sldId="283"/>
            <ac:spMk id="5" creationId="{65D04BDC-3568-D39A-1298-7F36C6F142DE}"/>
          </ac:spMkLst>
        </pc:spChg>
        <pc:spChg chg="add del mod ord">
          <ac:chgData name="de-Jesus-Oliveira Victor-Adriel" userId="a708fc36-3c1b-42ab-b5e9-2e1fa3c6605e" providerId="ADAL" clId="{39AA12F0-CB51-4D67-A3A6-7C3EC2C345CA}" dt="2026-08-24T04:59:09.320" v="129" actId="700"/>
          <ac:spMkLst>
            <pc:docMk/>
            <pc:sldMk cId="248574694" sldId="283"/>
            <ac:spMk id="6" creationId="{6E2FB024-0EF6-AD02-2794-92CE8C5C6C4A}"/>
          </ac:spMkLst>
        </pc:spChg>
        <pc:spChg chg="add mod ord">
          <ac:chgData name="de-Jesus-Oliveira Victor-Adriel" userId="a708fc36-3c1b-42ab-b5e9-2e1fa3c6605e" providerId="ADAL" clId="{39AA12F0-CB51-4D67-A3A6-7C3EC2C345CA}" dt="2026-08-24T04:59:09.320" v="129" actId="700"/>
          <ac:spMkLst>
            <pc:docMk/>
            <pc:sldMk cId="248574694" sldId="283"/>
            <ac:spMk id="7" creationId="{47D2AB03-43B3-E50A-2DDA-95CC99690558}"/>
          </ac:spMkLst>
        </pc:spChg>
      </pc:sldChg>
      <pc:sldChg chg="new del">
        <pc:chgData name="de-Jesus-Oliveira Victor-Adriel" userId="a708fc36-3c1b-42ab-b5e9-2e1fa3c6605e" providerId="ADAL" clId="{39AA12F0-CB51-4D67-A3A6-7C3EC2C345CA}" dt="2026-08-24T04:56:11.067" v="111" actId="47"/>
        <pc:sldMkLst>
          <pc:docMk/>
          <pc:sldMk cId="957474194" sldId="283"/>
        </pc:sldMkLst>
      </pc:sldChg>
      <pc:sldChg chg="addSp delSp modSp new del mod modClrScheme chgLayout">
        <pc:chgData name="de-Jesus-Oliveira Victor-Adriel" userId="a708fc36-3c1b-42ab-b5e9-2e1fa3c6605e" providerId="ADAL" clId="{39AA12F0-CB51-4D67-A3A6-7C3EC2C345CA}" dt="2026-08-24T04:56:48.557" v="116" actId="47"/>
        <pc:sldMkLst>
          <pc:docMk/>
          <pc:sldMk cId="1006295644" sldId="283"/>
        </pc:sldMkLst>
        <pc:spChg chg="mod ord">
          <ac:chgData name="de-Jesus-Oliveira Victor-Adriel" userId="a708fc36-3c1b-42ab-b5e9-2e1fa3c6605e" providerId="ADAL" clId="{39AA12F0-CB51-4D67-A3A6-7C3EC2C345CA}" dt="2026-08-24T04:56:41.384" v="115" actId="700"/>
          <ac:spMkLst>
            <pc:docMk/>
            <pc:sldMk cId="1006295644" sldId="283"/>
            <ac:spMk id="2" creationId="{53480E67-919E-563E-1981-0E1C73DA5E3B}"/>
          </ac:spMkLst>
        </pc:spChg>
        <pc:spChg chg="del mod ord">
          <ac:chgData name="de-Jesus-Oliveira Victor-Adriel" userId="a708fc36-3c1b-42ab-b5e9-2e1fa3c6605e" providerId="ADAL" clId="{39AA12F0-CB51-4D67-A3A6-7C3EC2C345CA}" dt="2026-08-24T04:56:21.552" v="113" actId="700"/>
          <ac:spMkLst>
            <pc:docMk/>
            <pc:sldMk cId="1006295644" sldId="283"/>
            <ac:spMk id="3" creationId="{DC7AA4C7-1B88-0765-279F-F1E622484BB3}"/>
          </ac:spMkLst>
        </pc:spChg>
        <pc:spChg chg="add del mod ord">
          <ac:chgData name="de-Jesus-Oliveira Victor-Adriel" userId="a708fc36-3c1b-42ab-b5e9-2e1fa3c6605e" providerId="ADAL" clId="{39AA12F0-CB51-4D67-A3A6-7C3EC2C345CA}" dt="2026-08-24T04:56:33.419" v="114" actId="700"/>
          <ac:spMkLst>
            <pc:docMk/>
            <pc:sldMk cId="1006295644" sldId="283"/>
            <ac:spMk id="4" creationId="{50EC39EC-9560-7668-F4FA-9E9568CADAA3}"/>
          </ac:spMkLst>
        </pc:spChg>
        <pc:spChg chg="add del mod ord">
          <ac:chgData name="de-Jesus-Oliveira Victor-Adriel" userId="a708fc36-3c1b-42ab-b5e9-2e1fa3c6605e" providerId="ADAL" clId="{39AA12F0-CB51-4D67-A3A6-7C3EC2C345CA}" dt="2026-08-24T04:56:41.384" v="115" actId="700"/>
          <ac:spMkLst>
            <pc:docMk/>
            <pc:sldMk cId="1006295644" sldId="283"/>
            <ac:spMk id="5" creationId="{7F608247-2A07-1B6E-A11A-2A7747F2A41B}"/>
          </ac:spMkLst>
        </pc:spChg>
        <pc:spChg chg="add mod ord">
          <ac:chgData name="de-Jesus-Oliveira Victor-Adriel" userId="a708fc36-3c1b-42ab-b5e9-2e1fa3c6605e" providerId="ADAL" clId="{39AA12F0-CB51-4D67-A3A6-7C3EC2C345CA}" dt="2026-08-24T04:56:41.384" v="115" actId="700"/>
          <ac:spMkLst>
            <pc:docMk/>
            <pc:sldMk cId="1006295644" sldId="283"/>
            <ac:spMk id="6" creationId="{6F06BACA-2FA0-0FF6-5B33-3F816A048FA5}"/>
          </ac:spMkLst>
        </pc:spChg>
      </pc:sldChg>
      <pc:sldChg chg="new del">
        <pc:chgData name="de-Jesus-Oliveira Victor-Adriel" userId="a708fc36-3c1b-42ab-b5e9-2e1fa3c6605e" providerId="ADAL" clId="{39AA12F0-CB51-4D67-A3A6-7C3EC2C345CA}" dt="2026-08-24T04:54:52.210" v="104" actId="47"/>
        <pc:sldMkLst>
          <pc:docMk/>
          <pc:sldMk cId="1059454286" sldId="283"/>
        </pc:sldMkLst>
      </pc:sldChg>
      <pc:sldChg chg="new del">
        <pc:chgData name="de-Jesus-Oliveira Victor-Adriel" userId="a708fc36-3c1b-42ab-b5e9-2e1fa3c6605e" providerId="ADAL" clId="{39AA12F0-CB51-4D67-A3A6-7C3EC2C345CA}" dt="2026-08-24T04:52:57.920" v="98" actId="47"/>
        <pc:sldMkLst>
          <pc:docMk/>
          <pc:sldMk cId="1073153420" sldId="283"/>
        </pc:sldMkLst>
      </pc:sldChg>
      <pc:sldChg chg="addSp delSp modSp new mod modClrScheme chgLayout">
        <pc:chgData name="de-Jesus-Oliveira Victor-Adriel" userId="a708fc36-3c1b-42ab-b5e9-2e1fa3c6605e" providerId="ADAL" clId="{39AA12F0-CB51-4D67-A3A6-7C3EC2C345CA}" dt="2026-08-24T05:12:28.759" v="232" actId="255"/>
        <pc:sldMkLst>
          <pc:docMk/>
          <pc:sldMk cId="1148238684" sldId="283"/>
        </pc:sldMkLst>
        <pc:spChg chg="mod ord">
          <ac:chgData name="de-Jesus-Oliveira Victor-Adriel" userId="a708fc36-3c1b-42ab-b5e9-2e1fa3c6605e" providerId="ADAL" clId="{39AA12F0-CB51-4D67-A3A6-7C3EC2C345CA}" dt="2026-08-24T05:12:12.911" v="229" actId="700"/>
          <ac:spMkLst>
            <pc:docMk/>
            <pc:sldMk cId="1148238684" sldId="283"/>
            <ac:spMk id="2" creationId="{9B5F35AF-FCA3-698A-9EFF-6635CDE7C510}"/>
          </ac:spMkLst>
        </pc:spChg>
        <pc:spChg chg="del mod ord">
          <ac:chgData name="de-Jesus-Oliveira Victor-Adriel" userId="a708fc36-3c1b-42ab-b5e9-2e1fa3c6605e" providerId="ADAL" clId="{39AA12F0-CB51-4D67-A3A6-7C3EC2C345CA}" dt="2026-08-24T05:12:12.911" v="229" actId="700"/>
          <ac:spMkLst>
            <pc:docMk/>
            <pc:sldMk cId="1148238684" sldId="283"/>
            <ac:spMk id="3" creationId="{0166D358-C638-CC64-C2E9-EE3A25FD1448}"/>
          </ac:spMkLst>
        </pc:spChg>
        <pc:spChg chg="add mod ord">
          <ac:chgData name="de-Jesus-Oliveira Victor-Adriel" userId="a708fc36-3c1b-42ab-b5e9-2e1fa3c6605e" providerId="ADAL" clId="{39AA12F0-CB51-4D67-A3A6-7C3EC2C345CA}" dt="2026-08-24T05:12:28.759" v="232" actId="255"/>
          <ac:spMkLst>
            <pc:docMk/>
            <pc:sldMk cId="1148238684" sldId="283"/>
            <ac:spMk id="4" creationId="{FD4CBBB4-C4BF-1C28-9E1B-021370D54D78}"/>
          </ac:spMkLst>
        </pc:spChg>
        <pc:spChg chg="add">
          <ac:chgData name="de-Jesus-Oliveira Victor-Adriel" userId="a708fc36-3c1b-42ab-b5e9-2e1fa3c6605e" providerId="ADAL" clId="{39AA12F0-CB51-4D67-A3A6-7C3EC2C345CA}" dt="2026-08-24T05:12:15.814" v="230" actId="22"/>
          <ac:spMkLst>
            <pc:docMk/>
            <pc:sldMk cId="1148238684" sldId="283"/>
            <ac:spMk id="6" creationId="{469474F8-568B-B960-152F-A30F12D3D653}"/>
          </ac:spMkLst>
        </pc:spChg>
        <pc:spChg chg="add">
          <ac:chgData name="de-Jesus-Oliveira Victor-Adriel" userId="a708fc36-3c1b-42ab-b5e9-2e1fa3c6605e" providerId="ADAL" clId="{39AA12F0-CB51-4D67-A3A6-7C3EC2C345CA}" dt="2026-08-24T05:12:15.814" v="230" actId="22"/>
          <ac:spMkLst>
            <pc:docMk/>
            <pc:sldMk cId="1148238684" sldId="283"/>
            <ac:spMk id="8" creationId="{484FF906-7B9B-BC0C-B069-005A2D3E62B9}"/>
          </ac:spMkLst>
        </pc:spChg>
        <pc:spChg chg="add">
          <ac:chgData name="de-Jesus-Oliveira Victor-Adriel" userId="a708fc36-3c1b-42ab-b5e9-2e1fa3c6605e" providerId="ADAL" clId="{39AA12F0-CB51-4D67-A3A6-7C3EC2C345CA}" dt="2026-08-24T05:12:15.814" v="230" actId="22"/>
          <ac:spMkLst>
            <pc:docMk/>
            <pc:sldMk cId="1148238684" sldId="283"/>
            <ac:spMk id="10" creationId="{06425659-00EF-DAA2-A1EF-9CED0407A812}"/>
          </ac:spMkLst>
        </pc:spChg>
        <pc:spChg chg="add">
          <ac:chgData name="de-Jesus-Oliveira Victor-Adriel" userId="a708fc36-3c1b-42ab-b5e9-2e1fa3c6605e" providerId="ADAL" clId="{39AA12F0-CB51-4D67-A3A6-7C3EC2C345CA}" dt="2026-08-24T05:12:15.814" v="230" actId="22"/>
          <ac:spMkLst>
            <pc:docMk/>
            <pc:sldMk cId="1148238684" sldId="283"/>
            <ac:spMk id="12" creationId="{3D8EF94D-8EB1-37EB-0955-F5FFEF7FA334}"/>
          </ac:spMkLst>
        </pc:spChg>
        <pc:spChg chg="add">
          <ac:chgData name="de-Jesus-Oliveira Victor-Adriel" userId="a708fc36-3c1b-42ab-b5e9-2e1fa3c6605e" providerId="ADAL" clId="{39AA12F0-CB51-4D67-A3A6-7C3EC2C345CA}" dt="2026-08-24T05:12:15.814" v="230" actId="22"/>
          <ac:spMkLst>
            <pc:docMk/>
            <pc:sldMk cId="1148238684" sldId="283"/>
            <ac:spMk id="14" creationId="{FCCC295C-8AA4-9629-E9E8-6DC2E7CFF622}"/>
          </ac:spMkLst>
        </pc:spChg>
        <pc:spChg chg="add">
          <ac:chgData name="de-Jesus-Oliveira Victor-Adriel" userId="a708fc36-3c1b-42ab-b5e9-2e1fa3c6605e" providerId="ADAL" clId="{39AA12F0-CB51-4D67-A3A6-7C3EC2C345CA}" dt="2026-08-24T05:12:15.814" v="230" actId="22"/>
          <ac:spMkLst>
            <pc:docMk/>
            <pc:sldMk cId="1148238684" sldId="283"/>
            <ac:spMk id="16" creationId="{1255A5B6-41AA-D249-4606-CD299E775F60}"/>
          </ac:spMkLst>
        </pc:spChg>
        <pc:spChg chg="add">
          <ac:chgData name="de-Jesus-Oliveira Victor-Adriel" userId="a708fc36-3c1b-42ab-b5e9-2e1fa3c6605e" providerId="ADAL" clId="{39AA12F0-CB51-4D67-A3A6-7C3EC2C345CA}" dt="2026-08-24T05:12:15.814" v="230" actId="22"/>
          <ac:spMkLst>
            <pc:docMk/>
            <pc:sldMk cId="1148238684" sldId="283"/>
            <ac:spMk id="18" creationId="{EDF6B5D4-E29A-9775-78F5-7857BDF1E1CA}"/>
          </ac:spMkLst>
        </pc:spChg>
        <pc:spChg chg="add">
          <ac:chgData name="de-Jesus-Oliveira Victor-Adriel" userId="a708fc36-3c1b-42ab-b5e9-2e1fa3c6605e" providerId="ADAL" clId="{39AA12F0-CB51-4D67-A3A6-7C3EC2C345CA}" dt="2026-08-24T05:12:15.814" v="230" actId="22"/>
          <ac:spMkLst>
            <pc:docMk/>
            <pc:sldMk cId="1148238684" sldId="283"/>
            <ac:spMk id="20" creationId="{2CD46CE6-F763-54B9-1D74-5F14523CE637}"/>
          </ac:spMkLst>
        </pc:spChg>
        <pc:spChg chg="add">
          <ac:chgData name="de-Jesus-Oliveira Victor-Adriel" userId="a708fc36-3c1b-42ab-b5e9-2e1fa3c6605e" providerId="ADAL" clId="{39AA12F0-CB51-4D67-A3A6-7C3EC2C345CA}" dt="2026-08-24T05:12:15.814" v="230" actId="22"/>
          <ac:spMkLst>
            <pc:docMk/>
            <pc:sldMk cId="1148238684" sldId="283"/>
            <ac:spMk id="22" creationId="{D4C17E7D-8E2E-1A12-1F86-EAAF634D6369}"/>
          </ac:spMkLst>
        </pc:spChg>
      </pc:sldChg>
      <pc:sldChg chg="modSp new del mod">
        <pc:chgData name="de-Jesus-Oliveira Victor-Adriel" userId="a708fc36-3c1b-42ab-b5e9-2e1fa3c6605e" providerId="ADAL" clId="{39AA12F0-CB51-4D67-A3A6-7C3EC2C345CA}" dt="2026-08-24T04:47:38.590" v="68" actId="47"/>
        <pc:sldMkLst>
          <pc:docMk/>
          <pc:sldMk cId="1865913198" sldId="283"/>
        </pc:sldMkLst>
        <pc:spChg chg="mod">
          <ac:chgData name="de-Jesus-Oliveira Victor-Adriel" userId="a708fc36-3c1b-42ab-b5e9-2e1fa3c6605e" providerId="ADAL" clId="{39AA12F0-CB51-4D67-A3A6-7C3EC2C345CA}" dt="2026-08-24T04:46:15.685" v="66" actId="790"/>
          <ac:spMkLst>
            <pc:docMk/>
            <pc:sldMk cId="1865913198" sldId="283"/>
            <ac:spMk id="2" creationId="{BC0787B8-E413-0FE2-042F-F7FE0E97E29C}"/>
          </ac:spMkLst>
        </pc:spChg>
      </pc:sldChg>
      <pc:sldChg chg="new del">
        <pc:chgData name="de-Jesus-Oliveira Victor-Adriel" userId="a708fc36-3c1b-42ab-b5e9-2e1fa3c6605e" providerId="ADAL" clId="{39AA12F0-CB51-4D67-A3A6-7C3EC2C345CA}" dt="2026-08-24T04:50:59.101" v="93" actId="47"/>
        <pc:sldMkLst>
          <pc:docMk/>
          <pc:sldMk cId="3491507400" sldId="283"/>
        </pc:sldMkLst>
      </pc:sldChg>
      <pc:sldChg chg="new del">
        <pc:chgData name="de-Jesus-Oliveira Victor-Adriel" userId="a708fc36-3c1b-42ab-b5e9-2e1fa3c6605e" providerId="ADAL" clId="{39AA12F0-CB51-4D67-A3A6-7C3EC2C345CA}" dt="2026-08-24T04:48:02.065" v="70" actId="47"/>
        <pc:sldMkLst>
          <pc:docMk/>
          <pc:sldMk cId="4217387265" sldId="283"/>
        </pc:sldMkLst>
      </pc:sldChg>
      <pc:sldChg chg="addSp delSp modSp add mod ord">
        <pc:chgData name="de-Jesus-Oliveira Victor-Adriel" userId="a708fc36-3c1b-42ab-b5e9-2e1fa3c6605e" providerId="ADAL" clId="{39AA12F0-CB51-4D67-A3A6-7C3EC2C345CA}" dt="2026-08-24T05:13:37.064" v="240"/>
        <pc:sldMkLst>
          <pc:docMk/>
          <pc:sldMk cId="1861485868" sldId="284"/>
        </pc:sldMkLst>
        <pc:spChg chg="mod">
          <ac:chgData name="de-Jesus-Oliveira Victor-Adriel" userId="a708fc36-3c1b-42ab-b5e9-2e1fa3c6605e" providerId="ADAL" clId="{39AA12F0-CB51-4D67-A3A6-7C3EC2C345CA}" dt="2026-08-24T05:13:02.100" v="234" actId="255"/>
          <ac:spMkLst>
            <pc:docMk/>
            <pc:sldMk cId="1861485868" sldId="284"/>
            <ac:spMk id="4" creationId="{0CEC03E3-1DDE-9464-574D-A19060512D22}"/>
          </ac:spMkLst>
        </pc:spChg>
        <pc:spChg chg="add">
          <ac:chgData name="de-Jesus-Oliveira Victor-Adriel" userId="a708fc36-3c1b-42ab-b5e9-2e1fa3c6605e" providerId="ADAL" clId="{39AA12F0-CB51-4D67-A3A6-7C3EC2C345CA}" dt="2026-08-24T05:13:32.383" v="238" actId="22"/>
          <ac:spMkLst>
            <pc:docMk/>
            <pc:sldMk cId="1861485868" sldId="284"/>
            <ac:spMk id="5" creationId="{E8CF5295-F679-F153-5F66-A807245CF10D}"/>
          </ac:spMkLst>
        </pc:spChg>
        <pc:spChg chg="del">
          <ac:chgData name="de-Jesus-Oliveira Victor-Adriel" userId="a708fc36-3c1b-42ab-b5e9-2e1fa3c6605e" providerId="ADAL" clId="{39AA12F0-CB51-4D67-A3A6-7C3EC2C345CA}" dt="2026-08-24T05:13:08.959" v="235" actId="478"/>
          <ac:spMkLst>
            <pc:docMk/>
            <pc:sldMk cId="1861485868" sldId="284"/>
            <ac:spMk id="6" creationId="{CC04187F-77E6-6186-4B89-58213E242ACE}"/>
          </ac:spMkLst>
        </pc:spChg>
        <pc:spChg chg="del">
          <ac:chgData name="de-Jesus-Oliveira Victor-Adriel" userId="a708fc36-3c1b-42ab-b5e9-2e1fa3c6605e" providerId="ADAL" clId="{39AA12F0-CB51-4D67-A3A6-7C3EC2C345CA}" dt="2026-08-24T05:13:08.959" v="235" actId="478"/>
          <ac:spMkLst>
            <pc:docMk/>
            <pc:sldMk cId="1861485868" sldId="284"/>
            <ac:spMk id="8" creationId="{CB49B3C5-FB7A-E371-61B2-77CA5F7F78E1}"/>
          </ac:spMkLst>
        </pc:spChg>
        <pc:spChg chg="add">
          <ac:chgData name="de-Jesus-Oliveira Victor-Adriel" userId="a708fc36-3c1b-42ab-b5e9-2e1fa3c6605e" providerId="ADAL" clId="{39AA12F0-CB51-4D67-A3A6-7C3EC2C345CA}" dt="2026-08-24T05:13:32.383" v="238" actId="22"/>
          <ac:spMkLst>
            <pc:docMk/>
            <pc:sldMk cId="1861485868" sldId="284"/>
            <ac:spMk id="9" creationId="{0FA451E3-6E2F-3D3E-34EF-DEA5DFBDF183}"/>
          </ac:spMkLst>
        </pc:spChg>
        <pc:spChg chg="del">
          <ac:chgData name="de-Jesus-Oliveira Victor-Adriel" userId="a708fc36-3c1b-42ab-b5e9-2e1fa3c6605e" providerId="ADAL" clId="{39AA12F0-CB51-4D67-A3A6-7C3EC2C345CA}" dt="2026-08-24T05:13:08.959" v="235" actId="478"/>
          <ac:spMkLst>
            <pc:docMk/>
            <pc:sldMk cId="1861485868" sldId="284"/>
            <ac:spMk id="10" creationId="{30D6224F-6C46-A9E2-FABA-7FF4A7E156E5}"/>
          </ac:spMkLst>
        </pc:spChg>
        <pc:spChg chg="del">
          <ac:chgData name="de-Jesus-Oliveira Victor-Adriel" userId="a708fc36-3c1b-42ab-b5e9-2e1fa3c6605e" providerId="ADAL" clId="{39AA12F0-CB51-4D67-A3A6-7C3EC2C345CA}" dt="2026-08-24T05:13:08.959" v="235" actId="478"/>
          <ac:spMkLst>
            <pc:docMk/>
            <pc:sldMk cId="1861485868" sldId="284"/>
            <ac:spMk id="12" creationId="{C42B2868-F93C-E34F-6287-386271D96F20}"/>
          </ac:spMkLst>
        </pc:spChg>
        <pc:spChg chg="add">
          <ac:chgData name="de-Jesus-Oliveira Victor-Adriel" userId="a708fc36-3c1b-42ab-b5e9-2e1fa3c6605e" providerId="ADAL" clId="{39AA12F0-CB51-4D67-A3A6-7C3EC2C345CA}" dt="2026-08-24T05:13:32.383" v="238" actId="22"/>
          <ac:spMkLst>
            <pc:docMk/>
            <pc:sldMk cId="1861485868" sldId="284"/>
            <ac:spMk id="13" creationId="{1A967792-97C0-2AE0-5B2C-5095DEA6F0EC}"/>
          </ac:spMkLst>
        </pc:spChg>
        <pc:spChg chg="del">
          <ac:chgData name="de-Jesus-Oliveira Victor-Adriel" userId="a708fc36-3c1b-42ab-b5e9-2e1fa3c6605e" providerId="ADAL" clId="{39AA12F0-CB51-4D67-A3A6-7C3EC2C345CA}" dt="2026-08-24T05:13:08.959" v="235" actId="478"/>
          <ac:spMkLst>
            <pc:docMk/>
            <pc:sldMk cId="1861485868" sldId="284"/>
            <ac:spMk id="14" creationId="{C92BBE41-E686-116A-9292-D40BE28903A2}"/>
          </ac:spMkLst>
        </pc:spChg>
        <pc:spChg chg="del">
          <ac:chgData name="de-Jesus-Oliveira Victor-Adriel" userId="a708fc36-3c1b-42ab-b5e9-2e1fa3c6605e" providerId="ADAL" clId="{39AA12F0-CB51-4D67-A3A6-7C3EC2C345CA}" dt="2026-08-24T05:13:08.959" v="235" actId="478"/>
          <ac:spMkLst>
            <pc:docMk/>
            <pc:sldMk cId="1861485868" sldId="284"/>
            <ac:spMk id="16" creationId="{C1195490-E4E5-9FC0-8A34-F4600B826BFB}"/>
          </ac:spMkLst>
        </pc:spChg>
        <pc:spChg chg="add">
          <ac:chgData name="de-Jesus-Oliveira Victor-Adriel" userId="a708fc36-3c1b-42ab-b5e9-2e1fa3c6605e" providerId="ADAL" clId="{39AA12F0-CB51-4D67-A3A6-7C3EC2C345CA}" dt="2026-08-24T05:13:32.383" v="238" actId="22"/>
          <ac:spMkLst>
            <pc:docMk/>
            <pc:sldMk cId="1861485868" sldId="284"/>
            <ac:spMk id="17" creationId="{89AC66E1-7A90-D7B5-5909-B82623B48D72}"/>
          </ac:spMkLst>
        </pc:spChg>
        <pc:spChg chg="del">
          <ac:chgData name="de-Jesus-Oliveira Victor-Adriel" userId="a708fc36-3c1b-42ab-b5e9-2e1fa3c6605e" providerId="ADAL" clId="{39AA12F0-CB51-4D67-A3A6-7C3EC2C345CA}" dt="2026-08-24T05:13:08.959" v="235" actId="478"/>
          <ac:spMkLst>
            <pc:docMk/>
            <pc:sldMk cId="1861485868" sldId="284"/>
            <ac:spMk id="18" creationId="{FE3D47CE-7CAC-C420-8936-118D18EF5F6C}"/>
          </ac:spMkLst>
        </pc:spChg>
        <pc:spChg chg="del">
          <ac:chgData name="de-Jesus-Oliveira Victor-Adriel" userId="a708fc36-3c1b-42ab-b5e9-2e1fa3c6605e" providerId="ADAL" clId="{39AA12F0-CB51-4D67-A3A6-7C3EC2C345CA}" dt="2026-08-24T05:13:08.959" v="235" actId="478"/>
          <ac:spMkLst>
            <pc:docMk/>
            <pc:sldMk cId="1861485868" sldId="284"/>
            <ac:spMk id="20" creationId="{DBFA2475-EFAE-938F-A6E7-FF0ED46AF702}"/>
          </ac:spMkLst>
        </pc:spChg>
        <pc:spChg chg="add">
          <ac:chgData name="de-Jesus-Oliveira Victor-Adriel" userId="a708fc36-3c1b-42ab-b5e9-2e1fa3c6605e" providerId="ADAL" clId="{39AA12F0-CB51-4D67-A3A6-7C3EC2C345CA}" dt="2026-08-24T05:13:32.383" v="238" actId="22"/>
          <ac:spMkLst>
            <pc:docMk/>
            <pc:sldMk cId="1861485868" sldId="284"/>
            <ac:spMk id="21" creationId="{0C5D7FD3-5450-6C35-362A-5AA9B41716E6}"/>
          </ac:spMkLst>
        </pc:spChg>
        <pc:spChg chg="del">
          <ac:chgData name="de-Jesus-Oliveira Victor-Adriel" userId="a708fc36-3c1b-42ab-b5e9-2e1fa3c6605e" providerId="ADAL" clId="{39AA12F0-CB51-4D67-A3A6-7C3EC2C345CA}" dt="2026-08-24T05:13:08.959" v="235" actId="478"/>
          <ac:spMkLst>
            <pc:docMk/>
            <pc:sldMk cId="1861485868" sldId="284"/>
            <ac:spMk id="22" creationId="{00D1EA7D-E4DA-C2C4-2FD9-4594C9A12C30}"/>
          </ac:spMkLst>
        </pc:spChg>
        <pc:spChg chg="add">
          <ac:chgData name="de-Jesus-Oliveira Victor-Adriel" userId="a708fc36-3c1b-42ab-b5e9-2e1fa3c6605e" providerId="ADAL" clId="{39AA12F0-CB51-4D67-A3A6-7C3EC2C345CA}" dt="2026-08-24T05:13:32.383" v="238" actId="22"/>
          <ac:spMkLst>
            <pc:docMk/>
            <pc:sldMk cId="1861485868" sldId="284"/>
            <ac:spMk id="24" creationId="{72309147-1EA1-D510-AE8F-C857585A78B3}"/>
          </ac:spMkLst>
        </pc:spChg>
      </pc:sldChg>
      <pc:sldChg chg="add del">
        <pc:chgData name="de-Jesus-Oliveira Victor-Adriel" userId="a708fc36-3c1b-42ab-b5e9-2e1fa3c6605e" providerId="ADAL" clId="{39AA12F0-CB51-4D67-A3A6-7C3EC2C345CA}" dt="2026-08-24T05:14:07.392" v="241" actId="47"/>
        <pc:sldMkLst>
          <pc:docMk/>
          <pc:sldMk cId="832298491" sldId="285"/>
        </pc:sldMkLst>
      </pc:sldChg>
      <pc:sldChg chg="addSp add mod">
        <pc:chgData name="de-Jesus-Oliveira Victor-Adriel" userId="a708fc36-3c1b-42ab-b5e9-2e1fa3c6605e" providerId="ADAL" clId="{39AA12F0-CB51-4D67-A3A6-7C3EC2C345CA}" dt="2026-08-24T05:14:26.587" v="242" actId="22"/>
        <pc:sldMkLst>
          <pc:docMk/>
          <pc:sldMk cId="1375120078" sldId="286"/>
        </pc:sldMkLst>
        <pc:spChg chg="add">
          <ac:chgData name="de-Jesus-Oliveira Victor-Adriel" userId="a708fc36-3c1b-42ab-b5e9-2e1fa3c6605e" providerId="ADAL" clId="{39AA12F0-CB51-4D67-A3A6-7C3EC2C345CA}" dt="2026-08-24T05:14:26.587" v="242" actId="22"/>
          <ac:spMkLst>
            <pc:docMk/>
            <pc:sldMk cId="1375120078" sldId="286"/>
            <ac:spMk id="5" creationId="{F435C4AC-76DD-8EBC-E6B8-C2FDBB20C20C}"/>
          </ac:spMkLst>
        </pc:spChg>
        <pc:spChg chg="add">
          <ac:chgData name="de-Jesus-Oliveira Victor-Adriel" userId="a708fc36-3c1b-42ab-b5e9-2e1fa3c6605e" providerId="ADAL" clId="{39AA12F0-CB51-4D67-A3A6-7C3EC2C345CA}" dt="2026-08-24T05:14:26.587" v="242" actId="22"/>
          <ac:spMkLst>
            <pc:docMk/>
            <pc:sldMk cId="1375120078" sldId="286"/>
            <ac:spMk id="7" creationId="{C262763A-6C3B-1812-1C7C-E12E8CC787BB}"/>
          </ac:spMkLst>
        </pc:spChg>
        <pc:picChg chg="add">
          <ac:chgData name="de-Jesus-Oliveira Victor-Adriel" userId="a708fc36-3c1b-42ab-b5e9-2e1fa3c6605e" providerId="ADAL" clId="{39AA12F0-CB51-4D67-A3A6-7C3EC2C345CA}" dt="2026-08-24T05:14:26.587" v="242" actId="22"/>
          <ac:picMkLst>
            <pc:docMk/>
            <pc:sldMk cId="1375120078" sldId="286"/>
            <ac:picMk id="9" creationId="{B744471A-6F9E-6C5C-B103-F15415802752}"/>
          </ac:picMkLst>
        </pc:picChg>
      </pc:sldChg>
      <pc:sldChg chg="addSp delSp modSp add del mod chgLayout">
        <pc:chgData name="de-Jesus-Oliveira Victor-Adriel" userId="a708fc36-3c1b-42ab-b5e9-2e1fa3c6605e" providerId="ADAL" clId="{39AA12F0-CB51-4D67-A3A6-7C3EC2C345CA}" dt="2026-08-24T05:16:06.753" v="246" actId="47"/>
        <pc:sldMkLst>
          <pc:docMk/>
          <pc:sldMk cId="1229211540" sldId="287"/>
        </pc:sldMkLst>
        <pc:spChg chg="mod ord">
          <ac:chgData name="de-Jesus-Oliveira Victor-Adriel" userId="a708fc36-3c1b-42ab-b5e9-2e1fa3c6605e" providerId="ADAL" clId="{39AA12F0-CB51-4D67-A3A6-7C3EC2C345CA}" dt="2026-08-24T05:16:02.240" v="245" actId="700"/>
          <ac:spMkLst>
            <pc:docMk/>
            <pc:sldMk cId="1229211540" sldId="287"/>
            <ac:spMk id="2" creationId="{801502B9-1936-1E2D-967B-44FC0FAC4104}"/>
          </ac:spMkLst>
        </pc:spChg>
        <pc:spChg chg="add del mod ord">
          <ac:chgData name="de-Jesus-Oliveira Victor-Adriel" userId="a708fc36-3c1b-42ab-b5e9-2e1fa3c6605e" providerId="ADAL" clId="{39AA12F0-CB51-4D67-A3A6-7C3EC2C345CA}" dt="2026-08-24T05:16:02.240" v="245" actId="700"/>
          <ac:spMkLst>
            <pc:docMk/>
            <pc:sldMk cId="1229211540" sldId="287"/>
            <ac:spMk id="3" creationId="{4A8B455F-8E6B-0063-0D72-92D271928C90}"/>
          </ac:spMkLst>
        </pc:spChg>
        <pc:spChg chg="add del">
          <ac:chgData name="de-Jesus-Oliveira Victor-Adriel" userId="a708fc36-3c1b-42ab-b5e9-2e1fa3c6605e" providerId="ADAL" clId="{39AA12F0-CB51-4D67-A3A6-7C3EC2C345CA}" dt="2026-08-24T05:16:02.240" v="245" actId="700"/>
          <ac:spMkLst>
            <pc:docMk/>
            <pc:sldMk cId="1229211540" sldId="287"/>
            <ac:spMk id="4" creationId="{9115A36D-C274-E95F-7FCD-828396674981}"/>
          </ac:spMkLst>
        </pc:spChg>
      </pc:sldChg>
      <pc:sldMasterChg chg="addSp delSp modSp mod modSldLayout sldLayoutOrd">
        <pc:chgData name="de-Jesus-Oliveira Victor-Adriel" userId="a708fc36-3c1b-42ab-b5e9-2e1fa3c6605e" providerId="ADAL" clId="{39AA12F0-CB51-4D67-A3A6-7C3EC2C345CA}" dt="2026-08-24T04:58:17.288" v="124" actId="255"/>
        <pc:sldMasterMkLst>
          <pc:docMk/>
          <pc:sldMasterMk cId="2298455062" sldId="2147483660"/>
        </pc:sldMasterMkLst>
        <pc:spChg chg="del">
          <ac:chgData name="de-Jesus-Oliveira Victor-Adriel" userId="a708fc36-3c1b-42ab-b5e9-2e1fa3c6605e" providerId="ADAL" clId="{39AA12F0-CB51-4D67-A3A6-7C3EC2C345CA}" dt="2026-08-24T04:27:51.872" v="0" actId="478"/>
          <ac:spMkLst>
            <pc:docMk/>
            <pc:sldMasterMk cId="2298455062" sldId="2147483660"/>
            <ac:spMk id="2" creationId="{00000000-0000-0000-0000-000000000000}"/>
          </ac:spMkLst>
        </pc:spChg>
        <pc:spChg chg="del">
          <ac:chgData name="de-Jesus-Oliveira Victor-Adriel" userId="a708fc36-3c1b-42ab-b5e9-2e1fa3c6605e" providerId="ADAL" clId="{39AA12F0-CB51-4D67-A3A6-7C3EC2C345CA}" dt="2026-08-24T04:27:53.267" v="1" actId="478"/>
          <ac:spMkLst>
            <pc:docMk/>
            <pc:sldMasterMk cId="2298455062" sldId="2147483660"/>
            <ac:spMk id="3" creationId="{00000000-0000-0000-0000-000000000000}"/>
          </ac:spMkLst>
        </pc:spChg>
        <pc:spChg chg="del mod">
          <ac:chgData name="de-Jesus-Oliveira Victor-Adriel" userId="a708fc36-3c1b-42ab-b5e9-2e1fa3c6605e" providerId="ADAL" clId="{39AA12F0-CB51-4D67-A3A6-7C3EC2C345CA}" dt="2026-08-24T04:28:35.457" v="8" actId="478"/>
          <ac:spMkLst>
            <pc:docMk/>
            <pc:sldMasterMk cId="2298455062" sldId="2147483660"/>
            <ac:spMk id="4" creationId="{00000000-0000-0000-0000-000000000000}"/>
          </ac:spMkLst>
        </pc:spChg>
        <pc:spChg chg="del">
          <ac:chgData name="de-Jesus-Oliveira Victor-Adriel" userId="a708fc36-3c1b-42ab-b5e9-2e1fa3c6605e" providerId="ADAL" clId="{39AA12F0-CB51-4D67-A3A6-7C3EC2C345CA}" dt="2026-08-24T04:28:09.170" v="4" actId="478"/>
          <ac:spMkLst>
            <pc:docMk/>
            <pc:sldMasterMk cId="2298455062" sldId="2147483660"/>
            <ac:spMk id="5" creationId="{00000000-0000-0000-0000-000000000000}"/>
          </ac:spMkLst>
        </pc:spChg>
        <pc:spChg chg="mod">
          <ac:chgData name="de-Jesus-Oliveira Victor-Adriel" userId="a708fc36-3c1b-42ab-b5e9-2e1fa3c6605e" providerId="ADAL" clId="{39AA12F0-CB51-4D67-A3A6-7C3EC2C345CA}" dt="2026-08-24T04:28:58.293" v="12" actId="14100"/>
          <ac:spMkLst>
            <pc:docMk/>
            <pc:sldMasterMk cId="2298455062" sldId="2147483660"/>
            <ac:spMk id="6" creationId="{00000000-0000-0000-0000-000000000000}"/>
          </ac:spMkLst>
        </pc:spChg>
        <pc:spChg chg="add del mod">
          <ac:chgData name="de-Jesus-Oliveira Victor-Adriel" userId="a708fc36-3c1b-42ab-b5e9-2e1fa3c6605e" providerId="ADAL" clId="{39AA12F0-CB51-4D67-A3A6-7C3EC2C345CA}" dt="2026-08-24T04:38:58.845" v="53" actId="478"/>
          <ac:spMkLst>
            <pc:docMk/>
            <pc:sldMasterMk cId="2298455062" sldId="2147483660"/>
            <ac:spMk id="7" creationId="{CE49E578-F5A8-CE21-86A7-F61AAF15A631}"/>
          </ac:spMkLst>
        </pc:spChg>
        <pc:spChg chg="add del mod">
          <ac:chgData name="de-Jesus-Oliveira Victor-Adriel" userId="a708fc36-3c1b-42ab-b5e9-2e1fa3c6605e" providerId="ADAL" clId="{39AA12F0-CB51-4D67-A3A6-7C3EC2C345CA}" dt="2026-08-24T04:49:58.835" v="91" actId="478"/>
          <ac:spMkLst>
            <pc:docMk/>
            <pc:sldMasterMk cId="2298455062" sldId="2147483660"/>
            <ac:spMk id="14" creationId="{08DA0066-A843-0CC6-37E7-3323BFE40C09}"/>
          </ac:spMkLst>
        </pc:spChg>
        <pc:grpChg chg="add mod">
          <ac:chgData name="de-Jesus-Oliveira Victor-Adriel" userId="a708fc36-3c1b-42ab-b5e9-2e1fa3c6605e" providerId="ADAL" clId="{39AA12F0-CB51-4D67-A3A6-7C3EC2C345CA}" dt="2026-08-24T04:44:52.570" v="65"/>
          <ac:grpSpMkLst>
            <pc:docMk/>
            <pc:sldMasterMk cId="2298455062" sldId="2147483660"/>
            <ac:grpSpMk id="8" creationId="{8C3AA15C-7EBE-FC6F-2195-0E23885AA764}"/>
          </ac:grpSpMkLst>
        </pc:grpChg>
        <pc:grpChg chg="mod">
          <ac:chgData name="de-Jesus-Oliveira Victor-Adriel" userId="a708fc36-3c1b-42ab-b5e9-2e1fa3c6605e" providerId="ADAL" clId="{39AA12F0-CB51-4D67-A3A6-7C3EC2C345CA}" dt="2026-08-24T04:44:52.570" v="65"/>
          <ac:grpSpMkLst>
            <pc:docMk/>
            <pc:sldMasterMk cId="2298455062" sldId="2147483660"/>
            <ac:grpSpMk id="10" creationId="{901052DC-36A6-2DDC-834D-16915B4B6184}"/>
          </ac:grpSpMkLst>
        </pc:grpChg>
        <pc:picChg chg="mod">
          <ac:chgData name="de-Jesus-Oliveira Victor-Adriel" userId="a708fc36-3c1b-42ab-b5e9-2e1fa3c6605e" providerId="ADAL" clId="{39AA12F0-CB51-4D67-A3A6-7C3EC2C345CA}" dt="2026-08-24T04:44:52.570" v="65"/>
          <ac:picMkLst>
            <pc:docMk/>
            <pc:sldMasterMk cId="2298455062" sldId="2147483660"/>
            <ac:picMk id="9" creationId="{487EE262-DCAD-7EF4-ED78-710A314E4EE1}"/>
          </ac:picMkLst>
        </pc:picChg>
        <pc:picChg chg="mod">
          <ac:chgData name="de-Jesus-Oliveira Victor-Adriel" userId="a708fc36-3c1b-42ab-b5e9-2e1fa3c6605e" providerId="ADAL" clId="{39AA12F0-CB51-4D67-A3A6-7C3EC2C345CA}" dt="2026-08-24T04:44:52.570" v="65"/>
          <ac:picMkLst>
            <pc:docMk/>
            <pc:sldMasterMk cId="2298455062" sldId="2147483660"/>
            <ac:picMk id="11" creationId="{86906897-09EE-FA2B-FFC5-85DA38E05320}"/>
          </ac:picMkLst>
        </pc:picChg>
        <pc:picChg chg="mod">
          <ac:chgData name="de-Jesus-Oliveira Victor-Adriel" userId="a708fc36-3c1b-42ab-b5e9-2e1fa3c6605e" providerId="ADAL" clId="{39AA12F0-CB51-4D67-A3A6-7C3EC2C345CA}" dt="2026-08-24T04:44:52.570" v="65"/>
          <ac:picMkLst>
            <pc:docMk/>
            <pc:sldMasterMk cId="2298455062" sldId="2147483660"/>
            <ac:picMk id="12" creationId="{00495692-6130-4003-F348-608E2518F754}"/>
          </ac:picMkLst>
        </pc:picChg>
        <pc:picChg chg="mod">
          <ac:chgData name="de-Jesus-Oliveira Victor-Adriel" userId="a708fc36-3c1b-42ab-b5e9-2e1fa3c6605e" providerId="ADAL" clId="{39AA12F0-CB51-4D67-A3A6-7C3EC2C345CA}" dt="2026-08-24T04:44:52.570" v="65"/>
          <ac:picMkLst>
            <pc:docMk/>
            <pc:sldMasterMk cId="2298455062" sldId="2147483660"/>
            <ac:picMk id="13" creationId="{AD8035B4-2AE4-66D2-AF35-F93AF46E4AF1}"/>
          </ac:picMkLst>
        </pc:picChg>
        <pc:sldLayoutChg chg="addSp delSp modSp mod">
          <pc:chgData name="de-Jesus-Oliveira Victor-Adriel" userId="a708fc36-3c1b-42ab-b5e9-2e1fa3c6605e" providerId="ADAL" clId="{39AA12F0-CB51-4D67-A3A6-7C3EC2C345CA}" dt="2026-08-24T04:58:13.369" v="122" actId="255"/>
          <pc:sldLayoutMkLst>
            <pc:docMk/>
            <pc:sldMasterMk cId="2298455062" sldId="2147483660"/>
            <pc:sldLayoutMk cId="3163683603" sldId="2147483667"/>
          </pc:sldLayoutMkLst>
          <pc:spChg chg="del">
            <ac:chgData name="de-Jesus-Oliveira Victor-Adriel" userId="a708fc36-3c1b-42ab-b5e9-2e1fa3c6605e" providerId="ADAL" clId="{39AA12F0-CB51-4D67-A3A6-7C3EC2C345CA}" dt="2026-08-24T04:30:10.169" v="14" actId="478"/>
            <ac:spMkLst>
              <pc:docMk/>
              <pc:sldMasterMk cId="2298455062" sldId="2147483660"/>
              <pc:sldLayoutMk cId="3163683603" sldId="2147483667"/>
              <ac:spMk id="2" creationId="{00000000-0000-0000-0000-000000000000}"/>
            </ac:spMkLst>
          </pc:spChg>
          <pc:spChg chg="del">
            <ac:chgData name="de-Jesus-Oliveira Victor-Adriel" userId="a708fc36-3c1b-42ab-b5e9-2e1fa3c6605e" providerId="ADAL" clId="{39AA12F0-CB51-4D67-A3A6-7C3EC2C345CA}" dt="2026-08-24T04:30:09.031" v="13" actId="478"/>
            <ac:spMkLst>
              <pc:docMk/>
              <pc:sldMasterMk cId="2298455062" sldId="2147483660"/>
              <pc:sldLayoutMk cId="3163683603" sldId="2147483667"/>
              <ac:spMk id="3" creationId="{00000000-0000-0000-0000-000000000000}"/>
            </ac:spMkLst>
          </pc:spChg>
          <pc:spChg chg="mod">
            <ac:chgData name="de-Jesus-Oliveira Victor-Adriel" userId="a708fc36-3c1b-42ab-b5e9-2e1fa3c6605e" providerId="ADAL" clId="{39AA12F0-CB51-4D67-A3A6-7C3EC2C345CA}" dt="2026-08-24T04:38:12.038" v="48" actId="207"/>
            <ac:spMkLst>
              <pc:docMk/>
              <pc:sldMasterMk cId="2298455062" sldId="2147483660"/>
              <pc:sldLayoutMk cId="3163683603" sldId="2147483667"/>
              <ac:spMk id="7" creationId="{860F3F8F-FF70-8650-A4A0-A44FBBDCFE91}"/>
            </ac:spMkLst>
          </pc:spChg>
          <pc:spChg chg="add mod">
            <ac:chgData name="de-Jesus-Oliveira Victor-Adriel" userId="a708fc36-3c1b-42ab-b5e9-2e1fa3c6605e" providerId="ADAL" clId="{39AA12F0-CB51-4D67-A3A6-7C3EC2C345CA}" dt="2026-08-24T04:38:12.038" v="48" actId="207"/>
            <ac:spMkLst>
              <pc:docMk/>
              <pc:sldMasterMk cId="2298455062" sldId="2147483660"/>
              <pc:sldLayoutMk cId="3163683603" sldId="2147483667"/>
              <ac:spMk id="8" creationId="{953F9640-00ED-D2D1-191E-D1BCAF8A4F1B}"/>
            </ac:spMkLst>
          </pc:spChg>
          <pc:spChg chg="add del mod">
            <ac:chgData name="de-Jesus-Oliveira Victor-Adriel" userId="a708fc36-3c1b-42ab-b5e9-2e1fa3c6605e" providerId="ADAL" clId="{39AA12F0-CB51-4D67-A3A6-7C3EC2C345CA}" dt="2026-08-24T04:38:12.038" v="48" actId="207"/>
            <ac:spMkLst>
              <pc:docMk/>
              <pc:sldMasterMk cId="2298455062" sldId="2147483660"/>
              <pc:sldLayoutMk cId="3163683603" sldId="2147483667"/>
              <ac:spMk id="9" creationId="{9AA6E163-324B-C948-4C0F-7B73B25857BD}"/>
            </ac:spMkLst>
          </pc:spChg>
          <pc:spChg chg="mod">
            <ac:chgData name="de-Jesus-Oliveira Victor-Adriel" userId="a708fc36-3c1b-42ab-b5e9-2e1fa3c6605e" providerId="ADAL" clId="{39AA12F0-CB51-4D67-A3A6-7C3EC2C345CA}" dt="2026-08-24T04:38:12.038" v="48" actId="207"/>
            <ac:spMkLst>
              <pc:docMk/>
              <pc:sldMasterMk cId="2298455062" sldId="2147483660"/>
              <pc:sldLayoutMk cId="3163683603" sldId="2147483667"/>
              <ac:spMk id="10" creationId="{E030425A-30F5-643E-96C5-1C2DDB45DAFB}"/>
            </ac:spMkLst>
          </pc:spChg>
          <pc:spChg chg="add mod">
            <ac:chgData name="de-Jesus-Oliveira Victor-Adriel" userId="a708fc36-3c1b-42ab-b5e9-2e1fa3c6605e" providerId="ADAL" clId="{39AA12F0-CB51-4D67-A3A6-7C3EC2C345CA}" dt="2026-08-24T04:38:12.038" v="48" actId="207"/>
            <ac:spMkLst>
              <pc:docMk/>
              <pc:sldMasterMk cId="2298455062" sldId="2147483660"/>
              <pc:sldLayoutMk cId="3163683603" sldId="2147483667"/>
              <ac:spMk id="11" creationId="{71724472-CBFA-0CC9-94A5-C32B4866A06B}"/>
            </ac:spMkLst>
          </pc:spChg>
          <pc:spChg chg="add del mod">
            <ac:chgData name="de-Jesus-Oliveira Victor-Adriel" userId="a708fc36-3c1b-42ab-b5e9-2e1fa3c6605e" providerId="ADAL" clId="{39AA12F0-CB51-4D67-A3A6-7C3EC2C345CA}" dt="2026-08-24T04:33:01.152" v="19" actId="478"/>
            <ac:spMkLst>
              <pc:docMk/>
              <pc:sldMasterMk cId="2298455062" sldId="2147483660"/>
              <pc:sldLayoutMk cId="3163683603" sldId="2147483667"/>
              <ac:spMk id="12" creationId="{90E381FE-AB92-3D95-8185-30A9AA0EF9A5}"/>
            </ac:spMkLst>
          </pc:spChg>
          <pc:spChg chg="add mod">
            <ac:chgData name="de-Jesus-Oliveira Victor-Adriel" userId="a708fc36-3c1b-42ab-b5e9-2e1fa3c6605e" providerId="ADAL" clId="{39AA12F0-CB51-4D67-A3A6-7C3EC2C345CA}" dt="2026-08-24T04:58:13.369" v="122" actId="255"/>
            <ac:spMkLst>
              <pc:docMk/>
              <pc:sldMasterMk cId="2298455062" sldId="2147483660"/>
              <pc:sldLayoutMk cId="3163683603" sldId="2147483667"/>
              <ac:spMk id="13" creationId="{84DAA83B-7991-6E2D-6864-A55A03C76CD1}"/>
            </ac:spMkLst>
          </pc:spChg>
          <pc:spChg chg="del">
            <ac:chgData name="de-Jesus-Oliveira Victor-Adriel" userId="a708fc36-3c1b-42ab-b5e9-2e1fa3c6605e" providerId="ADAL" clId="{39AA12F0-CB51-4D67-A3A6-7C3EC2C345CA}" dt="2026-08-24T04:34:15.482" v="24" actId="478"/>
            <ac:spMkLst>
              <pc:docMk/>
              <pc:sldMasterMk cId="2298455062" sldId="2147483660"/>
              <pc:sldLayoutMk cId="3163683603" sldId="2147483667"/>
              <ac:spMk id="14" creationId="{ACB27426-D983-A9A2-E07C-5CB3D448849D}"/>
            </ac:spMkLst>
          </pc:spChg>
          <pc:spChg chg="add del mod">
            <ac:chgData name="de-Jesus-Oliveira Victor-Adriel" userId="a708fc36-3c1b-42ab-b5e9-2e1fa3c6605e" providerId="ADAL" clId="{39AA12F0-CB51-4D67-A3A6-7C3EC2C345CA}" dt="2026-08-24T04:34:20.953" v="26" actId="478"/>
            <ac:spMkLst>
              <pc:docMk/>
              <pc:sldMasterMk cId="2298455062" sldId="2147483660"/>
              <pc:sldLayoutMk cId="3163683603" sldId="2147483667"/>
              <ac:spMk id="15" creationId="{FB7D7755-587B-8654-DA47-444128BFC6AD}"/>
            </ac:spMkLst>
          </pc:spChg>
          <pc:spChg chg="add del mod">
            <ac:chgData name="de-Jesus-Oliveira Victor-Adriel" userId="a708fc36-3c1b-42ab-b5e9-2e1fa3c6605e" providerId="ADAL" clId="{39AA12F0-CB51-4D67-A3A6-7C3EC2C345CA}" dt="2026-08-24T04:34:32.694" v="29" actId="478"/>
            <ac:spMkLst>
              <pc:docMk/>
              <pc:sldMasterMk cId="2298455062" sldId="2147483660"/>
              <pc:sldLayoutMk cId="3163683603" sldId="2147483667"/>
              <ac:spMk id="16" creationId="{54128C4A-CAB0-637B-2889-4ED733E56D96}"/>
            </ac:spMkLst>
          </pc:spChg>
          <pc:spChg chg="mod">
            <ac:chgData name="de-Jesus-Oliveira Victor-Adriel" userId="a708fc36-3c1b-42ab-b5e9-2e1fa3c6605e" providerId="ADAL" clId="{39AA12F0-CB51-4D67-A3A6-7C3EC2C345CA}" dt="2026-08-24T04:38:12.038" v="48" actId="207"/>
            <ac:spMkLst>
              <pc:docMk/>
              <pc:sldMasterMk cId="2298455062" sldId="2147483660"/>
              <pc:sldLayoutMk cId="3163683603" sldId="2147483667"/>
              <ac:spMk id="17" creationId="{70688C19-AFCD-5974-1EE4-8BE866E92163}"/>
            </ac:spMkLst>
          </pc:spChg>
          <pc:spChg chg="add del mod">
            <ac:chgData name="de-Jesus-Oliveira Victor-Adriel" userId="a708fc36-3c1b-42ab-b5e9-2e1fa3c6605e" providerId="ADAL" clId="{39AA12F0-CB51-4D67-A3A6-7C3EC2C345CA}" dt="2026-08-24T04:34:34.592" v="30" actId="478"/>
            <ac:spMkLst>
              <pc:docMk/>
              <pc:sldMasterMk cId="2298455062" sldId="2147483660"/>
              <pc:sldLayoutMk cId="3163683603" sldId="2147483667"/>
              <ac:spMk id="18" creationId="{0B927EB4-72B9-A470-7436-B77C6D75B392}"/>
            </ac:spMkLst>
          </pc:spChg>
          <pc:spChg chg="add del mod">
            <ac:chgData name="de-Jesus-Oliveira Victor-Adriel" userId="a708fc36-3c1b-42ab-b5e9-2e1fa3c6605e" providerId="ADAL" clId="{39AA12F0-CB51-4D67-A3A6-7C3EC2C345CA}" dt="2026-08-24T04:34:36.229" v="31" actId="478"/>
            <ac:spMkLst>
              <pc:docMk/>
              <pc:sldMasterMk cId="2298455062" sldId="2147483660"/>
              <pc:sldLayoutMk cId="3163683603" sldId="2147483667"/>
              <ac:spMk id="19" creationId="{579C4D48-D2F4-8A0D-4EF9-1DE925DE3385}"/>
            </ac:spMkLst>
          </pc:spChg>
          <pc:spChg chg="add del mod">
            <ac:chgData name="de-Jesus-Oliveira Victor-Adriel" userId="a708fc36-3c1b-42ab-b5e9-2e1fa3c6605e" providerId="ADAL" clId="{39AA12F0-CB51-4D67-A3A6-7C3EC2C345CA}" dt="2026-08-24T04:34:22.605" v="27" actId="478"/>
            <ac:spMkLst>
              <pc:docMk/>
              <pc:sldMasterMk cId="2298455062" sldId="2147483660"/>
              <pc:sldLayoutMk cId="3163683603" sldId="2147483667"/>
              <ac:spMk id="21" creationId="{6C2DE1A1-7302-9ED4-DF80-E6945C3C4CAA}"/>
            </ac:spMkLst>
          </pc:spChg>
          <pc:spChg chg="add del mod">
            <ac:chgData name="de-Jesus-Oliveira Victor-Adriel" userId="a708fc36-3c1b-42ab-b5e9-2e1fa3c6605e" providerId="ADAL" clId="{39AA12F0-CB51-4D67-A3A6-7C3EC2C345CA}" dt="2026-08-24T04:34:38.166" v="32" actId="478"/>
            <ac:spMkLst>
              <pc:docMk/>
              <pc:sldMasterMk cId="2298455062" sldId="2147483660"/>
              <pc:sldLayoutMk cId="3163683603" sldId="2147483667"/>
              <ac:spMk id="22" creationId="{BD643D1D-F7B3-EA36-AD04-CD9D534783B6}"/>
            </ac:spMkLst>
          </pc:spChg>
          <pc:spChg chg="add mod">
            <ac:chgData name="de-Jesus-Oliveira Victor-Adriel" userId="a708fc36-3c1b-42ab-b5e9-2e1fa3c6605e" providerId="ADAL" clId="{39AA12F0-CB51-4D67-A3A6-7C3EC2C345CA}" dt="2026-08-24T04:38:12.038" v="48" actId="207"/>
            <ac:spMkLst>
              <pc:docMk/>
              <pc:sldMasterMk cId="2298455062" sldId="2147483660"/>
              <pc:sldLayoutMk cId="3163683603" sldId="2147483667"/>
              <ac:spMk id="24" creationId="{D24C6A22-B06B-71A0-72E8-0C7D3C917B1D}"/>
            </ac:spMkLst>
          </pc:spChg>
          <pc:spChg chg="add mod">
            <ac:chgData name="de-Jesus-Oliveira Victor-Adriel" userId="a708fc36-3c1b-42ab-b5e9-2e1fa3c6605e" providerId="ADAL" clId="{39AA12F0-CB51-4D67-A3A6-7C3EC2C345CA}" dt="2026-08-24T04:38:12.038" v="48" actId="207"/>
            <ac:spMkLst>
              <pc:docMk/>
              <pc:sldMasterMk cId="2298455062" sldId="2147483660"/>
              <pc:sldLayoutMk cId="3163683603" sldId="2147483667"/>
              <ac:spMk id="26" creationId="{1BE7CDF3-6108-00DC-223B-255CBA94B208}"/>
            </ac:spMkLst>
          </pc:spChg>
          <pc:spChg chg="add mod">
            <ac:chgData name="de-Jesus-Oliveira Victor-Adriel" userId="a708fc36-3c1b-42ab-b5e9-2e1fa3c6605e" providerId="ADAL" clId="{39AA12F0-CB51-4D67-A3A6-7C3EC2C345CA}" dt="2026-08-24T04:38:12.038" v="48" actId="207"/>
            <ac:spMkLst>
              <pc:docMk/>
              <pc:sldMasterMk cId="2298455062" sldId="2147483660"/>
              <pc:sldLayoutMk cId="3163683603" sldId="2147483667"/>
              <ac:spMk id="28" creationId="{13ED9997-37FD-74C9-CE98-8975075FEAD5}"/>
            </ac:spMkLst>
          </pc:spChg>
          <pc:picChg chg="del mod ord">
            <ac:chgData name="de-Jesus-Oliveira Victor-Adriel" userId="a708fc36-3c1b-42ab-b5e9-2e1fa3c6605e" providerId="ADAL" clId="{39AA12F0-CB51-4D67-A3A6-7C3EC2C345CA}" dt="2026-08-24T04:34:03.438" v="23" actId="478"/>
            <ac:picMkLst>
              <pc:docMk/>
              <pc:sldMasterMk cId="2298455062" sldId="2147483660"/>
              <pc:sldLayoutMk cId="3163683603" sldId="2147483667"/>
              <ac:picMk id="5" creationId="{5ECB066E-2ECE-E21E-9C25-4AD6EBE0102E}"/>
            </ac:picMkLst>
          </pc:picChg>
          <pc:picChg chg="del">
            <ac:chgData name="de-Jesus-Oliveira Victor-Adriel" userId="a708fc36-3c1b-42ab-b5e9-2e1fa3c6605e" providerId="ADAL" clId="{39AA12F0-CB51-4D67-A3A6-7C3EC2C345CA}" dt="2026-08-24T04:34:19.057" v="25" actId="478"/>
            <ac:picMkLst>
              <pc:docMk/>
              <pc:sldMasterMk cId="2298455062" sldId="2147483660"/>
              <pc:sldLayoutMk cId="3163683603" sldId="2147483667"/>
              <ac:picMk id="6" creationId="{21F24A3F-4FBA-F161-A82B-4150F3035D90}"/>
            </ac:picMkLst>
          </pc:picChg>
          <pc:picChg chg="del">
            <ac:chgData name="de-Jesus-Oliveira Victor-Adriel" userId="a708fc36-3c1b-42ab-b5e9-2e1fa3c6605e" providerId="ADAL" clId="{39AA12F0-CB51-4D67-A3A6-7C3EC2C345CA}" dt="2026-08-24T04:34:23.840" v="28" actId="478"/>
            <ac:picMkLst>
              <pc:docMk/>
              <pc:sldMasterMk cId="2298455062" sldId="2147483660"/>
              <pc:sldLayoutMk cId="3163683603" sldId="2147483667"/>
              <ac:picMk id="20" creationId="{2BED8CE8-66F8-C34D-B431-6DCAA3372629}"/>
            </ac:picMkLst>
          </pc:picChg>
        </pc:sldLayoutChg>
        <pc:sldLayoutChg chg="addSp delSp modSp mod ord">
          <pc:chgData name="de-Jesus-Oliveira Victor-Adriel" userId="a708fc36-3c1b-42ab-b5e9-2e1fa3c6605e" providerId="ADAL" clId="{39AA12F0-CB51-4D67-A3A6-7C3EC2C345CA}" dt="2026-08-24T04:58:09.622" v="120" actId="255"/>
          <pc:sldLayoutMkLst>
            <pc:docMk/>
            <pc:sldMasterMk cId="2298455062" sldId="2147483660"/>
            <pc:sldLayoutMk cId="3086914236" sldId="2147483668"/>
          </pc:sldLayoutMkLst>
          <pc:spChg chg="del">
            <ac:chgData name="de-Jesus-Oliveira Victor-Adriel" userId="a708fc36-3c1b-42ab-b5e9-2e1fa3c6605e" providerId="ADAL" clId="{39AA12F0-CB51-4D67-A3A6-7C3EC2C345CA}" dt="2026-08-24T04:32:41.238" v="18" actId="478"/>
            <ac:spMkLst>
              <pc:docMk/>
              <pc:sldMasterMk cId="2298455062" sldId="2147483660"/>
              <pc:sldLayoutMk cId="3086914236" sldId="2147483668"/>
              <ac:spMk id="2" creationId="{A40A6A5E-2673-A856-A85A-0336E1D09860}"/>
            </ac:spMkLst>
          </pc:spChg>
          <pc:spChg chg="add mod">
            <ac:chgData name="de-Jesus-Oliveira Victor-Adriel" userId="a708fc36-3c1b-42ab-b5e9-2e1fa3c6605e" providerId="ADAL" clId="{39AA12F0-CB51-4D67-A3A6-7C3EC2C345CA}" dt="2026-08-24T04:37:51.826" v="47" actId="207"/>
            <ac:spMkLst>
              <pc:docMk/>
              <pc:sldMasterMk cId="2298455062" sldId="2147483660"/>
              <pc:sldLayoutMk cId="3086914236" sldId="2147483668"/>
              <ac:spMk id="5" creationId="{3E68CD43-208F-60CB-E938-68426D9A8559}"/>
            </ac:spMkLst>
          </pc:spChg>
          <pc:spChg chg="add mod">
            <ac:chgData name="de-Jesus-Oliveira Victor-Adriel" userId="a708fc36-3c1b-42ab-b5e9-2e1fa3c6605e" providerId="ADAL" clId="{39AA12F0-CB51-4D67-A3A6-7C3EC2C345CA}" dt="2026-08-24T04:37:51.826" v="47" actId="207"/>
            <ac:spMkLst>
              <pc:docMk/>
              <pc:sldMasterMk cId="2298455062" sldId="2147483660"/>
              <pc:sldLayoutMk cId="3086914236" sldId="2147483668"/>
              <ac:spMk id="7" creationId="{1E238174-F4CA-EC79-EC7E-98725C01077D}"/>
            </ac:spMkLst>
          </pc:spChg>
          <pc:spChg chg="add mod">
            <ac:chgData name="de-Jesus-Oliveira Victor-Adriel" userId="a708fc36-3c1b-42ab-b5e9-2e1fa3c6605e" providerId="ADAL" clId="{39AA12F0-CB51-4D67-A3A6-7C3EC2C345CA}" dt="2026-08-24T04:37:51.826" v="47" actId="207"/>
            <ac:spMkLst>
              <pc:docMk/>
              <pc:sldMasterMk cId="2298455062" sldId="2147483660"/>
              <pc:sldLayoutMk cId="3086914236" sldId="2147483668"/>
              <ac:spMk id="9" creationId="{0D4130CE-E73D-D3E4-DCF9-D91A5B7FEF6A}"/>
            </ac:spMkLst>
          </pc:spChg>
          <pc:spChg chg="add mod">
            <ac:chgData name="de-Jesus-Oliveira Victor-Adriel" userId="a708fc36-3c1b-42ab-b5e9-2e1fa3c6605e" providerId="ADAL" clId="{39AA12F0-CB51-4D67-A3A6-7C3EC2C345CA}" dt="2026-08-24T04:37:51.826" v="47" actId="207"/>
            <ac:spMkLst>
              <pc:docMk/>
              <pc:sldMasterMk cId="2298455062" sldId="2147483660"/>
              <pc:sldLayoutMk cId="3086914236" sldId="2147483668"/>
              <ac:spMk id="11" creationId="{2D83CC93-3215-688B-2C3C-C5BCB0987074}"/>
            </ac:spMkLst>
          </pc:spChg>
          <pc:spChg chg="add mod">
            <ac:chgData name="de-Jesus-Oliveira Victor-Adriel" userId="a708fc36-3c1b-42ab-b5e9-2e1fa3c6605e" providerId="ADAL" clId="{39AA12F0-CB51-4D67-A3A6-7C3EC2C345CA}" dt="2026-08-24T04:37:51.826" v="47" actId="207"/>
            <ac:spMkLst>
              <pc:docMk/>
              <pc:sldMasterMk cId="2298455062" sldId="2147483660"/>
              <pc:sldLayoutMk cId="3086914236" sldId="2147483668"/>
              <ac:spMk id="13" creationId="{85E351A2-D4CB-87E2-DDE3-D08E3FB3C2A3}"/>
            </ac:spMkLst>
          </pc:spChg>
          <pc:spChg chg="add mod">
            <ac:chgData name="de-Jesus-Oliveira Victor-Adriel" userId="a708fc36-3c1b-42ab-b5e9-2e1fa3c6605e" providerId="ADAL" clId="{39AA12F0-CB51-4D67-A3A6-7C3EC2C345CA}" dt="2026-08-24T04:37:51.826" v="47" actId="207"/>
            <ac:spMkLst>
              <pc:docMk/>
              <pc:sldMasterMk cId="2298455062" sldId="2147483660"/>
              <pc:sldLayoutMk cId="3086914236" sldId="2147483668"/>
              <ac:spMk id="15" creationId="{55155145-BD3C-0F14-C6DC-CAC8CC818141}"/>
            </ac:spMkLst>
          </pc:spChg>
          <pc:spChg chg="add mod">
            <ac:chgData name="de-Jesus-Oliveira Victor-Adriel" userId="a708fc36-3c1b-42ab-b5e9-2e1fa3c6605e" providerId="ADAL" clId="{39AA12F0-CB51-4D67-A3A6-7C3EC2C345CA}" dt="2026-08-24T04:58:09.622" v="120" actId="255"/>
            <ac:spMkLst>
              <pc:docMk/>
              <pc:sldMasterMk cId="2298455062" sldId="2147483660"/>
              <pc:sldLayoutMk cId="3086914236" sldId="2147483668"/>
              <ac:spMk id="16" creationId="{FF376157-C7AA-DF93-70BE-B947B10C3CC7}"/>
            </ac:spMkLst>
          </pc:spChg>
        </pc:sldLayoutChg>
        <pc:sldLayoutChg chg="addSp delSp modSp mod ord">
          <pc:chgData name="de-Jesus-Oliveira Victor-Adriel" userId="a708fc36-3c1b-42ab-b5e9-2e1fa3c6605e" providerId="ADAL" clId="{39AA12F0-CB51-4D67-A3A6-7C3EC2C345CA}" dt="2026-08-24T04:55:02.038" v="105" actId="255"/>
          <pc:sldLayoutMkLst>
            <pc:docMk/>
            <pc:sldMasterMk cId="2298455062" sldId="2147483660"/>
            <pc:sldLayoutMk cId="1774232029" sldId="2147483669"/>
          </pc:sldLayoutMkLst>
          <pc:spChg chg="del">
            <ac:chgData name="de-Jesus-Oliveira Victor-Adriel" userId="a708fc36-3c1b-42ab-b5e9-2e1fa3c6605e" providerId="ADAL" clId="{39AA12F0-CB51-4D67-A3A6-7C3EC2C345CA}" dt="2026-08-24T04:36:20.110" v="43" actId="478"/>
            <ac:spMkLst>
              <pc:docMk/>
              <pc:sldMasterMk cId="2298455062" sldId="2147483660"/>
              <pc:sldLayoutMk cId="1774232029" sldId="2147483669"/>
              <ac:spMk id="2" creationId="{B3FAD572-678E-756C-31E2-69457BEFFB43}"/>
            </ac:spMkLst>
          </pc:spChg>
          <pc:spChg chg="mod">
            <ac:chgData name="de-Jesus-Oliveira Victor-Adriel" userId="a708fc36-3c1b-42ab-b5e9-2e1fa3c6605e" providerId="ADAL" clId="{39AA12F0-CB51-4D67-A3A6-7C3EC2C345CA}" dt="2026-08-24T04:48:35.442" v="73" actId="20577"/>
            <ac:spMkLst>
              <pc:docMk/>
              <pc:sldMasterMk cId="2298455062" sldId="2147483660"/>
              <pc:sldLayoutMk cId="1774232029" sldId="2147483669"/>
              <ac:spMk id="3" creationId="{A2CB9E08-7072-817E-F857-6B00512C8721}"/>
            </ac:spMkLst>
          </pc:spChg>
          <pc:spChg chg="add del mod">
            <ac:chgData name="de-Jesus-Oliveira Victor-Adriel" userId="a708fc36-3c1b-42ab-b5e9-2e1fa3c6605e" providerId="ADAL" clId="{39AA12F0-CB51-4D67-A3A6-7C3EC2C345CA}" dt="2026-08-24T04:48:44.599" v="76" actId="478"/>
            <ac:spMkLst>
              <pc:docMk/>
              <pc:sldMasterMk cId="2298455062" sldId="2147483660"/>
              <pc:sldLayoutMk cId="1774232029" sldId="2147483669"/>
              <ac:spMk id="4" creationId="{0FD3A4A8-D22E-9DEA-F881-2F13BAC55D1B}"/>
            </ac:spMkLst>
          </pc:spChg>
          <pc:spChg chg="add mod">
            <ac:chgData name="de-Jesus-Oliveira Victor-Adriel" userId="a708fc36-3c1b-42ab-b5e9-2e1fa3c6605e" providerId="ADAL" clId="{39AA12F0-CB51-4D67-A3A6-7C3EC2C345CA}" dt="2026-08-24T04:55:02.038" v="105" actId="255"/>
            <ac:spMkLst>
              <pc:docMk/>
              <pc:sldMasterMk cId="2298455062" sldId="2147483660"/>
              <pc:sldLayoutMk cId="1774232029" sldId="2147483669"/>
              <ac:spMk id="5" creationId="{89B910DC-CE94-52C9-D7F7-61A9966D2F71}"/>
            </ac:spMkLst>
          </pc:spChg>
        </pc:sldLayoutChg>
        <pc:sldLayoutChg chg="addSp delSp modSp mod">
          <pc:chgData name="de-Jesus-Oliveira Victor-Adriel" userId="a708fc36-3c1b-42ab-b5e9-2e1fa3c6605e" providerId="ADAL" clId="{39AA12F0-CB51-4D67-A3A6-7C3EC2C345CA}" dt="2026-08-24T04:58:17.288" v="124" actId="255"/>
          <pc:sldLayoutMkLst>
            <pc:docMk/>
            <pc:sldMasterMk cId="2298455062" sldId="2147483660"/>
            <pc:sldLayoutMk cId="437666928" sldId="2147483670"/>
          </pc:sldLayoutMkLst>
          <pc:spChg chg="del">
            <ac:chgData name="de-Jesus-Oliveira Victor-Adriel" userId="a708fc36-3c1b-42ab-b5e9-2e1fa3c6605e" providerId="ADAL" clId="{39AA12F0-CB51-4D67-A3A6-7C3EC2C345CA}" dt="2026-08-24T04:41:58.615" v="54" actId="478"/>
            <ac:spMkLst>
              <pc:docMk/>
              <pc:sldMasterMk cId="2298455062" sldId="2147483660"/>
              <pc:sldLayoutMk cId="437666928" sldId="2147483670"/>
              <ac:spMk id="2" creationId="{B96E3868-9E58-E040-4587-37F3353495B5}"/>
            </ac:spMkLst>
          </pc:spChg>
          <pc:spChg chg="add mod">
            <ac:chgData name="de-Jesus-Oliveira Victor-Adriel" userId="a708fc36-3c1b-42ab-b5e9-2e1fa3c6605e" providerId="ADAL" clId="{39AA12F0-CB51-4D67-A3A6-7C3EC2C345CA}" dt="2026-08-24T04:58:17.288" v="124" actId="255"/>
            <ac:spMkLst>
              <pc:docMk/>
              <pc:sldMasterMk cId="2298455062" sldId="2147483660"/>
              <pc:sldLayoutMk cId="437666928" sldId="2147483670"/>
              <ac:spMk id="4" creationId="{CF64506A-61E0-FC7A-F964-F3A8CF657E11}"/>
            </ac:spMkLst>
          </pc:spChg>
          <pc:spChg chg="add mod">
            <ac:chgData name="de-Jesus-Oliveira Victor-Adriel" userId="a708fc36-3c1b-42ab-b5e9-2e1fa3c6605e" providerId="ADAL" clId="{39AA12F0-CB51-4D67-A3A6-7C3EC2C345CA}" dt="2026-08-24T04:42:13.858" v="56" actId="14100"/>
            <ac:spMkLst>
              <pc:docMk/>
              <pc:sldMasterMk cId="2298455062" sldId="2147483660"/>
              <pc:sldLayoutMk cId="437666928" sldId="2147483670"/>
              <ac:spMk id="5" creationId="{1F050D03-AF7D-A7F4-A4E9-CA15BC15ED88}"/>
            </ac:spMkLst>
          </pc:spChg>
          <pc:spChg chg="add del mod">
            <ac:chgData name="de-Jesus-Oliveira Victor-Adriel" userId="a708fc36-3c1b-42ab-b5e9-2e1fa3c6605e" providerId="ADAL" clId="{39AA12F0-CB51-4D67-A3A6-7C3EC2C345CA}" dt="2026-08-24T04:43:55.382" v="59" actId="478"/>
            <ac:spMkLst>
              <pc:docMk/>
              <pc:sldMasterMk cId="2298455062" sldId="2147483660"/>
              <pc:sldLayoutMk cId="437666928" sldId="2147483670"/>
              <ac:spMk id="6" creationId="{3FFD5A55-4D52-D0DC-DECB-92F3480C87F1}"/>
            </ac:spMkLst>
          </pc:spChg>
          <pc:spChg chg="add mod">
            <ac:chgData name="de-Jesus-Oliveira Victor-Adriel" userId="a708fc36-3c1b-42ab-b5e9-2e1fa3c6605e" providerId="ADAL" clId="{39AA12F0-CB51-4D67-A3A6-7C3EC2C345CA}" dt="2026-08-24T04:55:18.692" v="108" actId="255"/>
            <ac:spMkLst>
              <pc:docMk/>
              <pc:sldMasterMk cId="2298455062" sldId="2147483660"/>
              <pc:sldLayoutMk cId="437666928" sldId="2147483670"/>
              <ac:spMk id="8" creationId="{789F3D60-D022-AC07-1F85-3999EA37361D}"/>
            </ac:spMkLst>
          </pc:spChg>
          <pc:picChg chg="add">
            <ac:chgData name="de-Jesus-Oliveira Victor-Adriel" userId="a708fc36-3c1b-42ab-b5e9-2e1fa3c6605e" providerId="ADAL" clId="{39AA12F0-CB51-4D67-A3A6-7C3EC2C345CA}" dt="2026-08-24T04:43:55.626" v="60" actId="22"/>
            <ac:picMkLst>
              <pc:docMk/>
              <pc:sldMasterMk cId="2298455062" sldId="2147483660"/>
              <pc:sldLayoutMk cId="437666928" sldId="2147483670"/>
              <ac:picMk id="10" creationId="{67A656AE-E74A-0323-4914-AF62426F8E1C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0DBBB2-47C9-199A-A37A-A71D5505D9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Comixplain Template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DBD9F-C55F-4E18-0441-0ECB667583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4671C-3337-473E-9A48-8E7276E8E63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AE098B-063D-330D-73EF-B0818E1138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F3E2D-0544-5616-207E-AC15020093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4EBC5-EBE6-40E4-9FD6-99D8FD421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857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Comixplain Template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58429-F2B1-497F-B4B9-5B55696F3A0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1173B-A9DC-4B2A-849F-DCC702EA9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153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CB9E08-7072-817E-F857-6B00512C8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C44C4A-945E-4A56-A1E7-C9D60F5427FF}" type="slidenum">
              <a:rPr lang="de-AT" smtClean="0"/>
              <a:pPr/>
              <a:t>‹#›</a:t>
            </a:fld>
            <a:endParaRPr lang="de-AT" dirty="0">
              <a:latin typeface="Pangolin" panose="00000500000000000000" pitchFamily="2" charset="0"/>
            </a:endParaRPr>
          </a:p>
        </p:txBody>
      </p:sp>
      <p:sp>
        <p:nvSpPr>
          <p:cNvPr id="5" name="Textfeld 138">
            <a:extLst>
              <a:ext uri="{FF2B5EF4-FFF2-40B4-BE49-F238E27FC236}">
                <a16:creationId xmlns:a16="http://schemas.microsoft.com/office/drawing/2014/main" id="{89B910DC-CE94-52C9-D7F7-61A9966D2F7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4551" y="221488"/>
            <a:ext cx="3985335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defRPr sz="1000">
                <a:latin typeface="Palace Script MT" panose="030303020206070C0B05" pitchFamily="66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ngolin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4232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xed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5CA9A2-2C56-5471-C9E9-B2220E6A67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C44C4A-945E-4A56-A1E7-C9D60F5427FF}" type="slidenum">
              <a:rPr lang="de-AT" smtClean="0"/>
              <a:pPr/>
              <a:t>‹#›</a:t>
            </a:fld>
            <a:endParaRPr lang="de-AT">
              <a:latin typeface="Pangolin" panose="00000500000000000000" pitchFamily="2" charset="0"/>
            </a:endParaRPr>
          </a:p>
        </p:txBody>
      </p:sp>
      <p:sp>
        <p:nvSpPr>
          <p:cNvPr id="5" name="Rechteck 1">
            <a:extLst>
              <a:ext uri="{FF2B5EF4-FFF2-40B4-BE49-F238E27FC236}">
                <a16:creationId xmlns:a16="http://schemas.microsoft.com/office/drawing/2014/main" id="{3E68CD43-208F-60CB-E938-68426D9A8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11227" y="523875"/>
            <a:ext cx="2048256" cy="2951163"/>
          </a:xfrm>
          <a:custGeom>
            <a:avLst/>
            <a:gdLst>
              <a:gd name="csX0" fmla="*/ 0 w 2048256"/>
              <a:gd name="csY0" fmla="*/ 0 h 2951163"/>
              <a:gd name="csX1" fmla="*/ 682752 w 2048256"/>
              <a:gd name="csY1" fmla="*/ 0 h 2951163"/>
              <a:gd name="csX2" fmla="*/ 1304056 w 2048256"/>
              <a:gd name="csY2" fmla="*/ 0 h 2951163"/>
              <a:gd name="csX3" fmla="*/ 2048256 w 2048256"/>
              <a:gd name="csY3" fmla="*/ 0 h 2951163"/>
              <a:gd name="csX4" fmla="*/ 2048256 w 2048256"/>
              <a:gd name="csY4" fmla="*/ 619744 h 2951163"/>
              <a:gd name="csX5" fmla="*/ 2048256 w 2048256"/>
              <a:gd name="csY5" fmla="*/ 1239488 h 2951163"/>
              <a:gd name="csX6" fmla="*/ 2048256 w 2048256"/>
              <a:gd name="csY6" fmla="*/ 1770698 h 2951163"/>
              <a:gd name="csX7" fmla="*/ 2048256 w 2048256"/>
              <a:gd name="csY7" fmla="*/ 2360930 h 2951163"/>
              <a:gd name="csX8" fmla="*/ 2048256 w 2048256"/>
              <a:gd name="csY8" fmla="*/ 2951163 h 2951163"/>
              <a:gd name="csX9" fmla="*/ 1385987 w 2048256"/>
              <a:gd name="csY9" fmla="*/ 2951163 h 2951163"/>
              <a:gd name="csX10" fmla="*/ 703235 w 2048256"/>
              <a:gd name="csY10" fmla="*/ 2951163 h 2951163"/>
              <a:gd name="csX11" fmla="*/ 0 w 2048256"/>
              <a:gd name="csY11" fmla="*/ 2951163 h 2951163"/>
              <a:gd name="csX12" fmla="*/ 0 w 2048256"/>
              <a:gd name="csY12" fmla="*/ 2331419 h 2951163"/>
              <a:gd name="csX13" fmla="*/ 0 w 2048256"/>
              <a:gd name="csY13" fmla="*/ 1682163 h 2951163"/>
              <a:gd name="csX14" fmla="*/ 0 w 2048256"/>
              <a:gd name="csY14" fmla="*/ 1062419 h 2951163"/>
              <a:gd name="csX15" fmla="*/ 0 w 2048256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48256" h="2951163" fill="none" extrusionOk="0">
                <a:moveTo>
                  <a:pt x="0" y="0"/>
                </a:moveTo>
                <a:cubicBezTo>
                  <a:pt x="145745" y="-14563"/>
                  <a:pt x="443531" y="-7277"/>
                  <a:pt x="682752" y="0"/>
                </a:cubicBezTo>
                <a:cubicBezTo>
                  <a:pt x="921973" y="7277"/>
                  <a:pt x="1028656" y="-16000"/>
                  <a:pt x="1304056" y="0"/>
                </a:cubicBezTo>
                <a:cubicBezTo>
                  <a:pt x="1579456" y="16000"/>
                  <a:pt x="1703881" y="12176"/>
                  <a:pt x="2048256" y="0"/>
                </a:cubicBezTo>
                <a:cubicBezTo>
                  <a:pt x="2046264" y="239847"/>
                  <a:pt x="2076706" y="432103"/>
                  <a:pt x="2048256" y="619744"/>
                </a:cubicBezTo>
                <a:cubicBezTo>
                  <a:pt x="2019806" y="807385"/>
                  <a:pt x="2034863" y="1080410"/>
                  <a:pt x="2048256" y="1239488"/>
                </a:cubicBezTo>
                <a:cubicBezTo>
                  <a:pt x="2061649" y="1398566"/>
                  <a:pt x="2045510" y="1613183"/>
                  <a:pt x="2048256" y="1770698"/>
                </a:cubicBezTo>
                <a:cubicBezTo>
                  <a:pt x="2051003" y="1928213"/>
                  <a:pt x="2074513" y="2089042"/>
                  <a:pt x="2048256" y="2360930"/>
                </a:cubicBezTo>
                <a:cubicBezTo>
                  <a:pt x="2021999" y="2632818"/>
                  <a:pt x="2041826" y="2795804"/>
                  <a:pt x="2048256" y="2951163"/>
                </a:cubicBezTo>
                <a:cubicBezTo>
                  <a:pt x="1777615" y="2949990"/>
                  <a:pt x="1590074" y="2922595"/>
                  <a:pt x="1385987" y="2951163"/>
                </a:cubicBezTo>
                <a:cubicBezTo>
                  <a:pt x="1181900" y="2979731"/>
                  <a:pt x="937289" y="2925220"/>
                  <a:pt x="703235" y="2951163"/>
                </a:cubicBezTo>
                <a:cubicBezTo>
                  <a:pt x="469181" y="2977106"/>
                  <a:pt x="279028" y="2952897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48256" h="2951163" stroke="0" extrusionOk="0">
                <a:moveTo>
                  <a:pt x="0" y="0"/>
                </a:moveTo>
                <a:cubicBezTo>
                  <a:pt x="202094" y="13324"/>
                  <a:pt x="347226" y="23935"/>
                  <a:pt x="621304" y="0"/>
                </a:cubicBezTo>
                <a:cubicBezTo>
                  <a:pt x="895382" y="-23935"/>
                  <a:pt x="1070239" y="14752"/>
                  <a:pt x="1263091" y="0"/>
                </a:cubicBezTo>
                <a:cubicBezTo>
                  <a:pt x="1455943" y="-14752"/>
                  <a:pt x="1811845" y="25403"/>
                  <a:pt x="2048256" y="0"/>
                </a:cubicBezTo>
                <a:cubicBezTo>
                  <a:pt x="2060438" y="245709"/>
                  <a:pt x="2038713" y="343479"/>
                  <a:pt x="2048256" y="560721"/>
                </a:cubicBezTo>
                <a:cubicBezTo>
                  <a:pt x="2057799" y="777963"/>
                  <a:pt x="2078146" y="886218"/>
                  <a:pt x="2048256" y="1209977"/>
                </a:cubicBezTo>
                <a:cubicBezTo>
                  <a:pt x="2018366" y="1533736"/>
                  <a:pt x="2041257" y="1542940"/>
                  <a:pt x="2048256" y="1711675"/>
                </a:cubicBezTo>
                <a:cubicBezTo>
                  <a:pt x="2055255" y="1880410"/>
                  <a:pt x="2058153" y="2114975"/>
                  <a:pt x="2048256" y="2242884"/>
                </a:cubicBezTo>
                <a:cubicBezTo>
                  <a:pt x="2038359" y="2370793"/>
                  <a:pt x="2079163" y="2753717"/>
                  <a:pt x="2048256" y="2951163"/>
                </a:cubicBezTo>
                <a:cubicBezTo>
                  <a:pt x="1902866" y="2942189"/>
                  <a:pt x="1732100" y="2949788"/>
                  <a:pt x="1426952" y="2951163"/>
                </a:cubicBezTo>
                <a:cubicBezTo>
                  <a:pt x="1121804" y="2952538"/>
                  <a:pt x="1052260" y="2937349"/>
                  <a:pt x="785165" y="2951163"/>
                </a:cubicBezTo>
                <a:cubicBezTo>
                  <a:pt x="518070" y="2964977"/>
                  <a:pt x="300455" y="2971486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Rechteck 2">
            <a:extLst>
              <a:ext uri="{FF2B5EF4-FFF2-40B4-BE49-F238E27FC236}">
                <a16:creationId xmlns:a16="http://schemas.microsoft.com/office/drawing/2014/main" id="{1E238174-F4CA-EC79-EC7E-98725C010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81525" y="525462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Rechteck 3">
            <a:extLst>
              <a:ext uri="{FF2B5EF4-FFF2-40B4-BE49-F238E27FC236}">
                <a16:creationId xmlns:a16="http://schemas.microsoft.com/office/drawing/2014/main" id="{0D4130CE-E73D-D3E4-DCF9-D91A5B7FE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5425" y="3622675"/>
            <a:ext cx="4248150" cy="2951163"/>
          </a:xfrm>
          <a:custGeom>
            <a:avLst/>
            <a:gdLst>
              <a:gd name="csX0" fmla="*/ 0 w 4248150"/>
              <a:gd name="csY0" fmla="*/ 0 h 2951163"/>
              <a:gd name="csX1" fmla="*/ 649360 w 4248150"/>
              <a:gd name="csY1" fmla="*/ 0 h 2951163"/>
              <a:gd name="csX2" fmla="*/ 1256239 w 4248150"/>
              <a:gd name="csY2" fmla="*/ 0 h 2951163"/>
              <a:gd name="csX3" fmla="*/ 1820636 w 4248150"/>
              <a:gd name="csY3" fmla="*/ 0 h 2951163"/>
              <a:gd name="csX4" fmla="*/ 2512477 w 4248150"/>
              <a:gd name="csY4" fmla="*/ 0 h 2951163"/>
              <a:gd name="csX5" fmla="*/ 3204319 w 4248150"/>
              <a:gd name="csY5" fmla="*/ 0 h 2951163"/>
              <a:gd name="csX6" fmla="*/ 4248150 w 4248150"/>
              <a:gd name="csY6" fmla="*/ 0 h 2951163"/>
              <a:gd name="csX7" fmla="*/ 4248150 w 4248150"/>
              <a:gd name="csY7" fmla="*/ 649256 h 2951163"/>
              <a:gd name="csX8" fmla="*/ 4248150 w 4248150"/>
              <a:gd name="csY8" fmla="*/ 1239488 h 2951163"/>
              <a:gd name="csX9" fmla="*/ 4248150 w 4248150"/>
              <a:gd name="csY9" fmla="*/ 1829721 h 2951163"/>
              <a:gd name="csX10" fmla="*/ 4248150 w 4248150"/>
              <a:gd name="csY10" fmla="*/ 2360930 h 2951163"/>
              <a:gd name="csX11" fmla="*/ 4248150 w 4248150"/>
              <a:gd name="csY11" fmla="*/ 2951163 h 2951163"/>
              <a:gd name="csX12" fmla="*/ 3683753 w 4248150"/>
              <a:gd name="csY12" fmla="*/ 2951163 h 2951163"/>
              <a:gd name="csX13" fmla="*/ 3161837 w 4248150"/>
              <a:gd name="csY13" fmla="*/ 2951163 h 2951163"/>
              <a:gd name="csX14" fmla="*/ 2554959 w 4248150"/>
              <a:gd name="csY14" fmla="*/ 2951163 h 2951163"/>
              <a:gd name="csX15" fmla="*/ 2033043 w 4248150"/>
              <a:gd name="csY15" fmla="*/ 2951163 h 2951163"/>
              <a:gd name="csX16" fmla="*/ 1383683 w 4248150"/>
              <a:gd name="csY16" fmla="*/ 2951163 h 2951163"/>
              <a:gd name="csX17" fmla="*/ 819286 w 4248150"/>
              <a:gd name="csY17" fmla="*/ 2951163 h 2951163"/>
              <a:gd name="csX18" fmla="*/ 0 w 4248150"/>
              <a:gd name="csY18" fmla="*/ 2951163 h 2951163"/>
              <a:gd name="csX19" fmla="*/ 0 w 4248150"/>
              <a:gd name="csY19" fmla="*/ 2449465 h 2951163"/>
              <a:gd name="csX20" fmla="*/ 0 w 4248150"/>
              <a:gd name="csY20" fmla="*/ 1947768 h 2951163"/>
              <a:gd name="csX21" fmla="*/ 0 w 4248150"/>
              <a:gd name="csY21" fmla="*/ 1328023 h 2951163"/>
              <a:gd name="csX22" fmla="*/ 0 w 4248150"/>
              <a:gd name="csY22" fmla="*/ 737791 h 2951163"/>
              <a:gd name="csX23" fmla="*/ 0 w 4248150"/>
              <a:gd name="csY23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48150" h="2951163" fill="none" extrusionOk="0">
                <a:moveTo>
                  <a:pt x="0" y="0"/>
                </a:moveTo>
                <a:cubicBezTo>
                  <a:pt x="317880" y="21825"/>
                  <a:pt x="434834" y="10906"/>
                  <a:pt x="649360" y="0"/>
                </a:cubicBezTo>
                <a:cubicBezTo>
                  <a:pt x="863886" y="-10906"/>
                  <a:pt x="1065298" y="24423"/>
                  <a:pt x="1256239" y="0"/>
                </a:cubicBezTo>
                <a:cubicBezTo>
                  <a:pt x="1447180" y="-24423"/>
                  <a:pt x="1566806" y="19345"/>
                  <a:pt x="1820636" y="0"/>
                </a:cubicBezTo>
                <a:cubicBezTo>
                  <a:pt x="2074466" y="-19345"/>
                  <a:pt x="2354963" y="-20815"/>
                  <a:pt x="2512477" y="0"/>
                </a:cubicBezTo>
                <a:cubicBezTo>
                  <a:pt x="2669991" y="20815"/>
                  <a:pt x="2900936" y="19344"/>
                  <a:pt x="3204319" y="0"/>
                </a:cubicBezTo>
                <a:cubicBezTo>
                  <a:pt x="3507702" y="-19344"/>
                  <a:pt x="3769996" y="45574"/>
                  <a:pt x="4248150" y="0"/>
                </a:cubicBezTo>
                <a:cubicBezTo>
                  <a:pt x="4268053" y="302134"/>
                  <a:pt x="4217183" y="366146"/>
                  <a:pt x="4248150" y="649256"/>
                </a:cubicBezTo>
                <a:cubicBezTo>
                  <a:pt x="4279117" y="932366"/>
                  <a:pt x="4244680" y="948471"/>
                  <a:pt x="4248150" y="1239488"/>
                </a:cubicBezTo>
                <a:cubicBezTo>
                  <a:pt x="4251620" y="1530505"/>
                  <a:pt x="4229121" y="1579728"/>
                  <a:pt x="4248150" y="1829721"/>
                </a:cubicBezTo>
                <a:cubicBezTo>
                  <a:pt x="4267179" y="2079714"/>
                  <a:pt x="4253357" y="2167357"/>
                  <a:pt x="4248150" y="2360930"/>
                </a:cubicBezTo>
                <a:cubicBezTo>
                  <a:pt x="4242943" y="2554503"/>
                  <a:pt x="4222023" y="2716323"/>
                  <a:pt x="4248150" y="2951163"/>
                </a:cubicBezTo>
                <a:cubicBezTo>
                  <a:pt x="4003048" y="2941943"/>
                  <a:pt x="3963122" y="2961960"/>
                  <a:pt x="3683753" y="2951163"/>
                </a:cubicBezTo>
                <a:cubicBezTo>
                  <a:pt x="3404384" y="2940366"/>
                  <a:pt x="3365316" y="2937697"/>
                  <a:pt x="3161837" y="2951163"/>
                </a:cubicBezTo>
                <a:cubicBezTo>
                  <a:pt x="2958358" y="2964629"/>
                  <a:pt x="2816511" y="2935387"/>
                  <a:pt x="2554959" y="2951163"/>
                </a:cubicBezTo>
                <a:cubicBezTo>
                  <a:pt x="2293407" y="2966939"/>
                  <a:pt x="2215392" y="2951286"/>
                  <a:pt x="2033043" y="2951163"/>
                </a:cubicBezTo>
                <a:cubicBezTo>
                  <a:pt x="1850694" y="2951040"/>
                  <a:pt x="1623404" y="2938797"/>
                  <a:pt x="1383683" y="2951163"/>
                </a:cubicBezTo>
                <a:cubicBezTo>
                  <a:pt x="1143962" y="2963529"/>
                  <a:pt x="974086" y="2978242"/>
                  <a:pt x="819286" y="2951163"/>
                </a:cubicBezTo>
                <a:cubicBezTo>
                  <a:pt x="664486" y="2924084"/>
                  <a:pt x="314977" y="2985871"/>
                  <a:pt x="0" y="2951163"/>
                </a:cubicBezTo>
                <a:cubicBezTo>
                  <a:pt x="10400" y="2833403"/>
                  <a:pt x="-8079" y="2689741"/>
                  <a:pt x="0" y="2449465"/>
                </a:cubicBezTo>
                <a:cubicBezTo>
                  <a:pt x="8079" y="2209189"/>
                  <a:pt x="-20119" y="2145230"/>
                  <a:pt x="0" y="1947768"/>
                </a:cubicBezTo>
                <a:cubicBezTo>
                  <a:pt x="20119" y="1750306"/>
                  <a:pt x="3698" y="1536620"/>
                  <a:pt x="0" y="1328023"/>
                </a:cubicBezTo>
                <a:cubicBezTo>
                  <a:pt x="-3698" y="1119426"/>
                  <a:pt x="-18480" y="909479"/>
                  <a:pt x="0" y="737791"/>
                </a:cubicBezTo>
                <a:cubicBezTo>
                  <a:pt x="18480" y="566103"/>
                  <a:pt x="-6834" y="283797"/>
                  <a:pt x="0" y="0"/>
                </a:cubicBezTo>
                <a:close/>
              </a:path>
              <a:path w="4248150" h="2951163" stroke="0" extrusionOk="0">
                <a:moveTo>
                  <a:pt x="0" y="0"/>
                </a:moveTo>
                <a:cubicBezTo>
                  <a:pt x="150604" y="22448"/>
                  <a:pt x="240946" y="-1826"/>
                  <a:pt x="479434" y="0"/>
                </a:cubicBezTo>
                <a:cubicBezTo>
                  <a:pt x="717922" y="1826"/>
                  <a:pt x="792817" y="3941"/>
                  <a:pt x="1001350" y="0"/>
                </a:cubicBezTo>
                <a:cubicBezTo>
                  <a:pt x="1209883" y="-3941"/>
                  <a:pt x="1470736" y="22828"/>
                  <a:pt x="1608228" y="0"/>
                </a:cubicBezTo>
                <a:cubicBezTo>
                  <a:pt x="1745720" y="-22828"/>
                  <a:pt x="2019360" y="20245"/>
                  <a:pt x="2172625" y="0"/>
                </a:cubicBezTo>
                <a:cubicBezTo>
                  <a:pt x="2325890" y="-20245"/>
                  <a:pt x="2560964" y="-13088"/>
                  <a:pt x="2694541" y="0"/>
                </a:cubicBezTo>
                <a:cubicBezTo>
                  <a:pt x="2828118" y="13088"/>
                  <a:pt x="3097385" y="-1340"/>
                  <a:pt x="3343901" y="0"/>
                </a:cubicBezTo>
                <a:cubicBezTo>
                  <a:pt x="3590417" y="1340"/>
                  <a:pt x="4062877" y="28857"/>
                  <a:pt x="4248150" y="0"/>
                </a:cubicBezTo>
                <a:cubicBezTo>
                  <a:pt x="4248255" y="211258"/>
                  <a:pt x="4241679" y="514894"/>
                  <a:pt x="4248150" y="649256"/>
                </a:cubicBezTo>
                <a:cubicBezTo>
                  <a:pt x="4254621" y="783618"/>
                  <a:pt x="4234639" y="969180"/>
                  <a:pt x="4248150" y="1150954"/>
                </a:cubicBezTo>
                <a:cubicBezTo>
                  <a:pt x="4261661" y="1332728"/>
                  <a:pt x="4252020" y="1576998"/>
                  <a:pt x="4248150" y="1800209"/>
                </a:cubicBezTo>
                <a:cubicBezTo>
                  <a:pt x="4244280" y="2023421"/>
                  <a:pt x="4254041" y="2072380"/>
                  <a:pt x="4248150" y="2331419"/>
                </a:cubicBezTo>
                <a:cubicBezTo>
                  <a:pt x="4242260" y="2590458"/>
                  <a:pt x="4225186" y="2806842"/>
                  <a:pt x="4248150" y="2951163"/>
                </a:cubicBezTo>
                <a:cubicBezTo>
                  <a:pt x="3936779" y="2918452"/>
                  <a:pt x="3837269" y="2921316"/>
                  <a:pt x="3556308" y="2951163"/>
                </a:cubicBezTo>
                <a:cubicBezTo>
                  <a:pt x="3275347" y="2981010"/>
                  <a:pt x="3159884" y="2933481"/>
                  <a:pt x="2991911" y="2951163"/>
                </a:cubicBezTo>
                <a:cubicBezTo>
                  <a:pt x="2823938" y="2968845"/>
                  <a:pt x="2510767" y="2921130"/>
                  <a:pt x="2342551" y="2951163"/>
                </a:cubicBezTo>
                <a:cubicBezTo>
                  <a:pt x="2174335" y="2981196"/>
                  <a:pt x="2030374" y="2950726"/>
                  <a:pt x="1863117" y="2951163"/>
                </a:cubicBezTo>
                <a:cubicBezTo>
                  <a:pt x="1695860" y="2951600"/>
                  <a:pt x="1603989" y="2969319"/>
                  <a:pt x="1383683" y="2951163"/>
                </a:cubicBezTo>
                <a:cubicBezTo>
                  <a:pt x="1163377" y="2933007"/>
                  <a:pt x="1042591" y="2962639"/>
                  <a:pt x="861768" y="2951163"/>
                </a:cubicBezTo>
                <a:cubicBezTo>
                  <a:pt x="680946" y="2939687"/>
                  <a:pt x="239181" y="2979784"/>
                  <a:pt x="0" y="2951163"/>
                </a:cubicBezTo>
                <a:cubicBezTo>
                  <a:pt x="-26144" y="2766674"/>
                  <a:pt x="27931" y="2563789"/>
                  <a:pt x="0" y="2390442"/>
                </a:cubicBezTo>
                <a:cubicBezTo>
                  <a:pt x="-27931" y="2217095"/>
                  <a:pt x="-19940" y="2036067"/>
                  <a:pt x="0" y="1800209"/>
                </a:cubicBezTo>
                <a:cubicBezTo>
                  <a:pt x="19940" y="1564351"/>
                  <a:pt x="5937" y="1533559"/>
                  <a:pt x="0" y="1269000"/>
                </a:cubicBezTo>
                <a:cubicBezTo>
                  <a:pt x="-5937" y="1004441"/>
                  <a:pt x="-2113" y="947347"/>
                  <a:pt x="0" y="737791"/>
                </a:cubicBezTo>
                <a:cubicBezTo>
                  <a:pt x="2113" y="528235"/>
                  <a:pt x="20187" y="34357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1" name="Rechteck 4">
            <a:extLst>
              <a:ext uri="{FF2B5EF4-FFF2-40B4-BE49-F238E27FC236}">
                <a16:creationId xmlns:a16="http://schemas.microsoft.com/office/drawing/2014/main" id="{2D83CC93-3215-688B-2C3C-C5BCB0987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81525" y="3624262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Rechteck 5">
            <a:extLst>
              <a:ext uri="{FF2B5EF4-FFF2-40B4-BE49-F238E27FC236}">
                <a16:creationId xmlns:a16="http://schemas.microsoft.com/office/drawing/2014/main" id="{85E351A2-D4CB-87E2-DDE3-D08E3FB3C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5424" y="6721475"/>
            <a:ext cx="6400269" cy="2951163"/>
          </a:xfrm>
          <a:custGeom>
            <a:avLst/>
            <a:gdLst>
              <a:gd name="csX0" fmla="*/ 0 w 6400269"/>
              <a:gd name="csY0" fmla="*/ 0 h 2951163"/>
              <a:gd name="csX1" fmla="*/ 512022 w 6400269"/>
              <a:gd name="csY1" fmla="*/ 0 h 2951163"/>
              <a:gd name="csX2" fmla="*/ 1152048 w 6400269"/>
              <a:gd name="csY2" fmla="*/ 0 h 2951163"/>
              <a:gd name="csX3" fmla="*/ 1664070 w 6400269"/>
              <a:gd name="csY3" fmla="*/ 0 h 2951163"/>
              <a:gd name="csX4" fmla="*/ 2368100 w 6400269"/>
              <a:gd name="csY4" fmla="*/ 0 h 2951163"/>
              <a:gd name="csX5" fmla="*/ 3072129 w 6400269"/>
              <a:gd name="csY5" fmla="*/ 0 h 2951163"/>
              <a:gd name="csX6" fmla="*/ 3584151 w 6400269"/>
              <a:gd name="csY6" fmla="*/ 0 h 2951163"/>
              <a:gd name="csX7" fmla="*/ 4032169 w 6400269"/>
              <a:gd name="csY7" fmla="*/ 0 h 2951163"/>
              <a:gd name="csX8" fmla="*/ 4672196 w 6400269"/>
              <a:gd name="csY8" fmla="*/ 0 h 2951163"/>
              <a:gd name="csX9" fmla="*/ 5440229 w 6400269"/>
              <a:gd name="csY9" fmla="*/ 0 h 2951163"/>
              <a:gd name="csX10" fmla="*/ 6400269 w 6400269"/>
              <a:gd name="csY10" fmla="*/ 0 h 2951163"/>
              <a:gd name="csX11" fmla="*/ 6400269 w 6400269"/>
              <a:gd name="csY11" fmla="*/ 560721 h 2951163"/>
              <a:gd name="csX12" fmla="*/ 6400269 w 6400269"/>
              <a:gd name="csY12" fmla="*/ 1091930 h 2951163"/>
              <a:gd name="csX13" fmla="*/ 6400269 w 6400269"/>
              <a:gd name="csY13" fmla="*/ 1711675 h 2951163"/>
              <a:gd name="csX14" fmla="*/ 6400269 w 6400269"/>
              <a:gd name="csY14" fmla="*/ 2272396 h 2951163"/>
              <a:gd name="csX15" fmla="*/ 6400269 w 6400269"/>
              <a:gd name="csY15" fmla="*/ 2951163 h 2951163"/>
              <a:gd name="csX16" fmla="*/ 5824245 w 6400269"/>
              <a:gd name="csY16" fmla="*/ 2951163 h 2951163"/>
              <a:gd name="csX17" fmla="*/ 5248221 w 6400269"/>
              <a:gd name="csY17" fmla="*/ 2951163 h 2951163"/>
              <a:gd name="csX18" fmla="*/ 4608194 w 6400269"/>
              <a:gd name="csY18" fmla="*/ 2951163 h 2951163"/>
              <a:gd name="csX19" fmla="*/ 3840161 w 6400269"/>
              <a:gd name="csY19" fmla="*/ 2951163 h 2951163"/>
              <a:gd name="csX20" fmla="*/ 3328140 w 6400269"/>
              <a:gd name="csY20" fmla="*/ 2951163 h 2951163"/>
              <a:gd name="csX21" fmla="*/ 2688113 w 6400269"/>
              <a:gd name="csY21" fmla="*/ 2951163 h 2951163"/>
              <a:gd name="csX22" fmla="*/ 2176091 w 6400269"/>
              <a:gd name="csY22" fmla="*/ 2951163 h 2951163"/>
              <a:gd name="csX23" fmla="*/ 1600067 w 6400269"/>
              <a:gd name="csY23" fmla="*/ 2951163 h 2951163"/>
              <a:gd name="csX24" fmla="*/ 896038 w 6400269"/>
              <a:gd name="csY24" fmla="*/ 2951163 h 2951163"/>
              <a:gd name="csX25" fmla="*/ 0 w 6400269"/>
              <a:gd name="csY25" fmla="*/ 2951163 h 2951163"/>
              <a:gd name="csX26" fmla="*/ 0 w 6400269"/>
              <a:gd name="csY26" fmla="*/ 2449465 h 2951163"/>
              <a:gd name="csX27" fmla="*/ 0 w 6400269"/>
              <a:gd name="csY27" fmla="*/ 1947768 h 2951163"/>
              <a:gd name="csX28" fmla="*/ 0 w 6400269"/>
              <a:gd name="csY28" fmla="*/ 1298512 h 2951163"/>
              <a:gd name="csX29" fmla="*/ 0 w 6400269"/>
              <a:gd name="csY29" fmla="*/ 796814 h 2951163"/>
              <a:gd name="csX30" fmla="*/ 0 w 6400269"/>
              <a:gd name="csY30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6400269" h="2951163" fill="none" extrusionOk="0">
                <a:moveTo>
                  <a:pt x="0" y="0"/>
                </a:moveTo>
                <a:cubicBezTo>
                  <a:pt x="155627" y="-18505"/>
                  <a:pt x="372887" y="-1088"/>
                  <a:pt x="512022" y="0"/>
                </a:cubicBezTo>
                <a:cubicBezTo>
                  <a:pt x="651157" y="1088"/>
                  <a:pt x="904976" y="-24611"/>
                  <a:pt x="1152048" y="0"/>
                </a:cubicBezTo>
                <a:cubicBezTo>
                  <a:pt x="1399120" y="24611"/>
                  <a:pt x="1519881" y="-22310"/>
                  <a:pt x="1664070" y="0"/>
                </a:cubicBezTo>
                <a:cubicBezTo>
                  <a:pt x="1808259" y="22310"/>
                  <a:pt x="2142216" y="-19893"/>
                  <a:pt x="2368100" y="0"/>
                </a:cubicBezTo>
                <a:cubicBezTo>
                  <a:pt x="2593984" y="19893"/>
                  <a:pt x="2732400" y="-13337"/>
                  <a:pt x="3072129" y="0"/>
                </a:cubicBezTo>
                <a:cubicBezTo>
                  <a:pt x="3411858" y="13337"/>
                  <a:pt x="3422584" y="7131"/>
                  <a:pt x="3584151" y="0"/>
                </a:cubicBezTo>
                <a:cubicBezTo>
                  <a:pt x="3745718" y="-7131"/>
                  <a:pt x="3856681" y="-15587"/>
                  <a:pt x="4032169" y="0"/>
                </a:cubicBezTo>
                <a:cubicBezTo>
                  <a:pt x="4207657" y="15587"/>
                  <a:pt x="4440680" y="3571"/>
                  <a:pt x="4672196" y="0"/>
                </a:cubicBezTo>
                <a:cubicBezTo>
                  <a:pt x="4903712" y="-3571"/>
                  <a:pt x="5142227" y="10125"/>
                  <a:pt x="5440229" y="0"/>
                </a:cubicBezTo>
                <a:cubicBezTo>
                  <a:pt x="5738231" y="-10125"/>
                  <a:pt x="6118982" y="-23249"/>
                  <a:pt x="6400269" y="0"/>
                </a:cubicBezTo>
                <a:cubicBezTo>
                  <a:pt x="6390288" y="231921"/>
                  <a:pt x="6407697" y="367775"/>
                  <a:pt x="6400269" y="560721"/>
                </a:cubicBezTo>
                <a:cubicBezTo>
                  <a:pt x="6392841" y="753667"/>
                  <a:pt x="6402638" y="843367"/>
                  <a:pt x="6400269" y="1091930"/>
                </a:cubicBezTo>
                <a:cubicBezTo>
                  <a:pt x="6397900" y="1340493"/>
                  <a:pt x="6418642" y="1483989"/>
                  <a:pt x="6400269" y="1711675"/>
                </a:cubicBezTo>
                <a:cubicBezTo>
                  <a:pt x="6381896" y="1939362"/>
                  <a:pt x="6416956" y="2014409"/>
                  <a:pt x="6400269" y="2272396"/>
                </a:cubicBezTo>
                <a:cubicBezTo>
                  <a:pt x="6383582" y="2530383"/>
                  <a:pt x="6397198" y="2641221"/>
                  <a:pt x="6400269" y="2951163"/>
                </a:cubicBezTo>
                <a:cubicBezTo>
                  <a:pt x="6240632" y="2964985"/>
                  <a:pt x="6081192" y="2929533"/>
                  <a:pt x="5824245" y="2951163"/>
                </a:cubicBezTo>
                <a:cubicBezTo>
                  <a:pt x="5567298" y="2972793"/>
                  <a:pt x="5511873" y="2946992"/>
                  <a:pt x="5248221" y="2951163"/>
                </a:cubicBezTo>
                <a:cubicBezTo>
                  <a:pt x="4984569" y="2955334"/>
                  <a:pt x="4799896" y="2942007"/>
                  <a:pt x="4608194" y="2951163"/>
                </a:cubicBezTo>
                <a:cubicBezTo>
                  <a:pt x="4416492" y="2960319"/>
                  <a:pt x="4008282" y="2984949"/>
                  <a:pt x="3840161" y="2951163"/>
                </a:cubicBezTo>
                <a:cubicBezTo>
                  <a:pt x="3672040" y="2917377"/>
                  <a:pt x="3485187" y="2937173"/>
                  <a:pt x="3328140" y="2951163"/>
                </a:cubicBezTo>
                <a:cubicBezTo>
                  <a:pt x="3171093" y="2965153"/>
                  <a:pt x="2933283" y="2978693"/>
                  <a:pt x="2688113" y="2951163"/>
                </a:cubicBezTo>
                <a:cubicBezTo>
                  <a:pt x="2442943" y="2923633"/>
                  <a:pt x="2395014" y="2941007"/>
                  <a:pt x="2176091" y="2951163"/>
                </a:cubicBezTo>
                <a:cubicBezTo>
                  <a:pt x="1957168" y="2961319"/>
                  <a:pt x="1856637" y="2971909"/>
                  <a:pt x="1600067" y="2951163"/>
                </a:cubicBezTo>
                <a:cubicBezTo>
                  <a:pt x="1343497" y="2930417"/>
                  <a:pt x="1224441" y="2972847"/>
                  <a:pt x="896038" y="2951163"/>
                </a:cubicBezTo>
                <a:cubicBezTo>
                  <a:pt x="567635" y="2929479"/>
                  <a:pt x="384134" y="2973404"/>
                  <a:pt x="0" y="2951163"/>
                </a:cubicBezTo>
                <a:cubicBezTo>
                  <a:pt x="-21148" y="2823962"/>
                  <a:pt x="4380" y="2677191"/>
                  <a:pt x="0" y="2449465"/>
                </a:cubicBezTo>
                <a:cubicBezTo>
                  <a:pt x="-4380" y="2221739"/>
                  <a:pt x="5500" y="2141376"/>
                  <a:pt x="0" y="1947768"/>
                </a:cubicBezTo>
                <a:cubicBezTo>
                  <a:pt x="-5500" y="1754160"/>
                  <a:pt x="1517" y="1622425"/>
                  <a:pt x="0" y="1298512"/>
                </a:cubicBezTo>
                <a:cubicBezTo>
                  <a:pt x="-1517" y="974599"/>
                  <a:pt x="13448" y="936950"/>
                  <a:pt x="0" y="796814"/>
                </a:cubicBezTo>
                <a:cubicBezTo>
                  <a:pt x="-13448" y="656678"/>
                  <a:pt x="18167" y="293421"/>
                  <a:pt x="0" y="0"/>
                </a:cubicBezTo>
                <a:close/>
              </a:path>
              <a:path w="6400269" h="2951163" stroke="0" extrusionOk="0">
                <a:moveTo>
                  <a:pt x="0" y="0"/>
                </a:moveTo>
                <a:cubicBezTo>
                  <a:pt x="218521" y="14820"/>
                  <a:pt x="256491" y="968"/>
                  <a:pt x="448019" y="0"/>
                </a:cubicBezTo>
                <a:cubicBezTo>
                  <a:pt x="639547" y="-968"/>
                  <a:pt x="809836" y="-4969"/>
                  <a:pt x="960040" y="0"/>
                </a:cubicBezTo>
                <a:cubicBezTo>
                  <a:pt x="1110244" y="4969"/>
                  <a:pt x="1387062" y="12871"/>
                  <a:pt x="1600067" y="0"/>
                </a:cubicBezTo>
                <a:cubicBezTo>
                  <a:pt x="1813072" y="-12871"/>
                  <a:pt x="1966465" y="-25712"/>
                  <a:pt x="2176091" y="0"/>
                </a:cubicBezTo>
                <a:cubicBezTo>
                  <a:pt x="2385717" y="25712"/>
                  <a:pt x="2547337" y="-22983"/>
                  <a:pt x="2688113" y="0"/>
                </a:cubicBezTo>
                <a:cubicBezTo>
                  <a:pt x="2828889" y="22983"/>
                  <a:pt x="3117060" y="26807"/>
                  <a:pt x="3392143" y="0"/>
                </a:cubicBezTo>
                <a:cubicBezTo>
                  <a:pt x="3667226" y="-26807"/>
                  <a:pt x="3831649" y="-9757"/>
                  <a:pt x="4096172" y="0"/>
                </a:cubicBezTo>
                <a:cubicBezTo>
                  <a:pt x="4360695" y="9757"/>
                  <a:pt x="4616937" y="28082"/>
                  <a:pt x="4864204" y="0"/>
                </a:cubicBezTo>
                <a:cubicBezTo>
                  <a:pt x="5111471" y="-28082"/>
                  <a:pt x="5314230" y="-3938"/>
                  <a:pt x="5440229" y="0"/>
                </a:cubicBezTo>
                <a:cubicBezTo>
                  <a:pt x="5566229" y="3938"/>
                  <a:pt x="6112814" y="41935"/>
                  <a:pt x="6400269" y="0"/>
                </a:cubicBezTo>
                <a:cubicBezTo>
                  <a:pt x="6416041" y="136988"/>
                  <a:pt x="6396303" y="444909"/>
                  <a:pt x="6400269" y="590233"/>
                </a:cubicBezTo>
                <a:cubicBezTo>
                  <a:pt x="6404235" y="735557"/>
                  <a:pt x="6387973" y="891046"/>
                  <a:pt x="6400269" y="1091930"/>
                </a:cubicBezTo>
                <a:cubicBezTo>
                  <a:pt x="6412565" y="1292814"/>
                  <a:pt x="6404322" y="1580484"/>
                  <a:pt x="6400269" y="1741186"/>
                </a:cubicBezTo>
                <a:cubicBezTo>
                  <a:pt x="6396216" y="1901888"/>
                  <a:pt x="6423304" y="2030121"/>
                  <a:pt x="6400269" y="2242884"/>
                </a:cubicBezTo>
                <a:cubicBezTo>
                  <a:pt x="6377234" y="2455647"/>
                  <a:pt x="6431995" y="2746667"/>
                  <a:pt x="6400269" y="2951163"/>
                </a:cubicBezTo>
                <a:cubicBezTo>
                  <a:pt x="6270805" y="2942577"/>
                  <a:pt x="6107950" y="2956933"/>
                  <a:pt x="5952250" y="2951163"/>
                </a:cubicBezTo>
                <a:cubicBezTo>
                  <a:pt x="5796550" y="2945393"/>
                  <a:pt x="5712483" y="2971072"/>
                  <a:pt x="5504231" y="2951163"/>
                </a:cubicBezTo>
                <a:cubicBezTo>
                  <a:pt x="5295979" y="2931254"/>
                  <a:pt x="5102235" y="2955012"/>
                  <a:pt x="4992210" y="2951163"/>
                </a:cubicBezTo>
                <a:cubicBezTo>
                  <a:pt x="4882185" y="2947314"/>
                  <a:pt x="4647496" y="2963406"/>
                  <a:pt x="4416186" y="2951163"/>
                </a:cubicBezTo>
                <a:cubicBezTo>
                  <a:pt x="4184876" y="2938920"/>
                  <a:pt x="4026902" y="2930045"/>
                  <a:pt x="3840161" y="2951163"/>
                </a:cubicBezTo>
                <a:cubicBezTo>
                  <a:pt x="3653421" y="2972281"/>
                  <a:pt x="3570124" y="2951166"/>
                  <a:pt x="3392143" y="2951163"/>
                </a:cubicBezTo>
                <a:cubicBezTo>
                  <a:pt x="3214162" y="2951160"/>
                  <a:pt x="3148609" y="2932066"/>
                  <a:pt x="2944124" y="2951163"/>
                </a:cubicBezTo>
                <a:cubicBezTo>
                  <a:pt x="2739639" y="2970260"/>
                  <a:pt x="2423302" y="2950061"/>
                  <a:pt x="2240094" y="2951163"/>
                </a:cubicBezTo>
                <a:cubicBezTo>
                  <a:pt x="2056886" y="2952266"/>
                  <a:pt x="1953480" y="2950793"/>
                  <a:pt x="1728073" y="2951163"/>
                </a:cubicBezTo>
                <a:cubicBezTo>
                  <a:pt x="1502666" y="2951533"/>
                  <a:pt x="1371872" y="2939328"/>
                  <a:pt x="1088046" y="2951163"/>
                </a:cubicBezTo>
                <a:cubicBezTo>
                  <a:pt x="804220" y="2962998"/>
                  <a:pt x="500368" y="2961448"/>
                  <a:pt x="0" y="2951163"/>
                </a:cubicBezTo>
                <a:cubicBezTo>
                  <a:pt x="24451" y="2723797"/>
                  <a:pt x="27329" y="2549251"/>
                  <a:pt x="0" y="2390442"/>
                </a:cubicBezTo>
                <a:cubicBezTo>
                  <a:pt x="-27329" y="2231633"/>
                  <a:pt x="8947" y="2043707"/>
                  <a:pt x="0" y="1800209"/>
                </a:cubicBezTo>
                <a:cubicBezTo>
                  <a:pt x="-8947" y="1556711"/>
                  <a:pt x="-10213" y="1432854"/>
                  <a:pt x="0" y="1269000"/>
                </a:cubicBezTo>
                <a:cubicBezTo>
                  <a:pt x="10213" y="1105146"/>
                  <a:pt x="-12688" y="792344"/>
                  <a:pt x="0" y="649256"/>
                </a:cubicBezTo>
                <a:cubicBezTo>
                  <a:pt x="12688" y="506168"/>
                  <a:pt x="-11329" y="17489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Rechteck 2">
            <a:extLst>
              <a:ext uri="{FF2B5EF4-FFF2-40B4-BE49-F238E27FC236}">
                <a16:creationId xmlns:a16="http://schemas.microsoft.com/office/drawing/2014/main" id="{55155145-BD3C-0F14-C6DC-CAC8CC818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2306" y="549564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Textfeld 138">
            <a:extLst>
              <a:ext uri="{FF2B5EF4-FFF2-40B4-BE49-F238E27FC236}">
                <a16:creationId xmlns:a16="http://schemas.microsoft.com/office/drawing/2014/main" id="{FF376157-C7AA-DF93-70BE-B947B10C3CC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4551" y="221488"/>
            <a:ext cx="3985335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defRPr sz="1000">
                <a:latin typeface="Oswald Medium" panose="020F0502020204030204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ngolin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914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4C4A-945E-4A56-A1E7-C9D60F5427FF}" type="slidenum">
              <a:rPr lang="de-AT" smtClean="0"/>
              <a:t>‹#›</a:t>
            </a:fld>
            <a:endParaRPr lang="de-AT"/>
          </a:p>
        </p:txBody>
      </p:sp>
      <p:sp>
        <p:nvSpPr>
          <p:cNvPr id="7" name="Rechteck 1">
            <a:extLst>
              <a:ext uri="{FF2B5EF4-FFF2-40B4-BE49-F238E27FC236}">
                <a16:creationId xmlns:a16="http://schemas.microsoft.com/office/drawing/2014/main" id="{860F3F8F-FF70-8650-A4A0-A44FBBDCF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11227" y="523875"/>
            <a:ext cx="2048256" cy="2951163"/>
          </a:xfrm>
          <a:custGeom>
            <a:avLst/>
            <a:gdLst>
              <a:gd name="csX0" fmla="*/ 0 w 2048256"/>
              <a:gd name="csY0" fmla="*/ 0 h 2951163"/>
              <a:gd name="csX1" fmla="*/ 682752 w 2048256"/>
              <a:gd name="csY1" fmla="*/ 0 h 2951163"/>
              <a:gd name="csX2" fmla="*/ 1304056 w 2048256"/>
              <a:gd name="csY2" fmla="*/ 0 h 2951163"/>
              <a:gd name="csX3" fmla="*/ 2048256 w 2048256"/>
              <a:gd name="csY3" fmla="*/ 0 h 2951163"/>
              <a:gd name="csX4" fmla="*/ 2048256 w 2048256"/>
              <a:gd name="csY4" fmla="*/ 619744 h 2951163"/>
              <a:gd name="csX5" fmla="*/ 2048256 w 2048256"/>
              <a:gd name="csY5" fmla="*/ 1239488 h 2951163"/>
              <a:gd name="csX6" fmla="*/ 2048256 w 2048256"/>
              <a:gd name="csY6" fmla="*/ 1770698 h 2951163"/>
              <a:gd name="csX7" fmla="*/ 2048256 w 2048256"/>
              <a:gd name="csY7" fmla="*/ 2360930 h 2951163"/>
              <a:gd name="csX8" fmla="*/ 2048256 w 2048256"/>
              <a:gd name="csY8" fmla="*/ 2951163 h 2951163"/>
              <a:gd name="csX9" fmla="*/ 1385987 w 2048256"/>
              <a:gd name="csY9" fmla="*/ 2951163 h 2951163"/>
              <a:gd name="csX10" fmla="*/ 703235 w 2048256"/>
              <a:gd name="csY10" fmla="*/ 2951163 h 2951163"/>
              <a:gd name="csX11" fmla="*/ 0 w 2048256"/>
              <a:gd name="csY11" fmla="*/ 2951163 h 2951163"/>
              <a:gd name="csX12" fmla="*/ 0 w 2048256"/>
              <a:gd name="csY12" fmla="*/ 2331419 h 2951163"/>
              <a:gd name="csX13" fmla="*/ 0 w 2048256"/>
              <a:gd name="csY13" fmla="*/ 1682163 h 2951163"/>
              <a:gd name="csX14" fmla="*/ 0 w 2048256"/>
              <a:gd name="csY14" fmla="*/ 1062419 h 2951163"/>
              <a:gd name="csX15" fmla="*/ 0 w 2048256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48256" h="2951163" fill="none" extrusionOk="0">
                <a:moveTo>
                  <a:pt x="0" y="0"/>
                </a:moveTo>
                <a:cubicBezTo>
                  <a:pt x="145745" y="-14563"/>
                  <a:pt x="443531" y="-7277"/>
                  <a:pt x="682752" y="0"/>
                </a:cubicBezTo>
                <a:cubicBezTo>
                  <a:pt x="921973" y="7277"/>
                  <a:pt x="1028656" y="-16000"/>
                  <a:pt x="1304056" y="0"/>
                </a:cubicBezTo>
                <a:cubicBezTo>
                  <a:pt x="1579456" y="16000"/>
                  <a:pt x="1703881" y="12176"/>
                  <a:pt x="2048256" y="0"/>
                </a:cubicBezTo>
                <a:cubicBezTo>
                  <a:pt x="2046264" y="239847"/>
                  <a:pt x="2076706" y="432103"/>
                  <a:pt x="2048256" y="619744"/>
                </a:cubicBezTo>
                <a:cubicBezTo>
                  <a:pt x="2019806" y="807385"/>
                  <a:pt x="2034863" y="1080410"/>
                  <a:pt x="2048256" y="1239488"/>
                </a:cubicBezTo>
                <a:cubicBezTo>
                  <a:pt x="2061649" y="1398566"/>
                  <a:pt x="2045510" y="1613183"/>
                  <a:pt x="2048256" y="1770698"/>
                </a:cubicBezTo>
                <a:cubicBezTo>
                  <a:pt x="2051003" y="1928213"/>
                  <a:pt x="2074513" y="2089042"/>
                  <a:pt x="2048256" y="2360930"/>
                </a:cubicBezTo>
                <a:cubicBezTo>
                  <a:pt x="2021999" y="2632818"/>
                  <a:pt x="2041826" y="2795804"/>
                  <a:pt x="2048256" y="2951163"/>
                </a:cubicBezTo>
                <a:cubicBezTo>
                  <a:pt x="1777615" y="2949990"/>
                  <a:pt x="1590074" y="2922595"/>
                  <a:pt x="1385987" y="2951163"/>
                </a:cubicBezTo>
                <a:cubicBezTo>
                  <a:pt x="1181900" y="2979731"/>
                  <a:pt x="937289" y="2925220"/>
                  <a:pt x="703235" y="2951163"/>
                </a:cubicBezTo>
                <a:cubicBezTo>
                  <a:pt x="469181" y="2977106"/>
                  <a:pt x="279028" y="2952897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48256" h="2951163" stroke="0" extrusionOk="0">
                <a:moveTo>
                  <a:pt x="0" y="0"/>
                </a:moveTo>
                <a:cubicBezTo>
                  <a:pt x="202094" y="13324"/>
                  <a:pt x="347226" y="23935"/>
                  <a:pt x="621304" y="0"/>
                </a:cubicBezTo>
                <a:cubicBezTo>
                  <a:pt x="895382" y="-23935"/>
                  <a:pt x="1070239" y="14752"/>
                  <a:pt x="1263091" y="0"/>
                </a:cubicBezTo>
                <a:cubicBezTo>
                  <a:pt x="1455943" y="-14752"/>
                  <a:pt x="1811845" y="25403"/>
                  <a:pt x="2048256" y="0"/>
                </a:cubicBezTo>
                <a:cubicBezTo>
                  <a:pt x="2060438" y="245709"/>
                  <a:pt x="2038713" y="343479"/>
                  <a:pt x="2048256" y="560721"/>
                </a:cubicBezTo>
                <a:cubicBezTo>
                  <a:pt x="2057799" y="777963"/>
                  <a:pt x="2078146" y="886218"/>
                  <a:pt x="2048256" y="1209977"/>
                </a:cubicBezTo>
                <a:cubicBezTo>
                  <a:pt x="2018366" y="1533736"/>
                  <a:pt x="2041257" y="1542940"/>
                  <a:pt x="2048256" y="1711675"/>
                </a:cubicBezTo>
                <a:cubicBezTo>
                  <a:pt x="2055255" y="1880410"/>
                  <a:pt x="2058153" y="2114975"/>
                  <a:pt x="2048256" y="2242884"/>
                </a:cubicBezTo>
                <a:cubicBezTo>
                  <a:pt x="2038359" y="2370793"/>
                  <a:pt x="2079163" y="2753717"/>
                  <a:pt x="2048256" y="2951163"/>
                </a:cubicBezTo>
                <a:cubicBezTo>
                  <a:pt x="1902866" y="2942189"/>
                  <a:pt x="1732100" y="2949788"/>
                  <a:pt x="1426952" y="2951163"/>
                </a:cubicBezTo>
                <a:cubicBezTo>
                  <a:pt x="1121804" y="2952538"/>
                  <a:pt x="1052260" y="2937349"/>
                  <a:pt x="785165" y="2951163"/>
                </a:cubicBezTo>
                <a:cubicBezTo>
                  <a:pt x="518070" y="2964977"/>
                  <a:pt x="300455" y="2971486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echteck 2">
            <a:extLst>
              <a:ext uri="{FF2B5EF4-FFF2-40B4-BE49-F238E27FC236}">
                <a16:creationId xmlns:a16="http://schemas.microsoft.com/office/drawing/2014/main" id="{953F9640-00ED-D2D1-191E-D1BCAF8A4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81525" y="525462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Rechteck 3">
            <a:extLst>
              <a:ext uri="{FF2B5EF4-FFF2-40B4-BE49-F238E27FC236}">
                <a16:creationId xmlns:a16="http://schemas.microsoft.com/office/drawing/2014/main" id="{9AA6E163-324B-C948-4C0F-7B73B2585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5425" y="3622675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0" name="Rechteck 4">
            <a:extLst>
              <a:ext uri="{FF2B5EF4-FFF2-40B4-BE49-F238E27FC236}">
                <a16:creationId xmlns:a16="http://schemas.microsoft.com/office/drawing/2014/main" id="{E030425A-30F5-643E-96C5-1C2DDB45D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81525" y="3624262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Rechteck 5">
            <a:extLst>
              <a:ext uri="{FF2B5EF4-FFF2-40B4-BE49-F238E27FC236}">
                <a16:creationId xmlns:a16="http://schemas.microsoft.com/office/drawing/2014/main" id="{71724472-CBFA-0CC9-94A5-C32B4866A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5425" y="6721475"/>
            <a:ext cx="2057932" cy="2951163"/>
          </a:xfrm>
          <a:custGeom>
            <a:avLst/>
            <a:gdLst>
              <a:gd name="csX0" fmla="*/ 0 w 2057932"/>
              <a:gd name="csY0" fmla="*/ 0 h 2951163"/>
              <a:gd name="csX1" fmla="*/ 685977 w 2057932"/>
              <a:gd name="csY1" fmla="*/ 0 h 2951163"/>
              <a:gd name="csX2" fmla="*/ 1310217 w 2057932"/>
              <a:gd name="csY2" fmla="*/ 0 h 2951163"/>
              <a:gd name="csX3" fmla="*/ 2057932 w 2057932"/>
              <a:gd name="csY3" fmla="*/ 0 h 2951163"/>
              <a:gd name="csX4" fmla="*/ 2057932 w 2057932"/>
              <a:gd name="csY4" fmla="*/ 619744 h 2951163"/>
              <a:gd name="csX5" fmla="*/ 2057932 w 2057932"/>
              <a:gd name="csY5" fmla="*/ 1239488 h 2951163"/>
              <a:gd name="csX6" fmla="*/ 2057932 w 2057932"/>
              <a:gd name="csY6" fmla="*/ 1770698 h 2951163"/>
              <a:gd name="csX7" fmla="*/ 2057932 w 2057932"/>
              <a:gd name="csY7" fmla="*/ 2360930 h 2951163"/>
              <a:gd name="csX8" fmla="*/ 2057932 w 2057932"/>
              <a:gd name="csY8" fmla="*/ 2951163 h 2951163"/>
              <a:gd name="csX9" fmla="*/ 1392534 w 2057932"/>
              <a:gd name="csY9" fmla="*/ 2951163 h 2951163"/>
              <a:gd name="csX10" fmla="*/ 706557 w 2057932"/>
              <a:gd name="csY10" fmla="*/ 2951163 h 2951163"/>
              <a:gd name="csX11" fmla="*/ 0 w 2057932"/>
              <a:gd name="csY11" fmla="*/ 2951163 h 2951163"/>
              <a:gd name="csX12" fmla="*/ 0 w 2057932"/>
              <a:gd name="csY12" fmla="*/ 2331419 h 2951163"/>
              <a:gd name="csX13" fmla="*/ 0 w 2057932"/>
              <a:gd name="csY13" fmla="*/ 1682163 h 2951163"/>
              <a:gd name="csX14" fmla="*/ 0 w 2057932"/>
              <a:gd name="csY14" fmla="*/ 1062419 h 2951163"/>
              <a:gd name="csX15" fmla="*/ 0 w 2057932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7932" h="2951163" fill="none" extrusionOk="0">
                <a:moveTo>
                  <a:pt x="0" y="0"/>
                </a:moveTo>
                <a:cubicBezTo>
                  <a:pt x="307298" y="18856"/>
                  <a:pt x="390280" y="-2913"/>
                  <a:pt x="685977" y="0"/>
                </a:cubicBezTo>
                <a:cubicBezTo>
                  <a:pt x="981674" y="2913"/>
                  <a:pt x="1107368" y="8660"/>
                  <a:pt x="1310217" y="0"/>
                </a:cubicBezTo>
                <a:cubicBezTo>
                  <a:pt x="1513066" y="-8660"/>
                  <a:pt x="1807343" y="30970"/>
                  <a:pt x="2057932" y="0"/>
                </a:cubicBezTo>
                <a:cubicBezTo>
                  <a:pt x="2055940" y="239847"/>
                  <a:pt x="2086382" y="432103"/>
                  <a:pt x="2057932" y="619744"/>
                </a:cubicBezTo>
                <a:cubicBezTo>
                  <a:pt x="2029482" y="807385"/>
                  <a:pt x="2044539" y="1080410"/>
                  <a:pt x="2057932" y="1239488"/>
                </a:cubicBezTo>
                <a:cubicBezTo>
                  <a:pt x="2071325" y="1398566"/>
                  <a:pt x="2055186" y="1613183"/>
                  <a:pt x="2057932" y="1770698"/>
                </a:cubicBezTo>
                <a:cubicBezTo>
                  <a:pt x="2060679" y="1928213"/>
                  <a:pt x="2084189" y="2089042"/>
                  <a:pt x="2057932" y="2360930"/>
                </a:cubicBezTo>
                <a:cubicBezTo>
                  <a:pt x="2031675" y="2632818"/>
                  <a:pt x="2051502" y="2795804"/>
                  <a:pt x="2057932" y="2951163"/>
                </a:cubicBezTo>
                <a:cubicBezTo>
                  <a:pt x="1790244" y="2960948"/>
                  <a:pt x="1633915" y="2930769"/>
                  <a:pt x="1392534" y="2951163"/>
                </a:cubicBezTo>
                <a:cubicBezTo>
                  <a:pt x="1151153" y="2971557"/>
                  <a:pt x="1003410" y="2949952"/>
                  <a:pt x="706557" y="2951163"/>
                </a:cubicBezTo>
                <a:cubicBezTo>
                  <a:pt x="409704" y="2952374"/>
                  <a:pt x="166034" y="2972217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7932" h="2951163" stroke="0" extrusionOk="0">
                <a:moveTo>
                  <a:pt x="0" y="0"/>
                </a:moveTo>
                <a:cubicBezTo>
                  <a:pt x="265600" y="20397"/>
                  <a:pt x="453265" y="14680"/>
                  <a:pt x="624239" y="0"/>
                </a:cubicBezTo>
                <a:cubicBezTo>
                  <a:pt x="795213" y="-14680"/>
                  <a:pt x="1080079" y="13609"/>
                  <a:pt x="1269058" y="0"/>
                </a:cubicBezTo>
                <a:cubicBezTo>
                  <a:pt x="1458037" y="-13609"/>
                  <a:pt x="1694969" y="29626"/>
                  <a:pt x="2057932" y="0"/>
                </a:cubicBezTo>
                <a:cubicBezTo>
                  <a:pt x="2070114" y="245709"/>
                  <a:pt x="2048389" y="343479"/>
                  <a:pt x="2057932" y="560721"/>
                </a:cubicBezTo>
                <a:cubicBezTo>
                  <a:pt x="2067475" y="777963"/>
                  <a:pt x="2087822" y="886218"/>
                  <a:pt x="2057932" y="1209977"/>
                </a:cubicBezTo>
                <a:cubicBezTo>
                  <a:pt x="2028042" y="1533736"/>
                  <a:pt x="2050933" y="1542940"/>
                  <a:pt x="2057932" y="1711675"/>
                </a:cubicBezTo>
                <a:cubicBezTo>
                  <a:pt x="2064931" y="1880410"/>
                  <a:pt x="2067829" y="2114975"/>
                  <a:pt x="2057932" y="2242884"/>
                </a:cubicBezTo>
                <a:cubicBezTo>
                  <a:pt x="2048035" y="2370793"/>
                  <a:pt x="2088839" y="2753717"/>
                  <a:pt x="2057932" y="2951163"/>
                </a:cubicBezTo>
                <a:cubicBezTo>
                  <a:pt x="1907229" y="2959468"/>
                  <a:pt x="1646668" y="2975239"/>
                  <a:pt x="1433693" y="2951163"/>
                </a:cubicBezTo>
                <a:cubicBezTo>
                  <a:pt x="1220718" y="2927087"/>
                  <a:pt x="1098860" y="2967386"/>
                  <a:pt x="788874" y="2951163"/>
                </a:cubicBezTo>
                <a:cubicBezTo>
                  <a:pt x="478888" y="2934940"/>
                  <a:pt x="167909" y="2932722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Textfeld 138">
            <a:extLst>
              <a:ext uri="{FF2B5EF4-FFF2-40B4-BE49-F238E27FC236}">
                <a16:creationId xmlns:a16="http://schemas.microsoft.com/office/drawing/2014/main" id="{84DAA83B-7991-6E2D-6864-A55A03C76CD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4551" y="221488"/>
            <a:ext cx="3985335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defRPr sz="1000">
                <a:latin typeface="Oswald Light" panose="020F0502020204030204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ngolin" panose="00000500000000000000" pitchFamily="2" charset="0"/>
              <a:ea typeface="+mn-ea"/>
              <a:cs typeface="+mn-cs"/>
            </a:endParaRPr>
          </a:p>
        </p:txBody>
      </p:sp>
      <p:sp>
        <p:nvSpPr>
          <p:cNvPr id="17" name="Rechteck 2">
            <a:extLst>
              <a:ext uri="{FF2B5EF4-FFF2-40B4-BE49-F238E27FC236}">
                <a16:creationId xmlns:a16="http://schemas.microsoft.com/office/drawing/2014/main" id="{70688C19-AFCD-5974-1EE4-8BE866E92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2306" y="549564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Rechteck 1">
            <a:extLst>
              <a:ext uri="{FF2B5EF4-FFF2-40B4-BE49-F238E27FC236}">
                <a16:creationId xmlns:a16="http://schemas.microsoft.com/office/drawing/2014/main" id="{D24C6A22-B06B-71A0-72E8-0C7D3C91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11227" y="3622675"/>
            <a:ext cx="2048256" cy="2951163"/>
          </a:xfrm>
          <a:custGeom>
            <a:avLst/>
            <a:gdLst>
              <a:gd name="csX0" fmla="*/ 0 w 2048256"/>
              <a:gd name="csY0" fmla="*/ 0 h 2951163"/>
              <a:gd name="csX1" fmla="*/ 682752 w 2048256"/>
              <a:gd name="csY1" fmla="*/ 0 h 2951163"/>
              <a:gd name="csX2" fmla="*/ 1304056 w 2048256"/>
              <a:gd name="csY2" fmla="*/ 0 h 2951163"/>
              <a:gd name="csX3" fmla="*/ 2048256 w 2048256"/>
              <a:gd name="csY3" fmla="*/ 0 h 2951163"/>
              <a:gd name="csX4" fmla="*/ 2048256 w 2048256"/>
              <a:gd name="csY4" fmla="*/ 619744 h 2951163"/>
              <a:gd name="csX5" fmla="*/ 2048256 w 2048256"/>
              <a:gd name="csY5" fmla="*/ 1239488 h 2951163"/>
              <a:gd name="csX6" fmla="*/ 2048256 w 2048256"/>
              <a:gd name="csY6" fmla="*/ 1770698 h 2951163"/>
              <a:gd name="csX7" fmla="*/ 2048256 w 2048256"/>
              <a:gd name="csY7" fmla="*/ 2360930 h 2951163"/>
              <a:gd name="csX8" fmla="*/ 2048256 w 2048256"/>
              <a:gd name="csY8" fmla="*/ 2951163 h 2951163"/>
              <a:gd name="csX9" fmla="*/ 1385987 w 2048256"/>
              <a:gd name="csY9" fmla="*/ 2951163 h 2951163"/>
              <a:gd name="csX10" fmla="*/ 703235 w 2048256"/>
              <a:gd name="csY10" fmla="*/ 2951163 h 2951163"/>
              <a:gd name="csX11" fmla="*/ 0 w 2048256"/>
              <a:gd name="csY11" fmla="*/ 2951163 h 2951163"/>
              <a:gd name="csX12" fmla="*/ 0 w 2048256"/>
              <a:gd name="csY12" fmla="*/ 2331419 h 2951163"/>
              <a:gd name="csX13" fmla="*/ 0 w 2048256"/>
              <a:gd name="csY13" fmla="*/ 1682163 h 2951163"/>
              <a:gd name="csX14" fmla="*/ 0 w 2048256"/>
              <a:gd name="csY14" fmla="*/ 1062419 h 2951163"/>
              <a:gd name="csX15" fmla="*/ 0 w 2048256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48256" h="2951163" fill="none" extrusionOk="0">
                <a:moveTo>
                  <a:pt x="0" y="0"/>
                </a:moveTo>
                <a:cubicBezTo>
                  <a:pt x="145745" y="-14563"/>
                  <a:pt x="443531" y="-7277"/>
                  <a:pt x="682752" y="0"/>
                </a:cubicBezTo>
                <a:cubicBezTo>
                  <a:pt x="921973" y="7277"/>
                  <a:pt x="1028656" y="-16000"/>
                  <a:pt x="1304056" y="0"/>
                </a:cubicBezTo>
                <a:cubicBezTo>
                  <a:pt x="1579456" y="16000"/>
                  <a:pt x="1703881" y="12176"/>
                  <a:pt x="2048256" y="0"/>
                </a:cubicBezTo>
                <a:cubicBezTo>
                  <a:pt x="2046264" y="239847"/>
                  <a:pt x="2076706" y="432103"/>
                  <a:pt x="2048256" y="619744"/>
                </a:cubicBezTo>
                <a:cubicBezTo>
                  <a:pt x="2019806" y="807385"/>
                  <a:pt x="2034863" y="1080410"/>
                  <a:pt x="2048256" y="1239488"/>
                </a:cubicBezTo>
                <a:cubicBezTo>
                  <a:pt x="2061649" y="1398566"/>
                  <a:pt x="2045510" y="1613183"/>
                  <a:pt x="2048256" y="1770698"/>
                </a:cubicBezTo>
                <a:cubicBezTo>
                  <a:pt x="2051003" y="1928213"/>
                  <a:pt x="2074513" y="2089042"/>
                  <a:pt x="2048256" y="2360930"/>
                </a:cubicBezTo>
                <a:cubicBezTo>
                  <a:pt x="2021999" y="2632818"/>
                  <a:pt x="2041826" y="2795804"/>
                  <a:pt x="2048256" y="2951163"/>
                </a:cubicBezTo>
                <a:cubicBezTo>
                  <a:pt x="1777615" y="2949990"/>
                  <a:pt x="1590074" y="2922595"/>
                  <a:pt x="1385987" y="2951163"/>
                </a:cubicBezTo>
                <a:cubicBezTo>
                  <a:pt x="1181900" y="2979731"/>
                  <a:pt x="937289" y="2925220"/>
                  <a:pt x="703235" y="2951163"/>
                </a:cubicBezTo>
                <a:cubicBezTo>
                  <a:pt x="469181" y="2977106"/>
                  <a:pt x="279028" y="2952897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48256" h="2951163" stroke="0" extrusionOk="0">
                <a:moveTo>
                  <a:pt x="0" y="0"/>
                </a:moveTo>
                <a:cubicBezTo>
                  <a:pt x="202094" y="13324"/>
                  <a:pt x="347226" y="23935"/>
                  <a:pt x="621304" y="0"/>
                </a:cubicBezTo>
                <a:cubicBezTo>
                  <a:pt x="895382" y="-23935"/>
                  <a:pt x="1070239" y="14752"/>
                  <a:pt x="1263091" y="0"/>
                </a:cubicBezTo>
                <a:cubicBezTo>
                  <a:pt x="1455943" y="-14752"/>
                  <a:pt x="1811845" y="25403"/>
                  <a:pt x="2048256" y="0"/>
                </a:cubicBezTo>
                <a:cubicBezTo>
                  <a:pt x="2060438" y="245709"/>
                  <a:pt x="2038713" y="343479"/>
                  <a:pt x="2048256" y="560721"/>
                </a:cubicBezTo>
                <a:cubicBezTo>
                  <a:pt x="2057799" y="777963"/>
                  <a:pt x="2078146" y="886218"/>
                  <a:pt x="2048256" y="1209977"/>
                </a:cubicBezTo>
                <a:cubicBezTo>
                  <a:pt x="2018366" y="1533736"/>
                  <a:pt x="2041257" y="1542940"/>
                  <a:pt x="2048256" y="1711675"/>
                </a:cubicBezTo>
                <a:cubicBezTo>
                  <a:pt x="2055255" y="1880410"/>
                  <a:pt x="2058153" y="2114975"/>
                  <a:pt x="2048256" y="2242884"/>
                </a:cubicBezTo>
                <a:cubicBezTo>
                  <a:pt x="2038359" y="2370793"/>
                  <a:pt x="2079163" y="2753717"/>
                  <a:pt x="2048256" y="2951163"/>
                </a:cubicBezTo>
                <a:cubicBezTo>
                  <a:pt x="1902866" y="2942189"/>
                  <a:pt x="1732100" y="2949788"/>
                  <a:pt x="1426952" y="2951163"/>
                </a:cubicBezTo>
                <a:cubicBezTo>
                  <a:pt x="1121804" y="2952538"/>
                  <a:pt x="1052260" y="2937349"/>
                  <a:pt x="785165" y="2951163"/>
                </a:cubicBezTo>
                <a:cubicBezTo>
                  <a:pt x="518070" y="2964977"/>
                  <a:pt x="300455" y="2971486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6" name="Rechteck 4">
            <a:extLst>
              <a:ext uri="{FF2B5EF4-FFF2-40B4-BE49-F238E27FC236}">
                <a16:creationId xmlns:a16="http://schemas.microsoft.com/office/drawing/2014/main" id="{1BE7CDF3-6108-00DC-223B-255CBA94B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09830" y="6721474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8" name="Rechteck 1">
            <a:extLst>
              <a:ext uri="{FF2B5EF4-FFF2-40B4-BE49-F238E27FC236}">
                <a16:creationId xmlns:a16="http://schemas.microsoft.com/office/drawing/2014/main" id="{13ED9997-37FD-74C9-CE98-8975075FE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81525" y="6721474"/>
            <a:ext cx="2048256" cy="2951163"/>
          </a:xfrm>
          <a:custGeom>
            <a:avLst/>
            <a:gdLst>
              <a:gd name="csX0" fmla="*/ 0 w 2048256"/>
              <a:gd name="csY0" fmla="*/ 0 h 2951163"/>
              <a:gd name="csX1" fmla="*/ 682752 w 2048256"/>
              <a:gd name="csY1" fmla="*/ 0 h 2951163"/>
              <a:gd name="csX2" fmla="*/ 1304056 w 2048256"/>
              <a:gd name="csY2" fmla="*/ 0 h 2951163"/>
              <a:gd name="csX3" fmla="*/ 2048256 w 2048256"/>
              <a:gd name="csY3" fmla="*/ 0 h 2951163"/>
              <a:gd name="csX4" fmla="*/ 2048256 w 2048256"/>
              <a:gd name="csY4" fmla="*/ 619744 h 2951163"/>
              <a:gd name="csX5" fmla="*/ 2048256 w 2048256"/>
              <a:gd name="csY5" fmla="*/ 1239488 h 2951163"/>
              <a:gd name="csX6" fmla="*/ 2048256 w 2048256"/>
              <a:gd name="csY6" fmla="*/ 1770698 h 2951163"/>
              <a:gd name="csX7" fmla="*/ 2048256 w 2048256"/>
              <a:gd name="csY7" fmla="*/ 2360930 h 2951163"/>
              <a:gd name="csX8" fmla="*/ 2048256 w 2048256"/>
              <a:gd name="csY8" fmla="*/ 2951163 h 2951163"/>
              <a:gd name="csX9" fmla="*/ 1385987 w 2048256"/>
              <a:gd name="csY9" fmla="*/ 2951163 h 2951163"/>
              <a:gd name="csX10" fmla="*/ 703235 w 2048256"/>
              <a:gd name="csY10" fmla="*/ 2951163 h 2951163"/>
              <a:gd name="csX11" fmla="*/ 0 w 2048256"/>
              <a:gd name="csY11" fmla="*/ 2951163 h 2951163"/>
              <a:gd name="csX12" fmla="*/ 0 w 2048256"/>
              <a:gd name="csY12" fmla="*/ 2331419 h 2951163"/>
              <a:gd name="csX13" fmla="*/ 0 w 2048256"/>
              <a:gd name="csY13" fmla="*/ 1682163 h 2951163"/>
              <a:gd name="csX14" fmla="*/ 0 w 2048256"/>
              <a:gd name="csY14" fmla="*/ 1062419 h 2951163"/>
              <a:gd name="csX15" fmla="*/ 0 w 2048256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48256" h="2951163" fill="none" extrusionOk="0">
                <a:moveTo>
                  <a:pt x="0" y="0"/>
                </a:moveTo>
                <a:cubicBezTo>
                  <a:pt x="145745" y="-14563"/>
                  <a:pt x="443531" y="-7277"/>
                  <a:pt x="682752" y="0"/>
                </a:cubicBezTo>
                <a:cubicBezTo>
                  <a:pt x="921973" y="7277"/>
                  <a:pt x="1028656" y="-16000"/>
                  <a:pt x="1304056" y="0"/>
                </a:cubicBezTo>
                <a:cubicBezTo>
                  <a:pt x="1579456" y="16000"/>
                  <a:pt x="1703881" y="12176"/>
                  <a:pt x="2048256" y="0"/>
                </a:cubicBezTo>
                <a:cubicBezTo>
                  <a:pt x="2046264" y="239847"/>
                  <a:pt x="2076706" y="432103"/>
                  <a:pt x="2048256" y="619744"/>
                </a:cubicBezTo>
                <a:cubicBezTo>
                  <a:pt x="2019806" y="807385"/>
                  <a:pt x="2034863" y="1080410"/>
                  <a:pt x="2048256" y="1239488"/>
                </a:cubicBezTo>
                <a:cubicBezTo>
                  <a:pt x="2061649" y="1398566"/>
                  <a:pt x="2045510" y="1613183"/>
                  <a:pt x="2048256" y="1770698"/>
                </a:cubicBezTo>
                <a:cubicBezTo>
                  <a:pt x="2051003" y="1928213"/>
                  <a:pt x="2074513" y="2089042"/>
                  <a:pt x="2048256" y="2360930"/>
                </a:cubicBezTo>
                <a:cubicBezTo>
                  <a:pt x="2021999" y="2632818"/>
                  <a:pt x="2041826" y="2795804"/>
                  <a:pt x="2048256" y="2951163"/>
                </a:cubicBezTo>
                <a:cubicBezTo>
                  <a:pt x="1777615" y="2949990"/>
                  <a:pt x="1590074" y="2922595"/>
                  <a:pt x="1385987" y="2951163"/>
                </a:cubicBezTo>
                <a:cubicBezTo>
                  <a:pt x="1181900" y="2979731"/>
                  <a:pt x="937289" y="2925220"/>
                  <a:pt x="703235" y="2951163"/>
                </a:cubicBezTo>
                <a:cubicBezTo>
                  <a:pt x="469181" y="2977106"/>
                  <a:pt x="279028" y="2952897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48256" h="2951163" stroke="0" extrusionOk="0">
                <a:moveTo>
                  <a:pt x="0" y="0"/>
                </a:moveTo>
                <a:cubicBezTo>
                  <a:pt x="202094" y="13324"/>
                  <a:pt x="347226" y="23935"/>
                  <a:pt x="621304" y="0"/>
                </a:cubicBezTo>
                <a:cubicBezTo>
                  <a:pt x="895382" y="-23935"/>
                  <a:pt x="1070239" y="14752"/>
                  <a:pt x="1263091" y="0"/>
                </a:cubicBezTo>
                <a:cubicBezTo>
                  <a:pt x="1455943" y="-14752"/>
                  <a:pt x="1811845" y="25403"/>
                  <a:pt x="2048256" y="0"/>
                </a:cubicBezTo>
                <a:cubicBezTo>
                  <a:pt x="2060438" y="245709"/>
                  <a:pt x="2038713" y="343479"/>
                  <a:pt x="2048256" y="560721"/>
                </a:cubicBezTo>
                <a:cubicBezTo>
                  <a:pt x="2057799" y="777963"/>
                  <a:pt x="2078146" y="886218"/>
                  <a:pt x="2048256" y="1209977"/>
                </a:cubicBezTo>
                <a:cubicBezTo>
                  <a:pt x="2018366" y="1533736"/>
                  <a:pt x="2041257" y="1542940"/>
                  <a:pt x="2048256" y="1711675"/>
                </a:cubicBezTo>
                <a:cubicBezTo>
                  <a:pt x="2055255" y="1880410"/>
                  <a:pt x="2058153" y="2114975"/>
                  <a:pt x="2048256" y="2242884"/>
                </a:cubicBezTo>
                <a:cubicBezTo>
                  <a:pt x="2038359" y="2370793"/>
                  <a:pt x="2079163" y="2753717"/>
                  <a:pt x="2048256" y="2951163"/>
                </a:cubicBezTo>
                <a:cubicBezTo>
                  <a:pt x="1902866" y="2942189"/>
                  <a:pt x="1732100" y="2949788"/>
                  <a:pt x="1426952" y="2951163"/>
                </a:cubicBezTo>
                <a:cubicBezTo>
                  <a:pt x="1121804" y="2952538"/>
                  <a:pt x="1052260" y="2937349"/>
                  <a:pt x="785165" y="2951163"/>
                </a:cubicBezTo>
                <a:cubicBezTo>
                  <a:pt x="518070" y="2964977"/>
                  <a:pt x="300455" y="2971486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63683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87210D-30B4-B574-8899-38C5033C6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C44C4A-945E-4A56-A1E7-C9D60F5427FF}" type="slidenum">
              <a:rPr lang="de-AT" smtClean="0"/>
              <a:pPr/>
              <a:t>‹#›</a:t>
            </a:fld>
            <a:endParaRPr lang="de-AT">
              <a:latin typeface="Pangolin" panose="00000500000000000000" pitchFamily="2" charset="0"/>
            </a:endParaRPr>
          </a:p>
        </p:txBody>
      </p:sp>
      <p:sp>
        <p:nvSpPr>
          <p:cNvPr id="4" name="Textfeld 138">
            <a:extLst>
              <a:ext uri="{FF2B5EF4-FFF2-40B4-BE49-F238E27FC236}">
                <a16:creationId xmlns:a16="http://schemas.microsoft.com/office/drawing/2014/main" id="{CF64506A-61E0-FC7A-F964-F3A8CF657E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4551" y="221488"/>
            <a:ext cx="3985335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defRPr sz="1000">
                <a:latin typeface="Oswald ExtraLight" panose="020F0502020204030204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angolin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hteck 2">
            <a:extLst>
              <a:ext uri="{FF2B5EF4-FFF2-40B4-BE49-F238E27FC236}">
                <a16:creationId xmlns:a16="http://schemas.microsoft.com/office/drawing/2014/main" id="{1F050D03-AF7D-A7F4-A4E9-CA15BC15E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2306" y="549564"/>
            <a:ext cx="6397094" cy="9123073"/>
          </a:xfrm>
          <a:custGeom>
            <a:avLst/>
            <a:gdLst>
              <a:gd name="csX0" fmla="*/ 0 w 6397094"/>
              <a:gd name="csY0" fmla="*/ 0 h 9123073"/>
              <a:gd name="csX1" fmla="*/ 575738 w 6397094"/>
              <a:gd name="csY1" fmla="*/ 0 h 9123073"/>
              <a:gd name="csX2" fmla="*/ 1087506 w 6397094"/>
              <a:gd name="csY2" fmla="*/ 0 h 9123073"/>
              <a:gd name="csX3" fmla="*/ 1727215 w 6397094"/>
              <a:gd name="csY3" fmla="*/ 0 h 9123073"/>
              <a:gd name="csX4" fmla="*/ 2494867 w 6397094"/>
              <a:gd name="csY4" fmla="*/ 0 h 9123073"/>
              <a:gd name="csX5" fmla="*/ 3070605 w 6397094"/>
              <a:gd name="csY5" fmla="*/ 0 h 9123073"/>
              <a:gd name="csX6" fmla="*/ 3518402 w 6397094"/>
              <a:gd name="csY6" fmla="*/ 0 h 9123073"/>
              <a:gd name="csX7" fmla="*/ 4158111 w 6397094"/>
              <a:gd name="csY7" fmla="*/ 0 h 9123073"/>
              <a:gd name="csX8" fmla="*/ 4733850 w 6397094"/>
              <a:gd name="csY8" fmla="*/ 0 h 9123073"/>
              <a:gd name="csX9" fmla="*/ 5437530 w 6397094"/>
              <a:gd name="csY9" fmla="*/ 0 h 9123073"/>
              <a:gd name="csX10" fmla="*/ 6397094 w 6397094"/>
              <a:gd name="csY10" fmla="*/ 0 h 9123073"/>
              <a:gd name="csX11" fmla="*/ 6397094 w 6397094"/>
              <a:gd name="csY11" fmla="*/ 377956 h 9123073"/>
              <a:gd name="csX12" fmla="*/ 6397094 w 6397094"/>
              <a:gd name="csY12" fmla="*/ 938373 h 9123073"/>
              <a:gd name="csX13" fmla="*/ 6397094 w 6397094"/>
              <a:gd name="csY13" fmla="*/ 1590021 h 9123073"/>
              <a:gd name="csX14" fmla="*/ 6397094 w 6397094"/>
              <a:gd name="csY14" fmla="*/ 2241669 h 9123073"/>
              <a:gd name="csX15" fmla="*/ 6397094 w 6397094"/>
              <a:gd name="csY15" fmla="*/ 2710856 h 9123073"/>
              <a:gd name="csX16" fmla="*/ 6397094 w 6397094"/>
              <a:gd name="csY16" fmla="*/ 3544966 h 9123073"/>
              <a:gd name="csX17" fmla="*/ 6397094 w 6397094"/>
              <a:gd name="csY17" fmla="*/ 4379075 h 9123073"/>
              <a:gd name="csX18" fmla="*/ 6397094 w 6397094"/>
              <a:gd name="csY18" fmla="*/ 5213185 h 9123073"/>
              <a:gd name="csX19" fmla="*/ 6397094 w 6397094"/>
              <a:gd name="csY19" fmla="*/ 5956063 h 9123073"/>
              <a:gd name="csX20" fmla="*/ 6397094 w 6397094"/>
              <a:gd name="csY20" fmla="*/ 6698942 h 9123073"/>
              <a:gd name="csX21" fmla="*/ 6397094 w 6397094"/>
              <a:gd name="csY21" fmla="*/ 7441821 h 9123073"/>
              <a:gd name="csX22" fmla="*/ 6397094 w 6397094"/>
              <a:gd name="csY22" fmla="*/ 8002238 h 9123073"/>
              <a:gd name="csX23" fmla="*/ 6397094 w 6397094"/>
              <a:gd name="csY23" fmla="*/ 8471425 h 9123073"/>
              <a:gd name="csX24" fmla="*/ 6397094 w 6397094"/>
              <a:gd name="csY24" fmla="*/ 9123073 h 9123073"/>
              <a:gd name="csX25" fmla="*/ 5821356 w 6397094"/>
              <a:gd name="csY25" fmla="*/ 9123073 h 9123073"/>
              <a:gd name="csX26" fmla="*/ 5245617 w 6397094"/>
              <a:gd name="csY26" fmla="*/ 9123073 h 9123073"/>
              <a:gd name="csX27" fmla="*/ 4605908 w 6397094"/>
              <a:gd name="csY27" fmla="*/ 9123073 h 9123073"/>
              <a:gd name="csX28" fmla="*/ 3966198 w 6397094"/>
              <a:gd name="csY28" fmla="*/ 9123073 h 9123073"/>
              <a:gd name="csX29" fmla="*/ 3454431 w 6397094"/>
              <a:gd name="csY29" fmla="*/ 9123073 h 9123073"/>
              <a:gd name="csX30" fmla="*/ 3006634 w 6397094"/>
              <a:gd name="csY30" fmla="*/ 9123073 h 9123073"/>
              <a:gd name="csX31" fmla="*/ 2430896 w 6397094"/>
              <a:gd name="csY31" fmla="*/ 9123073 h 9123073"/>
              <a:gd name="csX32" fmla="*/ 1791186 w 6397094"/>
              <a:gd name="csY32" fmla="*/ 9123073 h 9123073"/>
              <a:gd name="csX33" fmla="*/ 1343390 w 6397094"/>
              <a:gd name="csY33" fmla="*/ 9123073 h 9123073"/>
              <a:gd name="csX34" fmla="*/ 639709 w 6397094"/>
              <a:gd name="csY34" fmla="*/ 9123073 h 9123073"/>
              <a:gd name="csX35" fmla="*/ 0 w 6397094"/>
              <a:gd name="csY35" fmla="*/ 9123073 h 9123073"/>
              <a:gd name="csX36" fmla="*/ 0 w 6397094"/>
              <a:gd name="csY36" fmla="*/ 8288963 h 9123073"/>
              <a:gd name="csX37" fmla="*/ 0 w 6397094"/>
              <a:gd name="csY37" fmla="*/ 7819777 h 9123073"/>
              <a:gd name="csX38" fmla="*/ 0 w 6397094"/>
              <a:gd name="csY38" fmla="*/ 7350590 h 9123073"/>
              <a:gd name="csX39" fmla="*/ 0 w 6397094"/>
              <a:gd name="csY39" fmla="*/ 6881404 h 9123073"/>
              <a:gd name="csX40" fmla="*/ 0 w 6397094"/>
              <a:gd name="csY40" fmla="*/ 6503448 h 9123073"/>
              <a:gd name="csX41" fmla="*/ 0 w 6397094"/>
              <a:gd name="csY41" fmla="*/ 5760569 h 9123073"/>
              <a:gd name="csX42" fmla="*/ 0 w 6397094"/>
              <a:gd name="csY42" fmla="*/ 5017690 h 9123073"/>
              <a:gd name="csX43" fmla="*/ 0 w 6397094"/>
              <a:gd name="csY43" fmla="*/ 4274811 h 9123073"/>
              <a:gd name="csX44" fmla="*/ 0 w 6397094"/>
              <a:gd name="csY44" fmla="*/ 3805625 h 9123073"/>
              <a:gd name="csX45" fmla="*/ 0 w 6397094"/>
              <a:gd name="csY45" fmla="*/ 3427669 h 9123073"/>
              <a:gd name="csX46" fmla="*/ 0 w 6397094"/>
              <a:gd name="csY46" fmla="*/ 3049713 h 9123073"/>
              <a:gd name="csX47" fmla="*/ 0 w 6397094"/>
              <a:gd name="csY47" fmla="*/ 2580526 h 9123073"/>
              <a:gd name="csX48" fmla="*/ 0 w 6397094"/>
              <a:gd name="csY48" fmla="*/ 2202570 h 9123073"/>
              <a:gd name="csX49" fmla="*/ 0 w 6397094"/>
              <a:gd name="csY49" fmla="*/ 1642153 h 9123073"/>
              <a:gd name="csX50" fmla="*/ 0 w 6397094"/>
              <a:gd name="csY50" fmla="*/ 1172967 h 9123073"/>
              <a:gd name="csX51" fmla="*/ 0 w 6397094"/>
              <a:gd name="csY51" fmla="*/ 703780 h 9123073"/>
              <a:gd name="csX52" fmla="*/ 0 w 6397094"/>
              <a:gd name="csY52" fmla="*/ 0 h 91230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6397094" h="9123073" fill="none" extrusionOk="0">
                <a:moveTo>
                  <a:pt x="0" y="0"/>
                </a:moveTo>
                <a:cubicBezTo>
                  <a:pt x="216278" y="-18822"/>
                  <a:pt x="388853" y="2676"/>
                  <a:pt x="575738" y="0"/>
                </a:cubicBezTo>
                <a:cubicBezTo>
                  <a:pt x="762623" y="-2676"/>
                  <a:pt x="971628" y="22691"/>
                  <a:pt x="1087506" y="0"/>
                </a:cubicBezTo>
                <a:cubicBezTo>
                  <a:pt x="1203384" y="-22691"/>
                  <a:pt x="1463955" y="-9562"/>
                  <a:pt x="1727215" y="0"/>
                </a:cubicBezTo>
                <a:cubicBezTo>
                  <a:pt x="1990475" y="9562"/>
                  <a:pt x="2256857" y="5817"/>
                  <a:pt x="2494867" y="0"/>
                </a:cubicBezTo>
                <a:cubicBezTo>
                  <a:pt x="2732877" y="-5817"/>
                  <a:pt x="2931471" y="20548"/>
                  <a:pt x="3070605" y="0"/>
                </a:cubicBezTo>
                <a:cubicBezTo>
                  <a:pt x="3209739" y="-20548"/>
                  <a:pt x="3305849" y="11437"/>
                  <a:pt x="3518402" y="0"/>
                </a:cubicBezTo>
                <a:cubicBezTo>
                  <a:pt x="3730955" y="-11437"/>
                  <a:pt x="4018443" y="18493"/>
                  <a:pt x="4158111" y="0"/>
                </a:cubicBezTo>
                <a:cubicBezTo>
                  <a:pt x="4297779" y="-18493"/>
                  <a:pt x="4461033" y="-9061"/>
                  <a:pt x="4733850" y="0"/>
                </a:cubicBezTo>
                <a:cubicBezTo>
                  <a:pt x="5006667" y="9061"/>
                  <a:pt x="5223635" y="24578"/>
                  <a:pt x="5437530" y="0"/>
                </a:cubicBezTo>
                <a:cubicBezTo>
                  <a:pt x="5651425" y="-24578"/>
                  <a:pt x="5968179" y="34593"/>
                  <a:pt x="6397094" y="0"/>
                </a:cubicBezTo>
                <a:cubicBezTo>
                  <a:pt x="6394579" y="88539"/>
                  <a:pt x="6407492" y="235144"/>
                  <a:pt x="6397094" y="377956"/>
                </a:cubicBezTo>
                <a:cubicBezTo>
                  <a:pt x="6386696" y="520768"/>
                  <a:pt x="6416225" y="665829"/>
                  <a:pt x="6397094" y="938373"/>
                </a:cubicBezTo>
                <a:cubicBezTo>
                  <a:pt x="6377963" y="1210917"/>
                  <a:pt x="6390171" y="1362417"/>
                  <a:pt x="6397094" y="1590021"/>
                </a:cubicBezTo>
                <a:cubicBezTo>
                  <a:pt x="6404017" y="1817625"/>
                  <a:pt x="6389713" y="2095266"/>
                  <a:pt x="6397094" y="2241669"/>
                </a:cubicBezTo>
                <a:cubicBezTo>
                  <a:pt x="6404475" y="2388072"/>
                  <a:pt x="6403939" y="2550971"/>
                  <a:pt x="6397094" y="2710856"/>
                </a:cubicBezTo>
                <a:cubicBezTo>
                  <a:pt x="6390249" y="2870741"/>
                  <a:pt x="6393858" y="3361150"/>
                  <a:pt x="6397094" y="3544966"/>
                </a:cubicBezTo>
                <a:cubicBezTo>
                  <a:pt x="6400331" y="3728782"/>
                  <a:pt x="6378754" y="4054786"/>
                  <a:pt x="6397094" y="4379075"/>
                </a:cubicBezTo>
                <a:cubicBezTo>
                  <a:pt x="6415434" y="4703364"/>
                  <a:pt x="6434581" y="4871397"/>
                  <a:pt x="6397094" y="5213185"/>
                </a:cubicBezTo>
                <a:cubicBezTo>
                  <a:pt x="6359608" y="5554973"/>
                  <a:pt x="6382540" y="5806200"/>
                  <a:pt x="6397094" y="5956063"/>
                </a:cubicBezTo>
                <a:cubicBezTo>
                  <a:pt x="6411648" y="6105926"/>
                  <a:pt x="6426518" y="6481783"/>
                  <a:pt x="6397094" y="6698942"/>
                </a:cubicBezTo>
                <a:cubicBezTo>
                  <a:pt x="6367670" y="6916101"/>
                  <a:pt x="6380355" y="7255944"/>
                  <a:pt x="6397094" y="7441821"/>
                </a:cubicBezTo>
                <a:cubicBezTo>
                  <a:pt x="6413833" y="7627698"/>
                  <a:pt x="6416374" y="7844131"/>
                  <a:pt x="6397094" y="8002238"/>
                </a:cubicBezTo>
                <a:cubicBezTo>
                  <a:pt x="6377814" y="8160345"/>
                  <a:pt x="6376961" y="8354778"/>
                  <a:pt x="6397094" y="8471425"/>
                </a:cubicBezTo>
                <a:cubicBezTo>
                  <a:pt x="6417227" y="8588072"/>
                  <a:pt x="6378219" y="8883339"/>
                  <a:pt x="6397094" y="9123073"/>
                </a:cubicBezTo>
                <a:cubicBezTo>
                  <a:pt x="6195245" y="9131862"/>
                  <a:pt x="6081239" y="9115532"/>
                  <a:pt x="5821356" y="9123073"/>
                </a:cubicBezTo>
                <a:cubicBezTo>
                  <a:pt x="5561473" y="9130614"/>
                  <a:pt x="5480211" y="9149162"/>
                  <a:pt x="5245617" y="9123073"/>
                </a:cubicBezTo>
                <a:cubicBezTo>
                  <a:pt x="5011023" y="9096984"/>
                  <a:pt x="4760920" y="9110894"/>
                  <a:pt x="4605908" y="9123073"/>
                </a:cubicBezTo>
                <a:cubicBezTo>
                  <a:pt x="4450896" y="9135252"/>
                  <a:pt x="4256682" y="9111265"/>
                  <a:pt x="3966198" y="9123073"/>
                </a:cubicBezTo>
                <a:cubicBezTo>
                  <a:pt x="3675714" y="9134882"/>
                  <a:pt x="3706150" y="9145056"/>
                  <a:pt x="3454431" y="9123073"/>
                </a:cubicBezTo>
                <a:cubicBezTo>
                  <a:pt x="3202712" y="9101090"/>
                  <a:pt x="3143615" y="9127098"/>
                  <a:pt x="3006634" y="9123073"/>
                </a:cubicBezTo>
                <a:cubicBezTo>
                  <a:pt x="2869653" y="9119048"/>
                  <a:pt x="2546775" y="9138428"/>
                  <a:pt x="2430896" y="9123073"/>
                </a:cubicBezTo>
                <a:cubicBezTo>
                  <a:pt x="2315017" y="9107718"/>
                  <a:pt x="2031624" y="9135938"/>
                  <a:pt x="1791186" y="9123073"/>
                </a:cubicBezTo>
                <a:cubicBezTo>
                  <a:pt x="1550748" y="9110209"/>
                  <a:pt x="1447073" y="9123334"/>
                  <a:pt x="1343390" y="9123073"/>
                </a:cubicBezTo>
                <a:cubicBezTo>
                  <a:pt x="1239707" y="9122812"/>
                  <a:pt x="959990" y="9104295"/>
                  <a:pt x="639709" y="9123073"/>
                </a:cubicBezTo>
                <a:cubicBezTo>
                  <a:pt x="319428" y="9141851"/>
                  <a:pt x="204555" y="9120649"/>
                  <a:pt x="0" y="9123073"/>
                </a:cubicBezTo>
                <a:cubicBezTo>
                  <a:pt x="9873" y="8752443"/>
                  <a:pt x="-31180" y="8572995"/>
                  <a:pt x="0" y="8288963"/>
                </a:cubicBezTo>
                <a:cubicBezTo>
                  <a:pt x="31180" y="8004931"/>
                  <a:pt x="10221" y="7984440"/>
                  <a:pt x="0" y="7819777"/>
                </a:cubicBezTo>
                <a:cubicBezTo>
                  <a:pt x="-10221" y="7655114"/>
                  <a:pt x="11573" y="7528162"/>
                  <a:pt x="0" y="7350590"/>
                </a:cubicBezTo>
                <a:cubicBezTo>
                  <a:pt x="-11573" y="7173018"/>
                  <a:pt x="-4590" y="7108084"/>
                  <a:pt x="0" y="6881404"/>
                </a:cubicBezTo>
                <a:cubicBezTo>
                  <a:pt x="4590" y="6654724"/>
                  <a:pt x="16326" y="6650481"/>
                  <a:pt x="0" y="6503448"/>
                </a:cubicBezTo>
                <a:cubicBezTo>
                  <a:pt x="-16326" y="6356415"/>
                  <a:pt x="36566" y="6019256"/>
                  <a:pt x="0" y="5760569"/>
                </a:cubicBezTo>
                <a:cubicBezTo>
                  <a:pt x="-36566" y="5501882"/>
                  <a:pt x="28459" y="5200297"/>
                  <a:pt x="0" y="5017690"/>
                </a:cubicBezTo>
                <a:cubicBezTo>
                  <a:pt x="-28459" y="4835083"/>
                  <a:pt x="-30194" y="4522426"/>
                  <a:pt x="0" y="4274811"/>
                </a:cubicBezTo>
                <a:cubicBezTo>
                  <a:pt x="30194" y="4027196"/>
                  <a:pt x="12419" y="3989952"/>
                  <a:pt x="0" y="3805625"/>
                </a:cubicBezTo>
                <a:cubicBezTo>
                  <a:pt x="-12419" y="3621298"/>
                  <a:pt x="4377" y="3540700"/>
                  <a:pt x="0" y="3427669"/>
                </a:cubicBezTo>
                <a:cubicBezTo>
                  <a:pt x="-4377" y="3314638"/>
                  <a:pt x="12379" y="3158491"/>
                  <a:pt x="0" y="3049713"/>
                </a:cubicBezTo>
                <a:cubicBezTo>
                  <a:pt x="-12379" y="2940935"/>
                  <a:pt x="9067" y="2783688"/>
                  <a:pt x="0" y="2580526"/>
                </a:cubicBezTo>
                <a:cubicBezTo>
                  <a:pt x="-9067" y="2377364"/>
                  <a:pt x="18511" y="2337340"/>
                  <a:pt x="0" y="2202570"/>
                </a:cubicBezTo>
                <a:cubicBezTo>
                  <a:pt x="-18511" y="2067800"/>
                  <a:pt x="-6774" y="1873791"/>
                  <a:pt x="0" y="1642153"/>
                </a:cubicBezTo>
                <a:cubicBezTo>
                  <a:pt x="6774" y="1410515"/>
                  <a:pt x="-21403" y="1288706"/>
                  <a:pt x="0" y="1172967"/>
                </a:cubicBezTo>
                <a:cubicBezTo>
                  <a:pt x="21403" y="1057228"/>
                  <a:pt x="-13781" y="861889"/>
                  <a:pt x="0" y="703780"/>
                </a:cubicBezTo>
                <a:cubicBezTo>
                  <a:pt x="13781" y="545671"/>
                  <a:pt x="-23967" y="282502"/>
                  <a:pt x="0" y="0"/>
                </a:cubicBezTo>
                <a:close/>
              </a:path>
              <a:path w="6397094" h="9123073" stroke="0" extrusionOk="0">
                <a:moveTo>
                  <a:pt x="0" y="0"/>
                </a:moveTo>
                <a:cubicBezTo>
                  <a:pt x="197254" y="-18887"/>
                  <a:pt x="267580" y="13563"/>
                  <a:pt x="447797" y="0"/>
                </a:cubicBezTo>
                <a:cubicBezTo>
                  <a:pt x="628014" y="-13563"/>
                  <a:pt x="822131" y="17334"/>
                  <a:pt x="959564" y="0"/>
                </a:cubicBezTo>
                <a:cubicBezTo>
                  <a:pt x="1096997" y="-17334"/>
                  <a:pt x="1394504" y="-6930"/>
                  <a:pt x="1599274" y="0"/>
                </a:cubicBezTo>
                <a:cubicBezTo>
                  <a:pt x="1804044" y="6930"/>
                  <a:pt x="1917769" y="-246"/>
                  <a:pt x="2175012" y="0"/>
                </a:cubicBezTo>
                <a:cubicBezTo>
                  <a:pt x="2432255" y="246"/>
                  <a:pt x="2577734" y="-20548"/>
                  <a:pt x="2686779" y="0"/>
                </a:cubicBezTo>
                <a:cubicBezTo>
                  <a:pt x="2795824" y="20548"/>
                  <a:pt x="3130776" y="-7173"/>
                  <a:pt x="3390460" y="0"/>
                </a:cubicBezTo>
                <a:cubicBezTo>
                  <a:pt x="3650144" y="7173"/>
                  <a:pt x="3911907" y="27565"/>
                  <a:pt x="4094140" y="0"/>
                </a:cubicBezTo>
                <a:cubicBezTo>
                  <a:pt x="4276373" y="-27565"/>
                  <a:pt x="4512465" y="18582"/>
                  <a:pt x="4861791" y="0"/>
                </a:cubicBezTo>
                <a:cubicBezTo>
                  <a:pt x="5211117" y="-18582"/>
                  <a:pt x="5202306" y="11588"/>
                  <a:pt x="5437530" y="0"/>
                </a:cubicBezTo>
                <a:cubicBezTo>
                  <a:pt x="5672754" y="-11588"/>
                  <a:pt x="6140681" y="-15094"/>
                  <a:pt x="6397094" y="0"/>
                </a:cubicBezTo>
                <a:cubicBezTo>
                  <a:pt x="6370087" y="252886"/>
                  <a:pt x="6421018" y="336239"/>
                  <a:pt x="6397094" y="651648"/>
                </a:cubicBezTo>
                <a:cubicBezTo>
                  <a:pt x="6373170" y="967057"/>
                  <a:pt x="6408868" y="927164"/>
                  <a:pt x="6397094" y="1029604"/>
                </a:cubicBezTo>
                <a:cubicBezTo>
                  <a:pt x="6385320" y="1132044"/>
                  <a:pt x="6361413" y="1666233"/>
                  <a:pt x="6397094" y="1863713"/>
                </a:cubicBezTo>
                <a:cubicBezTo>
                  <a:pt x="6432775" y="2061193"/>
                  <a:pt x="6397381" y="2140488"/>
                  <a:pt x="6397094" y="2241669"/>
                </a:cubicBezTo>
                <a:cubicBezTo>
                  <a:pt x="6396807" y="2342850"/>
                  <a:pt x="6399277" y="2637970"/>
                  <a:pt x="6397094" y="2802087"/>
                </a:cubicBezTo>
                <a:cubicBezTo>
                  <a:pt x="6394911" y="2966204"/>
                  <a:pt x="6396408" y="3060995"/>
                  <a:pt x="6397094" y="3180043"/>
                </a:cubicBezTo>
                <a:cubicBezTo>
                  <a:pt x="6397780" y="3299091"/>
                  <a:pt x="6413650" y="3551514"/>
                  <a:pt x="6397094" y="3831691"/>
                </a:cubicBezTo>
                <a:cubicBezTo>
                  <a:pt x="6380538" y="4111868"/>
                  <a:pt x="6419954" y="4381555"/>
                  <a:pt x="6397094" y="4574569"/>
                </a:cubicBezTo>
                <a:cubicBezTo>
                  <a:pt x="6374234" y="4767583"/>
                  <a:pt x="6401461" y="5102870"/>
                  <a:pt x="6397094" y="5317448"/>
                </a:cubicBezTo>
                <a:cubicBezTo>
                  <a:pt x="6392727" y="5532026"/>
                  <a:pt x="6392013" y="5549256"/>
                  <a:pt x="6397094" y="5695404"/>
                </a:cubicBezTo>
                <a:cubicBezTo>
                  <a:pt x="6402175" y="5841552"/>
                  <a:pt x="6394538" y="6134224"/>
                  <a:pt x="6397094" y="6255821"/>
                </a:cubicBezTo>
                <a:cubicBezTo>
                  <a:pt x="6399650" y="6377418"/>
                  <a:pt x="6369474" y="6782699"/>
                  <a:pt x="6397094" y="6998700"/>
                </a:cubicBezTo>
                <a:cubicBezTo>
                  <a:pt x="6424714" y="7214701"/>
                  <a:pt x="6380138" y="7503996"/>
                  <a:pt x="6397094" y="7741579"/>
                </a:cubicBezTo>
                <a:cubicBezTo>
                  <a:pt x="6414050" y="7979162"/>
                  <a:pt x="6364237" y="8664495"/>
                  <a:pt x="6397094" y="9123073"/>
                </a:cubicBezTo>
                <a:cubicBezTo>
                  <a:pt x="6118672" y="9124710"/>
                  <a:pt x="5974471" y="9121269"/>
                  <a:pt x="5821356" y="9123073"/>
                </a:cubicBezTo>
                <a:cubicBezTo>
                  <a:pt x="5668241" y="9124877"/>
                  <a:pt x="5477029" y="9145394"/>
                  <a:pt x="5245617" y="9123073"/>
                </a:cubicBezTo>
                <a:cubicBezTo>
                  <a:pt x="5014205" y="9100752"/>
                  <a:pt x="4814523" y="9142909"/>
                  <a:pt x="4669879" y="9123073"/>
                </a:cubicBezTo>
                <a:cubicBezTo>
                  <a:pt x="4525235" y="9103237"/>
                  <a:pt x="4214761" y="9138140"/>
                  <a:pt x="3902227" y="9123073"/>
                </a:cubicBezTo>
                <a:cubicBezTo>
                  <a:pt x="3589693" y="9108006"/>
                  <a:pt x="3452993" y="9123062"/>
                  <a:pt x="3262518" y="9123073"/>
                </a:cubicBezTo>
                <a:cubicBezTo>
                  <a:pt x="3072043" y="9123084"/>
                  <a:pt x="2706651" y="9130460"/>
                  <a:pt x="2494867" y="9123073"/>
                </a:cubicBezTo>
                <a:cubicBezTo>
                  <a:pt x="2283083" y="9115686"/>
                  <a:pt x="2189324" y="9136494"/>
                  <a:pt x="1983099" y="9123073"/>
                </a:cubicBezTo>
                <a:cubicBezTo>
                  <a:pt x="1776874" y="9109652"/>
                  <a:pt x="1499513" y="9152168"/>
                  <a:pt x="1343390" y="9123073"/>
                </a:cubicBezTo>
                <a:cubicBezTo>
                  <a:pt x="1187267" y="9093978"/>
                  <a:pt x="776136" y="9148035"/>
                  <a:pt x="575738" y="9123073"/>
                </a:cubicBezTo>
                <a:cubicBezTo>
                  <a:pt x="375340" y="9098111"/>
                  <a:pt x="204522" y="9148252"/>
                  <a:pt x="0" y="9123073"/>
                </a:cubicBezTo>
                <a:cubicBezTo>
                  <a:pt x="-29918" y="8911712"/>
                  <a:pt x="10935" y="8671499"/>
                  <a:pt x="0" y="8471425"/>
                </a:cubicBezTo>
                <a:cubicBezTo>
                  <a:pt x="-10935" y="8271351"/>
                  <a:pt x="37567" y="7990866"/>
                  <a:pt x="0" y="7637315"/>
                </a:cubicBezTo>
                <a:cubicBezTo>
                  <a:pt x="-37567" y="7283764"/>
                  <a:pt x="-18763" y="7442440"/>
                  <a:pt x="0" y="7259360"/>
                </a:cubicBezTo>
                <a:cubicBezTo>
                  <a:pt x="18763" y="7076281"/>
                  <a:pt x="-32217" y="6797013"/>
                  <a:pt x="0" y="6516481"/>
                </a:cubicBezTo>
                <a:cubicBezTo>
                  <a:pt x="32217" y="6235949"/>
                  <a:pt x="-20353" y="6193545"/>
                  <a:pt x="0" y="6047294"/>
                </a:cubicBezTo>
                <a:cubicBezTo>
                  <a:pt x="20353" y="5901043"/>
                  <a:pt x="-9765" y="5715415"/>
                  <a:pt x="0" y="5395646"/>
                </a:cubicBezTo>
                <a:cubicBezTo>
                  <a:pt x="9765" y="5075877"/>
                  <a:pt x="-8029" y="5053356"/>
                  <a:pt x="0" y="4926459"/>
                </a:cubicBezTo>
                <a:cubicBezTo>
                  <a:pt x="8029" y="4799562"/>
                  <a:pt x="-23839" y="4507975"/>
                  <a:pt x="0" y="4183581"/>
                </a:cubicBezTo>
                <a:cubicBezTo>
                  <a:pt x="23839" y="3859187"/>
                  <a:pt x="8784" y="3769066"/>
                  <a:pt x="0" y="3623163"/>
                </a:cubicBezTo>
                <a:cubicBezTo>
                  <a:pt x="-8784" y="3477260"/>
                  <a:pt x="24754" y="3109573"/>
                  <a:pt x="0" y="2971515"/>
                </a:cubicBezTo>
                <a:cubicBezTo>
                  <a:pt x="-24754" y="2833457"/>
                  <a:pt x="15782" y="2729139"/>
                  <a:pt x="0" y="2593559"/>
                </a:cubicBezTo>
                <a:cubicBezTo>
                  <a:pt x="-15782" y="2457979"/>
                  <a:pt x="15318" y="2322221"/>
                  <a:pt x="0" y="2124373"/>
                </a:cubicBezTo>
                <a:cubicBezTo>
                  <a:pt x="-15318" y="1926525"/>
                  <a:pt x="-12201" y="1741632"/>
                  <a:pt x="0" y="1472725"/>
                </a:cubicBezTo>
                <a:cubicBezTo>
                  <a:pt x="12201" y="1203818"/>
                  <a:pt x="-25697" y="1143180"/>
                  <a:pt x="0" y="912307"/>
                </a:cubicBezTo>
                <a:cubicBezTo>
                  <a:pt x="25697" y="681434"/>
                  <a:pt x="40209" y="29759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echteck 2">
            <a:extLst>
              <a:ext uri="{FF2B5EF4-FFF2-40B4-BE49-F238E27FC236}">
                <a16:creationId xmlns:a16="http://schemas.microsoft.com/office/drawing/2014/main" id="{789F3D60-D022-AC07-1F85-3999EA37361D}"/>
              </a:ext>
            </a:extLst>
          </p:cNvPr>
          <p:cNvSpPr/>
          <p:nvPr userDrawn="1"/>
        </p:nvSpPr>
        <p:spPr>
          <a:xfrm>
            <a:off x="403784" y="669926"/>
            <a:ext cx="3401733" cy="447674"/>
          </a:xfrm>
          <a:custGeom>
            <a:avLst/>
            <a:gdLst>
              <a:gd name="csX0" fmla="*/ 0 w 3401733"/>
              <a:gd name="csY0" fmla="*/ 0 h 447674"/>
              <a:gd name="csX1" fmla="*/ 714364 w 3401733"/>
              <a:gd name="csY1" fmla="*/ 0 h 447674"/>
              <a:gd name="csX2" fmla="*/ 1292659 w 3401733"/>
              <a:gd name="csY2" fmla="*/ 0 h 447674"/>
              <a:gd name="csX3" fmla="*/ 1973005 w 3401733"/>
              <a:gd name="csY3" fmla="*/ 0 h 447674"/>
              <a:gd name="csX4" fmla="*/ 2687369 w 3401733"/>
              <a:gd name="csY4" fmla="*/ 0 h 447674"/>
              <a:gd name="csX5" fmla="*/ 3401733 w 3401733"/>
              <a:gd name="csY5" fmla="*/ 0 h 447674"/>
              <a:gd name="csX6" fmla="*/ 3401733 w 3401733"/>
              <a:gd name="csY6" fmla="*/ 447674 h 447674"/>
              <a:gd name="csX7" fmla="*/ 2823438 w 3401733"/>
              <a:gd name="csY7" fmla="*/ 447674 h 447674"/>
              <a:gd name="csX8" fmla="*/ 2211126 w 3401733"/>
              <a:gd name="csY8" fmla="*/ 447674 h 447674"/>
              <a:gd name="csX9" fmla="*/ 1598815 w 3401733"/>
              <a:gd name="csY9" fmla="*/ 447674 h 447674"/>
              <a:gd name="csX10" fmla="*/ 1020520 w 3401733"/>
              <a:gd name="csY10" fmla="*/ 447674 h 447674"/>
              <a:gd name="csX11" fmla="*/ 0 w 3401733"/>
              <a:gd name="csY11" fmla="*/ 447674 h 447674"/>
              <a:gd name="csX12" fmla="*/ 0 w 3401733"/>
              <a:gd name="csY12" fmla="*/ 0 h 447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1733" h="447674" fill="none" extrusionOk="0">
                <a:moveTo>
                  <a:pt x="0" y="0"/>
                </a:moveTo>
                <a:cubicBezTo>
                  <a:pt x="302120" y="3179"/>
                  <a:pt x="512713" y="-12242"/>
                  <a:pt x="714364" y="0"/>
                </a:cubicBezTo>
                <a:cubicBezTo>
                  <a:pt x="916015" y="12242"/>
                  <a:pt x="1021432" y="7531"/>
                  <a:pt x="1292659" y="0"/>
                </a:cubicBezTo>
                <a:cubicBezTo>
                  <a:pt x="1563886" y="-7531"/>
                  <a:pt x="1703407" y="30785"/>
                  <a:pt x="1973005" y="0"/>
                </a:cubicBezTo>
                <a:cubicBezTo>
                  <a:pt x="2242603" y="-30785"/>
                  <a:pt x="2341039" y="-4048"/>
                  <a:pt x="2687369" y="0"/>
                </a:cubicBezTo>
                <a:cubicBezTo>
                  <a:pt x="3033699" y="4048"/>
                  <a:pt x="3157434" y="22497"/>
                  <a:pt x="3401733" y="0"/>
                </a:cubicBezTo>
                <a:cubicBezTo>
                  <a:pt x="3401515" y="149421"/>
                  <a:pt x="3422469" y="321181"/>
                  <a:pt x="3401733" y="447674"/>
                </a:cubicBezTo>
                <a:cubicBezTo>
                  <a:pt x="3217936" y="467898"/>
                  <a:pt x="3047052" y="474158"/>
                  <a:pt x="2823438" y="447674"/>
                </a:cubicBezTo>
                <a:cubicBezTo>
                  <a:pt x="2599824" y="421190"/>
                  <a:pt x="2340490" y="433513"/>
                  <a:pt x="2211126" y="447674"/>
                </a:cubicBezTo>
                <a:cubicBezTo>
                  <a:pt x="2081762" y="461835"/>
                  <a:pt x="1853593" y="448774"/>
                  <a:pt x="1598815" y="447674"/>
                </a:cubicBezTo>
                <a:cubicBezTo>
                  <a:pt x="1344037" y="446574"/>
                  <a:pt x="1184514" y="427711"/>
                  <a:pt x="1020520" y="447674"/>
                </a:cubicBezTo>
                <a:cubicBezTo>
                  <a:pt x="856526" y="467637"/>
                  <a:pt x="430913" y="457891"/>
                  <a:pt x="0" y="447674"/>
                </a:cubicBezTo>
                <a:cubicBezTo>
                  <a:pt x="-21053" y="329391"/>
                  <a:pt x="-594" y="169531"/>
                  <a:pt x="0" y="0"/>
                </a:cubicBezTo>
                <a:close/>
              </a:path>
              <a:path w="3401733" h="447674" stroke="0" extrusionOk="0">
                <a:moveTo>
                  <a:pt x="0" y="0"/>
                </a:moveTo>
                <a:cubicBezTo>
                  <a:pt x="262673" y="18055"/>
                  <a:pt x="369283" y="-14567"/>
                  <a:pt x="578295" y="0"/>
                </a:cubicBezTo>
                <a:cubicBezTo>
                  <a:pt x="787307" y="14567"/>
                  <a:pt x="945458" y="-7275"/>
                  <a:pt x="1190607" y="0"/>
                </a:cubicBezTo>
                <a:cubicBezTo>
                  <a:pt x="1435756" y="7275"/>
                  <a:pt x="1676433" y="19152"/>
                  <a:pt x="1870953" y="0"/>
                </a:cubicBezTo>
                <a:cubicBezTo>
                  <a:pt x="2065473" y="-19152"/>
                  <a:pt x="2226255" y="-14773"/>
                  <a:pt x="2517282" y="0"/>
                </a:cubicBezTo>
                <a:cubicBezTo>
                  <a:pt x="2808309" y="14773"/>
                  <a:pt x="3038651" y="-41876"/>
                  <a:pt x="3401733" y="0"/>
                </a:cubicBezTo>
                <a:cubicBezTo>
                  <a:pt x="3388524" y="119632"/>
                  <a:pt x="3406307" y="284989"/>
                  <a:pt x="3401733" y="447674"/>
                </a:cubicBezTo>
                <a:cubicBezTo>
                  <a:pt x="3270661" y="422383"/>
                  <a:pt x="2956684" y="454147"/>
                  <a:pt x="2789421" y="447674"/>
                </a:cubicBezTo>
                <a:cubicBezTo>
                  <a:pt x="2622158" y="441201"/>
                  <a:pt x="2283623" y="440441"/>
                  <a:pt x="2143092" y="447674"/>
                </a:cubicBezTo>
                <a:cubicBezTo>
                  <a:pt x="2002561" y="454907"/>
                  <a:pt x="1851174" y="436774"/>
                  <a:pt x="1564797" y="447674"/>
                </a:cubicBezTo>
                <a:cubicBezTo>
                  <a:pt x="1278420" y="458574"/>
                  <a:pt x="1244093" y="460849"/>
                  <a:pt x="952485" y="447674"/>
                </a:cubicBezTo>
                <a:cubicBezTo>
                  <a:pt x="660877" y="434499"/>
                  <a:pt x="209066" y="458995"/>
                  <a:pt x="0" y="447674"/>
                </a:cubicBezTo>
                <a:cubicBezTo>
                  <a:pt x="828" y="249060"/>
                  <a:pt x="-10661" y="12414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  <a:latin typeface="Pangolin" panose="00000500000000000000" pitchFamily="2" charset="0"/>
              </a:rPr>
              <a:t>You can take notes on this page!</a:t>
            </a:r>
            <a:endParaRPr lang="de-AT" sz="1000" dirty="0">
              <a:solidFill>
                <a:schemeClr val="tx1"/>
              </a:solidFill>
              <a:latin typeface="Pangolin" panose="00000500000000000000" pitchFamily="2" charset="0"/>
            </a:endParaRPr>
          </a:p>
        </p:txBody>
      </p:sp>
      <p:pic>
        <p:nvPicPr>
          <p:cNvPr id="10" name="Grafik 4">
            <a:extLst>
              <a:ext uri="{FF2B5EF4-FFF2-40B4-BE49-F238E27FC236}">
                <a16:creationId xmlns:a16="http://schemas.microsoft.com/office/drawing/2014/main" id="{67A656AE-E74A-0323-4914-AF62426F8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595700"/>
            <a:ext cx="304801" cy="25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6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81525" y="9677400"/>
            <a:ext cx="20478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Pangolin" panose="00000500000000000000" pitchFamily="2" charset="0"/>
              </a:defRPr>
            </a:lvl1pPr>
          </a:lstStyle>
          <a:p>
            <a:fld id="{09C44C4A-945E-4A56-A1E7-C9D60F5427FF}" type="slidenum">
              <a:rPr lang="de-AT" smtClean="0"/>
              <a:pPr/>
              <a:t>‹#›</a:t>
            </a:fld>
            <a:endParaRPr lang="de-AT">
              <a:latin typeface="Pangolin" panose="000005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C3AA15C-7EBE-FC6F-2195-0E23885AA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7473" y="258611"/>
            <a:ext cx="1305102" cy="163205"/>
            <a:chOff x="295910" y="9653937"/>
            <a:chExt cx="1305102" cy="16320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87EE262-DCAD-7EF4-ED78-710A314E4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910" y="9653937"/>
              <a:ext cx="865987" cy="163205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01052DC-36A6-2DDC-834D-16915B4B61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226497" y="9675214"/>
              <a:ext cx="374515" cy="120649"/>
              <a:chOff x="4063999" y="4953000"/>
              <a:chExt cx="1892301" cy="609600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6906897-09EE-FA2B-FFC5-85DA38E053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63999" y="4953000"/>
                <a:ext cx="609600" cy="6096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00495692-6130-4003-F348-608E2518F7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05349" y="4953000"/>
                <a:ext cx="609600" cy="6096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D8035B4-2AE4-66D2-AF35-F93AF46E4A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46700" y="4953000"/>
                <a:ext cx="609600" cy="6096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9845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8" r:id="rId2"/>
    <p:sldLayoutId id="2147483667" r:id="rId3"/>
    <p:sldLayoutId id="2147483670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comixplain.cc/catalog.html" TargetMode="Externa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B92976EE-EFFB-4701-AE43-835E84BF1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"/>
            <a:ext cx="6858000" cy="990538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6CD78C9-1E84-4DBA-A8DC-40BE6DE2C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31" b="47487"/>
          <a:stretch/>
        </p:blipFill>
        <p:spPr>
          <a:xfrm>
            <a:off x="4473574" y="307"/>
            <a:ext cx="2384425" cy="5201613"/>
          </a:xfrm>
          <a:prstGeom prst="rect">
            <a:avLst/>
          </a:prstGeom>
        </p:spPr>
      </p:pic>
      <p:sp>
        <p:nvSpPr>
          <p:cNvPr id="10" name="Rechteck 2">
            <a:extLst>
              <a:ext uri="{FF2B5EF4-FFF2-40B4-BE49-F238E27FC236}">
                <a16:creationId xmlns:a16="http://schemas.microsoft.com/office/drawing/2014/main" id="{0DCE309A-46B3-99EF-BF07-4A713411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306" y="549564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22152 w 2051050"/>
              <a:gd name="csY1" fmla="*/ 0 h 2951163"/>
              <a:gd name="csX2" fmla="*/ 1264814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560721 h 2951163"/>
              <a:gd name="csX5" fmla="*/ 2051050 w 2051050"/>
              <a:gd name="csY5" fmla="*/ 1209977 h 2951163"/>
              <a:gd name="csX6" fmla="*/ 2051050 w 2051050"/>
              <a:gd name="csY6" fmla="*/ 1711675 h 2951163"/>
              <a:gd name="csX7" fmla="*/ 2051050 w 2051050"/>
              <a:gd name="csY7" fmla="*/ 2242884 h 2951163"/>
              <a:gd name="csX8" fmla="*/ 2051050 w 2051050"/>
              <a:gd name="csY8" fmla="*/ 2951163 h 2951163"/>
              <a:gd name="csX9" fmla="*/ 1428898 w 2051050"/>
              <a:gd name="csY9" fmla="*/ 2951163 h 2951163"/>
              <a:gd name="csX10" fmla="*/ 786236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449465 h 2951163"/>
              <a:gd name="csX13" fmla="*/ 0 w 2051050"/>
              <a:gd name="csY13" fmla="*/ 1829721 h 2951163"/>
              <a:gd name="csX14" fmla="*/ 0 w 2051050"/>
              <a:gd name="csY14" fmla="*/ 1239488 h 2951163"/>
              <a:gd name="csX15" fmla="*/ 0 w 2051050"/>
              <a:gd name="csY15" fmla="*/ 708279 h 2951163"/>
              <a:gd name="csX16" fmla="*/ 0 w 2051050"/>
              <a:gd name="csY16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051050" h="2951163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E3A2BAA-805E-4FBE-BA1E-9F8260963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11227" y="523875"/>
            <a:ext cx="2048256" cy="2951163"/>
          </a:xfrm>
          <a:custGeom>
            <a:avLst/>
            <a:gdLst>
              <a:gd name="csX0" fmla="*/ 0 w 2048256"/>
              <a:gd name="csY0" fmla="*/ 0 h 2951163"/>
              <a:gd name="csX1" fmla="*/ 621304 w 2048256"/>
              <a:gd name="csY1" fmla="*/ 0 h 2951163"/>
              <a:gd name="csX2" fmla="*/ 1263091 w 2048256"/>
              <a:gd name="csY2" fmla="*/ 0 h 2951163"/>
              <a:gd name="csX3" fmla="*/ 2048256 w 2048256"/>
              <a:gd name="csY3" fmla="*/ 0 h 2951163"/>
              <a:gd name="csX4" fmla="*/ 2048256 w 2048256"/>
              <a:gd name="csY4" fmla="*/ 560721 h 2951163"/>
              <a:gd name="csX5" fmla="*/ 2048256 w 2048256"/>
              <a:gd name="csY5" fmla="*/ 1209977 h 2951163"/>
              <a:gd name="csX6" fmla="*/ 2048256 w 2048256"/>
              <a:gd name="csY6" fmla="*/ 1711675 h 2951163"/>
              <a:gd name="csX7" fmla="*/ 2048256 w 2048256"/>
              <a:gd name="csY7" fmla="*/ 2242884 h 2951163"/>
              <a:gd name="csX8" fmla="*/ 2048256 w 2048256"/>
              <a:gd name="csY8" fmla="*/ 2951163 h 2951163"/>
              <a:gd name="csX9" fmla="*/ 1426952 w 2048256"/>
              <a:gd name="csY9" fmla="*/ 2951163 h 2951163"/>
              <a:gd name="csX10" fmla="*/ 785165 w 2048256"/>
              <a:gd name="csY10" fmla="*/ 2951163 h 2951163"/>
              <a:gd name="csX11" fmla="*/ 0 w 2048256"/>
              <a:gd name="csY11" fmla="*/ 2951163 h 2951163"/>
              <a:gd name="csX12" fmla="*/ 0 w 2048256"/>
              <a:gd name="csY12" fmla="*/ 2449465 h 2951163"/>
              <a:gd name="csX13" fmla="*/ 0 w 2048256"/>
              <a:gd name="csY13" fmla="*/ 1829721 h 2951163"/>
              <a:gd name="csX14" fmla="*/ 0 w 2048256"/>
              <a:gd name="csY14" fmla="*/ 1239488 h 2951163"/>
              <a:gd name="csX15" fmla="*/ 0 w 2048256"/>
              <a:gd name="csY15" fmla="*/ 708279 h 2951163"/>
              <a:gd name="csX16" fmla="*/ 0 w 2048256"/>
              <a:gd name="csY16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048256" h="2951163" extrusionOk="0">
                <a:moveTo>
                  <a:pt x="0" y="0"/>
                </a:moveTo>
                <a:cubicBezTo>
                  <a:pt x="202094" y="13324"/>
                  <a:pt x="347226" y="23935"/>
                  <a:pt x="621304" y="0"/>
                </a:cubicBezTo>
                <a:cubicBezTo>
                  <a:pt x="895382" y="-23935"/>
                  <a:pt x="1070239" y="14752"/>
                  <a:pt x="1263091" y="0"/>
                </a:cubicBezTo>
                <a:cubicBezTo>
                  <a:pt x="1455943" y="-14752"/>
                  <a:pt x="1811845" y="25403"/>
                  <a:pt x="2048256" y="0"/>
                </a:cubicBezTo>
                <a:cubicBezTo>
                  <a:pt x="2060438" y="245709"/>
                  <a:pt x="2038713" y="343479"/>
                  <a:pt x="2048256" y="560721"/>
                </a:cubicBezTo>
                <a:cubicBezTo>
                  <a:pt x="2057799" y="777963"/>
                  <a:pt x="2078146" y="886218"/>
                  <a:pt x="2048256" y="1209977"/>
                </a:cubicBezTo>
                <a:cubicBezTo>
                  <a:pt x="2018366" y="1533736"/>
                  <a:pt x="2041257" y="1542940"/>
                  <a:pt x="2048256" y="1711675"/>
                </a:cubicBezTo>
                <a:cubicBezTo>
                  <a:pt x="2055255" y="1880410"/>
                  <a:pt x="2058153" y="2114975"/>
                  <a:pt x="2048256" y="2242884"/>
                </a:cubicBezTo>
                <a:cubicBezTo>
                  <a:pt x="2038359" y="2370793"/>
                  <a:pt x="2079163" y="2753717"/>
                  <a:pt x="2048256" y="2951163"/>
                </a:cubicBezTo>
                <a:cubicBezTo>
                  <a:pt x="1902866" y="2942189"/>
                  <a:pt x="1732100" y="2949788"/>
                  <a:pt x="1426952" y="2951163"/>
                </a:cubicBezTo>
                <a:cubicBezTo>
                  <a:pt x="1121804" y="2952538"/>
                  <a:pt x="1052260" y="2937349"/>
                  <a:pt x="785165" y="2951163"/>
                </a:cubicBezTo>
                <a:cubicBezTo>
                  <a:pt x="518070" y="2964977"/>
                  <a:pt x="300455" y="2971486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7AAB86D-39EA-4172-8AA1-586D16128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1525" y="525462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22152 w 2051050"/>
              <a:gd name="csY1" fmla="*/ 0 h 2951163"/>
              <a:gd name="csX2" fmla="*/ 1264814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560721 h 2951163"/>
              <a:gd name="csX5" fmla="*/ 2051050 w 2051050"/>
              <a:gd name="csY5" fmla="*/ 1209977 h 2951163"/>
              <a:gd name="csX6" fmla="*/ 2051050 w 2051050"/>
              <a:gd name="csY6" fmla="*/ 1711675 h 2951163"/>
              <a:gd name="csX7" fmla="*/ 2051050 w 2051050"/>
              <a:gd name="csY7" fmla="*/ 2242884 h 2951163"/>
              <a:gd name="csX8" fmla="*/ 2051050 w 2051050"/>
              <a:gd name="csY8" fmla="*/ 2951163 h 2951163"/>
              <a:gd name="csX9" fmla="*/ 1428898 w 2051050"/>
              <a:gd name="csY9" fmla="*/ 2951163 h 2951163"/>
              <a:gd name="csX10" fmla="*/ 786236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449465 h 2951163"/>
              <a:gd name="csX13" fmla="*/ 0 w 2051050"/>
              <a:gd name="csY13" fmla="*/ 1829721 h 2951163"/>
              <a:gd name="csX14" fmla="*/ 0 w 2051050"/>
              <a:gd name="csY14" fmla="*/ 1239488 h 2951163"/>
              <a:gd name="csX15" fmla="*/ 0 w 2051050"/>
              <a:gd name="csY15" fmla="*/ 708279 h 2951163"/>
              <a:gd name="csX16" fmla="*/ 0 w 2051050"/>
              <a:gd name="csY16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051050" h="2951163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FBDDE3-39AB-4048-A594-94C20E71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425" y="3622675"/>
            <a:ext cx="4248150" cy="2951163"/>
          </a:xfrm>
          <a:custGeom>
            <a:avLst/>
            <a:gdLst>
              <a:gd name="csX0" fmla="*/ 0 w 4248150"/>
              <a:gd name="csY0" fmla="*/ 0 h 2951163"/>
              <a:gd name="csX1" fmla="*/ 479434 w 4248150"/>
              <a:gd name="csY1" fmla="*/ 0 h 2951163"/>
              <a:gd name="csX2" fmla="*/ 1001350 w 4248150"/>
              <a:gd name="csY2" fmla="*/ 0 h 2951163"/>
              <a:gd name="csX3" fmla="*/ 1608228 w 4248150"/>
              <a:gd name="csY3" fmla="*/ 0 h 2951163"/>
              <a:gd name="csX4" fmla="*/ 2172625 w 4248150"/>
              <a:gd name="csY4" fmla="*/ 0 h 2951163"/>
              <a:gd name="csX5" fmla="*/ 2694541 w 4248150"/>
              <a:gd name="csY5" fmla="*/ 0 h 2951163"/>
              <a:gd name="csX6" fmla="*/ 3343901 w 4248150"/>
              <a:gd name="csY6" fmla="*/ 0 h 2951163"/>
              <a:gd name="csX7" fmla="*/ 4248150 w 4248150"/>
              <a:gd name="csY7" fmla="*/ 0 h 2951163"/>
              <a:gd name="csX8" fmla="*/ 4248150 w 4248150"/>
              <a:gd name="csY8" fmla="*/ 649256 h 2951163"/>
              <a:gd name="csX9" fmla="*/ 4248150 w 4248150"/>
              <a:gd name="csY9" fmla="*/ 1150954 h 2951163"/>
              <a:gd name="csX10" fmla="*/ 4248150 w 4248150"/>
              <a:gd name="csY10" fmla="*/ 1800209 h 2951163"/>
              <a:gd name="csX11" fmla="*/ 4248150 w 4248150"/>
              <a:gd name="csY11" fmla="*/ 2331419 h 2951163"/>
              <a:gd name="csX12" fmla="*/ 4248150 w 4248150"/>
              <a:gd name="csY12" fmla="*/ 2951163 h 2951163"/>
              <a:gd name="csX13" fmla="*/ 3556308 w 4248150"/>
              <a:gd name="csY13" fmla="*/ 2951163 h 2951163"/>
              <a:gd name="csX14" fmla="*/ 2991911 w 4248150"/>
              <a:gd name="csY14" fmla="*/ 2951163 h 2951163"/>
              <a:gd name="csX15" fmla="*/ 2342551 w 4248150"/>
              <a:gd name="csY15" fmla="*/ 2951163 h 2951163"/>
              <a:gd name="csX16" fmla="*/ 1863117 w 4248150"/>
              <a:gd name="csY16" fmla="*/ 2951163 h 2951163"/>
              <a:gd name="csX17" fmla="*/ 1383683 w 4248150"/>
              <a:gd name="csY17" fmla="*/ 2951163 h 2951163"/>
              <a:gd name="csX18" fmla="*/ 861768 w 4248150"/>
              <a:gd name="csY18" fmla="*/ 2951163 h 2951163"/>
              <a:gd name="csX19" fmla="*/ 0 w 4248150"/>
              <a:gd name="csY19" fmla="*/ 2951163 h 2951163"/>
              <a:gd name="csX20" fmla="*/ 0 w 4248150"/>
              <a:gd name="csY20" fmla="*/ 2390442 h 2951163"/>
              <a:gd name="csX21" fmla="*/ 0 w 4248150"/>
              <a:gd name="csY21" fmla="*/ 1800209 h 2951163"/>
              <a:gd name="csX22" fmla="*/ 0 w 4248150"/>
              <a:gd name="csY22" fmla="*/ 1269000 h 2951163"/>
              <a:gd name="csX23" fmla="*/ 0 w 4248150"/>
              <a:gd name="csY23" fmla="*/ 737791 h 2951163"/>
              <a:gd name="csX24" fmla="*/ 0 w 4248150"/>
              <a:gd name="csY24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248150" h="2951163" extrusionOk="0">
                <a:moveTo>
                  <a:pt x="0" y="0"/>
                </a:moveTo>
                <a:cubicBezTo>
                  <a:pt x="150604" y="22448"/>
                  <a:pt x="240946" y="-1826"/>
                  <a:pt x="479434" y="0"/>
                </a:cubicBezTo>
                <a:cubicBezTo>
                  <a:pt x="717922" y="1826"/>
                  <a:pt x="792817" y="3941"/>
                  <a:pt x="1001350" y="0"/>
                </a:cubicBezTo>
                <a:cubicBezTo>
                  <a:pt x="1209883" y="-3941"/>
                  <a:pt x="1470736" y="22828"/>
                  <a:pt x="1608228" y="0"/>
                </a:cubicBezTo>
                <a:cubicBezTo>
                  <a:pt x="1745720" y="-22828"/>
                  <a:pt x="2019360" y="20245"/>
                  <a:pt x="2172625" y="0"/>
                </a:cubicBezTo>
                <a:cubicBezTo>
                  <a:pt x="2325890" y="-20245"/>
                  <a:pt x="2560964" y="-13088"/>
                  <a:pt x="2694541" y="0"/>
                </a:cubicBezTo>
                <a:cubicBezTo>
                  <a:pt x="2828118" y="13088"/>
                  <a:pt x="3097385" y="-1340"/>
                  <a:pt x="3343901" y="0"/>
                </a:cubicBezTo>
                <a:cubicBezTo>
                  <a:pt x="3590417" y="1340"/>
                  <a:pt x="4062877" y="28857"/>
                  <a:pt x="4248150" y="0"/>
                </a:cubicBezTo>
                <a:cubicBezTo>
                  <a:pt x="4248255" y="211258"/>
                  <a:pt x="4241679" y="514894"/>
                  <a:pt x="4248150" y="649256"/>
                </a:cubicBezTo>
                <a:cubicBezTo>
                  <a:pt x="4254621" y="783618"/>
                  <a:pt x="4234639" y="969180"/>
                  <a:pt x="4248150" y="1150954"/>
                </a:cubicBezTo>
                <a:cubicBezTo>
                  <a:pt x="4261661" y="1332728"/>
                  <a:pt x="4252020" y="1576998"/>
                  <a:pt x="4248150" y="1800209"/>
                </a:cubicBezTo>
                <a:cubicBezTo>
                  <a:pt x="4244280" y="2023421"/>
                  <a:pt x="4254041" y="2072380"/>
                  <a:pt x="4248150" y="2331419"/>
                </a:cubicBezTo>
                <a:cubicBezTo>
                  <a:pt x="4242260" y="2590458"/>
                  <a:pt x="4225186" y="2806842"/>
                  <a:pt x="4248150" y="2951163"/>
                </a:cubicBezTo>
                <a:cubicBezTo>
                  <a:pt x="3936779" y="2918452"/>
                  <a:pt x="3837269" y="2921316"/>
                  <a:pt x="3556308" y="2951163"/>
                </a:cubicBezTo>
                <a:cubicBezTo>
                  <a:pt x="3275347" y="2981010"/>
                  <a:pt x="3159884" y="2933481"/>
                  <a:pt x="2991911" y="2951163"/>
                </a:cubicBezTo>
                <a:cubicBezTo>
                  <a:pt x="2823938" y="2968845"/>
                  <a:pt x="2510767" y="2921130"/>
                  <a:pt x="2342551" y="2951163"/>
                </a:cubicBezTo>
                <a:cubicBezTo>
                  <a:pt x="2174335" y="2981196"/>
                  <a:pt x="2030374" y="2950726"/>
                  <a:pt x="1863117" y="2951163"/>
                </a:cubicBezTo>
                <a:cubicBezTo>
                  <a:pt x="1695860" y="2951600"/>
                  <a:pt x="1603989" y="2969319"/>
                  <a:pt x="1383683" y="2951163"/>
                </a:cubicBezTo>
                <a:cubicBezTo>
                  <a:pt x="1163377" y="2933007"/>
                  <a:pt x="1042591" y="2962639"/>
                  <a:pt x="861768" y="2951163"/>
                </a:cubicBezTo>
                <a:cubicBezTo>
                  <a:pt x="680946" y="2939687"/>
                  <a:pt x="239181" y="2979784"/>
                  <a:pt x="0" y="2951163"/>
                </a:cubicBezTo>
                <a:cubicBezTo>
                  <a:pt x="-26144" y="2766674"/>
                  <a:pt x="27931" y="2563789"/>
                  <a:pt x="0" y="2390442"/>
                </a:cubicBezTo>
                <a:cubicBezTo>
                  <a:pt x="-27931" y="2217095"/>
                  <a:pt x="-19940" y="2036067"/>
                  <a:pt x="0" y="1800209"/>
                </a:cubicBezTo>
                <a:cubicBezTo>
                  <a:pt x="19940" y="1564351"/>
                  <a:pt x="5937" y="1533559"/>
                  <a:pt x="0" y="1269000"/>
                </a:cubicBezTo>
                <a:cubicBezTo>
                  <a:pt x="-5937" y="1004441"/>
                  <a:pt x="-2113" y="947347"/>
                  <a:pt x="0" y="737791"/>
                </a:cubicBezTo>
                <a:cubicBezTo>
                  <a:pt x="2113" y="528235"/>
                  <a:pt x="20187" y="343573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C89ED32-83EB-47D1-9753-1AC48065D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1525" y="3624262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22152 w 2051050"/>
              <a:gd name="csY1" fmla="*/ 0 h 2951163"/>
              <a:gd name="csX2" fmla="*/ 1264814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560721 h 2951163"/>
              <a:gd name="csX5" fmla="*/ 2051050 w 2051050"/>
              <a:gd name="csY5" fmla="*/ 1209977 h 2951163"/>
              <a:gd name="csX6" fmla="*/ 2051050 w 2051050"/>
              <a:gd name="csY6" fmla="*/ 1711675 h 2951163"/>
              <a:gd name="csX7" fmla="*/ 2051050 w 2051050"/>
              <a:gd name="csY7" fmla="*/ 2242884 h 2951163"/>
              <a:gd name="csX8" fmla="*/ 2051050 w 2051050"/>
              <a:gd name="csY8" fmla="*/ 2951163 h 2951163"/>
              <a:gd name="csX9" fmla="*/ 1428898 w 2051050"/>
              <a:gd name="csY9" fmla="*/ 2951163 h 2951163"/>
              <a:gd name="csX10" fmla="*/ 786236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449465 h 2951163"/>
              <a:gd name="csX13" fmla="*/ 0 w 2051050"/>
              <a:gd name="csY13" fmla="*/ 1829721 h 2951163"/>
              <a:gd name="csX14" fmla="*/ 0 w 2051050"/>
              <a:gd name="csY14" fmla="*/ 1239488 h 2951163"/>
              <a:gd name="csX15" fmla="*/ 0 w 2051050"/>
              <a:gd name="csY15" fmla="*/ 708279 h 2951163"/>
              <a:gd name="csX16" fmla="*/ 0 w 2051050"/>
              <a:gd name="csY16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051050" h="2951163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A7003EA-8517-4733-9CF8-C7B2246F0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424" y="6721475"/>
            <a:ext cx="6400269" cy="2951163"/>
          </a:xfrm>
          <a:custGeom>
            <a:avLst/>
            <a:gdLst>
              <a:gd name="csX0" fmla="*/ 0 w 6400269"/>
              <a:gd name="csY0" fmla="*/ 0 h 2951163"/>
              <a:gd name="csX1" fmla="*/ 448019 w 6400269"/>
              <a:gd name="csY1" fmla="*/ 0 h 2951163"/>
              <a:gd name="csX2" fmla="*/ 960040 w 6400269"/>
              <a:gd name="csY2" fmla="*/ 0 h 2951163"/>
              <a:gd name="csX3" fmla="*/ 1600067 w 6400269"/>
              <a:gd name="csY3" fmla="*/ 0 h 2951163"/>
              <a:gd name="csX4" fmla="*/ 2176091 w 6400269"/>
              <a:gd name="csY4" fmla="*/ 0 h 2951163"/>
              <a:gd name="csX5" fmla="*/ 2688113 w 6400269"/>
              <a:gd name="csY5" fmla="*/ 0 h 2951163"/>
              <a:gd name="csX6" fmla="*/ 3392143 w 6400269"/>
              <a:gd name="csY6" fmla="*/ 0 h 2951163"/>
              <a:gd name="csX7" fmla="*/ 4096172 w 6400269"/>
              <a:gd name="csY7" fmla="*/ 0 h 2951163"/>
              <a:gd name="csX8" fmla="*/ 4864204 w 6400269"/>
              <a:gd name="csY8" fmla="*/ 0 h 2951163"/>
              <a:gd name="csX9" fmla="*/ 5440229 w 6400269"/>
              <a:gd name="csY9" fmla="*/ 0 h 2951163"/>
              <a:gd name="csX10" fmla="*/ 6400269 w 6400269"/>
              <a:gd name="csY10" fmla="*/ 0 h 2951163"/>
              <a:gd name="csX11" fmla="*/ 6400269 w 6400269"/>
              <a:gd name="csY11" fmla="*/ 590233 h 2951163"/>
              <a:gd name="csX12" fmla="*/ 6400269 w 6400269"/>
              <a:gd name="csY12" fmla="*/ 1091930 h 2951163"/>
              <a:gd name="csX13" fmla="*/ 6400269 w 6400269"/>
              <a:gd name="csY13" fmla="*/ 1741186 h 2951163"/>
              <a:gd name="csX14" fmla="*/ 6400269 w 6400269"/>
              <a:gd name="csY14" fmla="*/ 2242884 h 2951163"/>
              <a:gd name="csX15" fmla="*/ 6400269 w 6400269"/>
              <a:gd name="csY15" fmla="*/ 2951163 h 2951163"/>
              <a:gd name="csX16" fmla="*/ 5952250 w 6400269"/>
              <a:gd name="csY16" fmla="*/ 2951163 h 2951163"/>
              <a:gd name="csX17" fmla="*/ 5504231 w 6400269"/>
              <a:gd name="csY17" fmla="*/ 2951163 h 2951163"/>
              <a:gd name="csX18" fmla="*/ 4992210 w 6400269"/>
              <a:gd name="csY18" fmla="*/ 2951163 h 2951163"/>
              <a:gd name="csX19" fmla="*/ 4416186 w 6400269"/>
              <a:gd name="csY19" fmla="*/ 2951163 h 2951163"/>
              <a:gd name="csX20" fmla="*/ 3840161 w 6400269"/>
              <a:gd name="csY20" fmla="*/ 2951163 h 2951163"/>
              <a:gd name="csX21" fmla="*/ 3392143 w 6400269"/>
              <a:gd name="csY21" fmla="*/ 2951163 h 2951163"/>
              <a:gd name="csX22" fmla="*/ 2944124 w 6400269"/>
              <a:gd name="csY22" fmla="*/ 2951163 h 2951163"/>
              <a:gd name="csX23" fmla="*/ 2240094 w 6400269"/>
              <a:gd name="csY23" fmla="*/ 2951163 h 2951163"/>
              <a:gd name="csX24" fmla="*/ 1728073 w 6400269"/>
              <a:gd name="csY24" fmla="*/ 2951163 h 2951163"/>
              <a:gd name="csX25" fmla="*/ 1088046 w 6400269"/>
              <a:gd name="csY25" fmla="*/ 2951163 h 2951163"/>
              <a:gd name="csX26" fmla="*/ 0 w 6400269"/>
              <a:gd name="csY26" fmla="*/ 2951163 h 2951163"/>
              <a:gd name="csX27" fmla="*/ 0 w 6400269"/>
              <a:gd name="csY27" fmla="*/ 2390442 h 2951163"/>
              <a:gd name="csX28" fmla="*/ 0 w 6400269"/>
              <a:gd name="csY28" fmla="*/ 1800209 h 2951163"/>
              <a:gd name="csX29" fmla="*/ 0 w 6400269"/>
              <a:gd name="csY29" fmla="*/ 1269000 h 2951163"/>
              <a:gd name="csX30" fmla="*/ 0 w 6400269"/>
              <a:gd name="csY30" fmla="*/ 649256 h 2951163"/>
              <a:gd name="csX31" fmla="*/ 0 w 6400269"/>
              <a:gd name="csY31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6400269" h="2951163" extrusionOk="0">
                <a:moveTo>
                  <a:pt x="0" y="0"/>
                </a:moveTo>
                <a:cubicBezTo>
                  <a:pt x="218521" y="14820"/>
                  <a:pt x="256491" y="968"/>
                  <a:pt x="448019" y="0"/>
                </a:cubicBezTo>
                <a:cubicBezTo>
                  <a:pt x="639547" y="-968"/>
                  <a:pt x="809836" y="-4969"/>
                  <a:pt x="960040" y="0"/>
                </a:cubicBezTo>
                <a:cubicBezTo>
                  <a:pt x="1110244" y="4969"/>
                  <a:pt x="1387062" y="12871"/>
                  <a:pt x="1600067" y="0"/>
                </a:cubicBezTo>
                <a:cubicBezTo>
                  <a:pt x="1813072" y="-12871"/>
                  <a:pt x="1966465" y="-25712"/>
                  <a:pt x="2176091" y="0"/>
                </a:cubicBezTo>
                <a:cubicBezTo>
                  <a:pt x="2385717" y="25712"/>
                  <a:pt x="2547337" y="-22983"/>
                  <a:pt x="2688113" y="0"/>
                </a:cubicBezTo>
                <a:cubicBezTo>
                  <a:pt x="2828889" y="22983"/>
                  <a:pt x="3117060" y="26807"/>
                  <a:pt x="3392143" y="0"/>
                </a:cubicBezTo>
                <a:cubicBezTo>
                  <a:pt x="3667226" y="-26807"/>
                  <a:pt x="3831649" y="-9757"/>
                  <a:pt x="4096172" y="0"/>
                </a:cubicBezTo>
                <a:cubicBezTo>
                  <a:pt x="4360695" y="9757"/>
                  <a:pt x="4616937" y="28082"/>
                  <a:pt x="4864204" y="0"/>
                </a:cubicBezTo>
                <a:cubicBezTo>
                  <a:pt x="5111471" y="-28082"/>
                  <a:pt x="5314230" y="-3938"/>
                  <a:pt x="5440229" y="0"/>
                </a:cubicBezTo>
                <a:cubicBezTo>
                  <a:pt x="5566229" y="3938"/>
                  <a:pt x="6112814" y="41935"/>
                  <a:pt x="6400269" y="0"/>
                </a:cubicBezTo>
                <a:cubicBezTo>
                  <a:pt x="6416041" y="136988"/>
                  <a:pt x="6396303" y="444909"/>
                  <a:pt x="6400269" y="590233"/>
                </a:cubicBezTo>
                <a:cubicBezTo>
                  <a:pt x="6404235" y="735557"/>
                  <a:pt x="6387973" y="891046"/>
                  <a:pt x="6400269" y="1091930"/>
                </a:cubicBezTo>
                <a:cubicBezTo>
                  <a:pt x="6412565" y="1292814"/>
                  <a:pt x="6404322" y="1580484"/>
                  <a:pt x="6400269" y="1741186"/>
                </a:cubicBezTo>
                <a:cubicBezTo>
                  <a:pt x="6396216" y="1901888"/>
                  <a:pt x="6423304" y="2030121"/>
                  <a:pt x="6400269" y="2242884"/>
                </a:cubicBezTo>
                <a:cubicBezTo>
                  <a:pt x="6377234" y="2455647"/>
                  <a:pt x="6431995" y="2746667"/>
                  <a:pt x="6400269" y="2951163"/>
                </a:cubicBezTo>
                <a:cubicBezTo>
                  <a:pt x="6270805" y="2942577"/>
                  <a:pt x="6107950" y="2956933"/>
                  <a:pt x="5952250" y="2951163"/>
                </a:cubicBezTo>
                <a:cubicBezTo>
                  <a:pt x="5796550" y="2945393"/>
                  <a:pt x="5712483" y="2971072"/>
                  <a:pt x="5504231" y="2951163"/>
                </a:cubicBezTo>
                <a:cubicBezTo>
                  <a:pt x="5295979" y="2931254"/>
                  <a:pt x="5102235" y="2955012"/>
                  <a:pt x="4992210" y="2951163"/>
                </a:cubicBezTo>
                <a:cubicBezTo>
                  <a:pt x="4882185" y="2947314"/>
                  <a:pt x="4647496" y="2963406"/>
                  <a:pt x="4416186" y="2951163"/>
                </a:cubicBezTo>
                <a:cubicBezTo>
                  <a:pt x="4184876" y="2938920"/>
                  <a:pt x="4026902" y="2930045"/>
                  <a:pt x="3840161" y="2951163"/>
                </a:cubicBezTo>
                <a:cubicBezTo>
                  <a:pt x="3653421" y="2972281"/>
                  <a:pt x="3570124" y="2951166"/>
                  <a:pt x="3392143" y="2951163"/>
                </a:cubicBezTo>
                <a:cubicBezTo>
                  <a:pt x="3214162" y="2951160"/>
                  <a:pt x="3148609" y="2932066"/>
                  <a:pt x="2944124" y="2951163"/>
                </a:cubicBezTo>
                <a:cubicBezTo>
                  <a:pt x="2739639" y="2970260"/>
                  <a:pt x="2423302" y="2950061"/>
                  <a:pt x="2240094" y="2951163"/>
                </a:cubicBezTo>
                <a:cubicBezTo>
                  <a:pt x="2056886" y="2952266"/>
                  <a:pt x="1953480" y="2950793"/>
                  <a:pt x="1728073" y="2951163"/>
                </a:cubicBezTo>
                <a:cubicBezTo>
                  <a:pt x="1502666" y="2951533"/>
                  <a:pt x="1371872" y="2939328"/>
                  <a:pt x="1088046" y="2951163"/>
                </a:cubicBezTo>
                <a:cubicBezTo>
                  <a:pt x="804220" y="2962998"/>
                  <a:pt x="500368" y="2961448"/>
                  <a:pt x="0" y="2951163"/>
                </a:cubicBezTo>
                <a:cubicBezTo>
                  <a:pt x="24451" y="2723797"/>
                  <a:pt x="27329" y="2549251"/>
                  <a:pt x="0" y="2390442"/>
                </a:cubicBezTo>
                <a:cubicBezTo>
                  <a:pt x="-27329" y="2231633"/>
                  <a:pt x="8947" y="2043707"/>
                  <a:pt x="0" y="1800209"/>
                </a:cubicBezTo>
                <a:cubicBezTo>
                  <a:pt x="-8947" y="1556711"/>
                  <a:pt x="-10213" y="1432854"/>
                  <a:pt x="0" y="1269000"/>
                </a:cubicBezTo>
                <a:cubicBezTo>
                  <a:pt x="10213" y="1105146"/>
                  <a:pt x="-12688" y="792344"/>
                  <a:pt x="0" y="649256"/>
                </a:cubicBezTo>
                <a:cubicBezTo>
                  <a:pt x="12688" y="506168"/>
                  <a:pt x="-11329" y="174899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D6FE3F7-5548-ED0E-57B0-A84DC41F1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81523" y="6853836"/>
            <a:ext cx="1967803" cy="1205502"/>
          </a:xfrm>
          <a:prstGeom prst="rect">
            <a:avLst/>
          </a:prstGeom>
        </p:spPr>
      </p:pic>
      <p:sp>
        <p:nvSpPr>
          <p:cNvPr id="139" name="Textfeld 138">
            <a:extLst>
              <a:ext uri="{FF2B5EF4-FFF2-40B4-BE49-F238E27FC236}">
                <a16:creationId xmlns:a16="http://schemas.microsoft.com/office/drawing/2014/main" id="{7DF46593-FDC1-43BF-A1DE-F467E9DB300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4551" y="221488"/>
            <a:ext cx="3985335" cy="24622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ngolin" panose="00000500000000000000" pitchFamily="2" charset="0"/>
                <a:ea typeface="+mn-ea"/>
                <a:cs typeface="+mn-cs"/>
              </a:rPr>
              <a:t>Comixplain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angolin" panose="00000500000000000000" pitchFamily="2" charset="0"/>
                <a:ea typeface="+mn-ea"/>
                <a:cs typeface="+mn-cs"/>
              </a:rPr>
              <a:t> Template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E615401-E674-45E7-9EB1-0F33502FC537}"/>
              </a:ext>
            </a:extLst>
          </p:cNvPr>
          <p:cNvSpPr txBox="1"/>
          <p:nvPr/>
        </p:nvSpPr>
        <p:spPr>
          <a:xfrm>
            <a:off x="337505" y="871305"/>
            <a:ext cx="1833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latin typeface="Pangolin" panose="00000500000000000000" pitchFamily="2" charset="0"/>
              </a:rPr>
              <a:t>SINGLE</a:t>
            </a:r>
            <a:endParaRPr lang="en-US" sz="1400" b="1" noProof="0" dirty="0">
              <a:solidFill>
                <a:schemeClr val="tx1"/>
              </a:solidFill>
              <a:latin typeface="Pangolin" panose="00000500000000000000" pitchFamily="2" charset="0"/>
            </a:endParaRPr>
          </a:p>
        </p:txBody>
      </p:sp>
      <p:sp>
        <p:nvSpPr>
          <p:cNvPr id="20" name="Textfeld 17">
            <a:extLst>
              <a:ext uri="{FF2B5EF4-FFF2-40B4-BE49-F238E27FC236}">
                <a16:creationId xmlns:a16="http://schemas.microsoft.com/office/drawing/2014/main" id="{57E72FFB-6447-E17E-0D53-F450378BA378}"/>
              </a:ext>
            </a:extLst>
          </p:cNvPr>
          <p:cNvSpPr txBox="1"/>
          <p:nvPr/>
        </p:nvSpPr>
        <p:spPr>
          <a:xfrm>
            <a:off x="2500577" y="871305"/>
            <a:ext cx="1833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latin typeface="Pangolin" panose="00000500000000000000" pitchFamily="2" charset="0"/>
              </a:rPr>
              <a:t>SINGLE</a:t>
            </a:r>
            <a:endParaRPr lang="en-US" sz="1400" b="1" noProof="0" dirty="0">
              <a:solidFill>
                <a:schemeClr val="tx1"/>
              </a:solidFill>
              <a:latin typeface="Pangolin" panose="00000500000000000000" pitchFamily="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E275761-C4B2-4E02-9B6B-11C49F354887}"/>
              </a:ext>
            </a:extLst>
          </p:cNvPr>
          <p:cNvSpPr txBox="1"/>
          <p:nvPr/>
        </p:nvSpPr>
        <p:spPr>
          <a:xfrm>
            <a:off x="4581524" y="610795"/>
            <a:ext cx="20441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0" dirty="0">
                <a:latin typeface="Pangolin" panose="00000500000000000000" pitchFamily="2" charset="0"/>
              </a:rPr>
              <a:t>These are single panels. You can have a comic strip with three of them side by side. </a:t>
            </a:r>
            <a:br>
              <a:rPr lang="en-US" sz="1000" noProof="0" dirty="0">
                <a:latin typeface="Pangolin" panose="00000500000000000000" pitchFamily="2" charset="0"/>
              </a:rPr>
            </a:br>
            <a:r>
              <a:rPr lang="en-US" sz="1000" noProof="0" dirty="0">
                <a:latin typeface="Pangolin" panose="00000500000000000000" pitchFamily="2" charset="0"/>
              </a:rPr>
              <a:t>You can create one by adding a text box with a width of 2.24" and a height of 3.23".  </a:t>
            </a:r>
            <a:endParaRPr lang="en-US" sz="1000" noProof="0" dirty="0">
              <a:solidFill>
                <a:schemeClr val="tx1"/>
              </a:solidFill>
              <a:latin typeface="Pangolin" panose="00000500000000000000" pitchFamily="2" charset="0"/>
            </a:endParaRPr>
          </a:p>
        </p:txBody>
      </p:sp>
      <p:sp>
        <p:nvSpPr>
          <p:cNvPr id="22" name="Textfeld 17">
            <a:extLst>
              <a:ext uri="{FF2B5EF4-FFF2-40B4-BE49-F238E27FC236}">
                <a16:creationId xmlns:a16="http://schemas.microsoft.com/office/drawing/2014/main" id="{8AE2C124-0F75-89D3-3C25-095ADE4286AD}"/>
              </a:ext>
            </a:extLst>
          </p:cNvPr>
          <p:cNvSpPr txBox="1"/>
          <p:nvPr/>
        </p:nvSpPr>
        <p:spPr>
          <a:xfrm>
            <a:off x="1404295" y="4049591"/>
            <a:ext cx="1833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latin typeface="Pangolin" panose="00000500000000000000" pitchFamily="2" charset="0"/>
              </a:rPr>
              <a:t>DOUBLE</a:t>
            </a:r>
            <a:endParaRPr lang="en-US" sz="1400" b="1" noProof="0" dirty="0">
              <a:solidFill>
                <a:schemeClr val="tx1"/>
              </a:solidFill>
              <a:latin typeface="Pangolin" panose="00000500000000000000" pitchFamily="2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0BA6042-0FCB-42AA-A6DD-3F5DA6D4A599}"/>
              </a:ext>
            </a:extLst>
          </p:cNvPr>
          <p:cNvSpPr txBox="1"/>
          <p:nvPr/>
        </p:nvSpPr>
        <p:spPr>
          <a:xfrm>
            <a:off x="4588406" y="3711350"/>
            <a:ext cx="20441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0" dirty="0">
                <a:latin typeface="Pangolin" panose="00000500000000000000" pitchFamily="2" charset="0"/>
              </a:rPr>
              <a:t>You can use a double-sized panel to display a larger image, present a longer description, or just take more time with a concept than you would in a single panel. It has a width of 4.65“.</a:t>
            </a:r>
            <a:endParaRPr lang="en-US" sz="1000" noProof="0" dirty="0">
              <a:solidFill>
                <a:schemeClr val="tx1"/>
              </a:solidFill>
              <a:latin typeface="Pangolin" panose="00000500000000000000" pitchFamily="2" charset="0"/>
            </a:endParaRPr>
          </a:p>
        </p:txBody>
      </p:sp>
      <p:sp>
        <p:nvSpPr>
          <p:cNvPr id="28" name="Textfeld 17">
            <a:extLst>
              <a:ext uri="{FF2B5EF4-FFF2-40B4-BE49-F238E27FC236}">
                <a16:creationId xmlns:a16="http://schemas.microsoft.com/office/drawing/2014/main" id="{965A11E4-CFDD-5D48-1561-6B8826B34C1B}"/>
              </a:ext>
            </a:extLst>
          </p:cNvPr>
          <p:cNvSpPr txBox="1"/>
          <p:nvPr/>
        </p:nvSpPr>
        <p:spPr>
          <a:xfrm>
            <a:off x="2518403" y="7075597"/>
            <a:ext cx="1833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noProof="0" dirty="0">
                <a:latin typeface="Pangolin" panose="00000500000000000000" pitchFamily="2" charset="0"/>
              </a:rPr>
              <a:t>TRIPLE</a:t>
            </a:r>
            <a:endParaRPr lang="en-US" sz="1400" b="1" noProof="0" dirty="0">
              <a:solidFill>
                <a:schemeClr val="tx1"/>
              </a:solidFill>
              <a:latin typeface="Pangolin" panose="00000500000000000000" pitchFamily="2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FFBA7D3-0B48-4C9E-91CF-00440C387117}"/>
              </a:ext>
            </a:extLst>
          </p:cNvPr>
          <p:cNvSpPr txBox="1"/>
          <p:nvPr/>
        </p:nvSpPr>
        <p:spPr>
          <a:xfrm>
            <a:off x="4721458" y="7001322"/>
            <a:ext cx="168793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0" dirty="0">
                <a:latin typeface="Pangolin" panose="00000500000000000000" pitchFamily="2" charset="0"/>
              </a:rPr>
              <a:t>You can use a triple-sized panel for a larger scene. It has 7". You can create any panel by adding a text box with a back outline.</a:t>
            </a:r>
            <a:endParaRPr lang="en-US" sz="1000" noProof="0" dirty="0">
              <a:solidFill>
                <a:schemeClr val="tx1"/>
              </a:solidFill>
              <a:latin typeface="Pangolin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5FCEDF-7A85-F6CB-F814-F6C567CB87A6}"/>
              </a:ext>
            </a:extLst>
          </p:cNvPr>
          <p:cNvSpPr txBox="1"/>
          <p:nvPr/>
        </p:nvSpPr>
        <p:spPr>
          <a:xfrm>
            <a:off x="337505" y="9034695"/>
            <a:ext cx="3219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Pangolin" panose="00000500000000000000" pitchFamily="2" charset="0"/>
              </a:rPr>
              <a:t>You can use illustrations from: </a:t>
            </a:r>
            <a:br>
              <a:rPr lang="en-US" sz="1400" dirty="0">
                <a:latin typeface="Pangolin" panose="00000500000000000000" pitchFamily="2" charset="0"/>
              </a:rPr>
            </a:br>
            <a:r>
              <a:rPr lang="en-US" sz="1400" dirty="0">
                <a:latin typeface="Pangolin" panose="00000500000000000000" pitchFamily="2" charset="0"/>
                <a:hlinkClick r:id="rId5"/>
              </a:rPr>
              <a:t>https://www.comixplain.cc/catalog.html</a:t>
            </a:r>
            <a:endParaRPr lang="en-US" sz="1400" dirty="0">
              <a:latin typeface="Pangolin" panose="00000500000000000000" pitchFamily="2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9D2F0-3553-6D21-92B9-3D83881DF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4C4A-945E-4A56-A1E7-C9D60F5427F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40356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66FF-E911-DFD1-264D-D5E35AF5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18CB67-9813-AED7-2E09-556CF313D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C44C4A-945E-4A56-A1E7-C9D60F5427FF}" type="slidenum">
              <a:rPr lang="de-AT" smtClean="0"/>
              <a:t>2</a:t>
            </a:fld>
            <a:endParaRPr lang="de-AT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EC03E3-1DDE-9464-574D-A19060512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551" y="221488"/>
            <a:ext cx="3985335" cy="234680"/>
          </a:xfrm>
          <a:prstGeom prst="rect">
            <a:avLst/>
          </a:prstGeom>
        </p:spPr>
        <p:txBody>
          <a:bodyPr/>
          <a:lstStyle/>
          <a:p>
            <a:endParaRPr lang="en-US" sz="1000" dirty="0">
              <a:latin typeface="Pangolin" panose="00000500000000000000" pitchFamily="2" charset="0"/>
            </a:endParaRPr>
          </a:p>
        </p:txBody>
      </p:sp>
      <p:sp>
        <p:nvSpPr>
          <p:cNvPr id="5" name="Rechteck 1">
            <a:extLst>
              <a:ext uri="{FF2B5EF4-FFF2-40B4-BE49-F238E27FC236}">
                <a16:creationId xmlns:a16="http://schemas.microsoft.com/office/drawing/2014/main" id="{E8CF5295-F679-F153-5F66-A807245CF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11227" y="523875"/>
            <a:ext cx="2048256" cy="2951163"/>
          </a:xfrm>
          <a:custGeom>
            <a:avLst/>
            <a:gdLst>
              <a:gd name="csX0" fmla="*/ 0 w 2048256"/>
              <a:gd name="csY0" fmla="*/ 0 h 2951163"/>
              <a:gd name="csX1" fmla="*/ 682752 w 2048256"/>
              <a:gd name="csY1" fmla="*/ 0 h 2951163"/>
              <a:gd name="csX2" fmla="*/ 1304056 w 2048256"/>
              <a:gd name="csY2" fmla="*/ 0 h 2951163"/>
              <a:gd name="csX3" fmla="*/ 2048256 w 2048256"/>
              <a:gd name="csY3" fmla="*/ 0 h 2951163"/>
              <a:gd name="csX4" fmla="*/ 2048256 w 2048256"/>
              <a:gd name="csY4" fmla="*/ 619744 h 2951163"/>
              <a:gd name="csX5" fmla="*/ 2048256 w 2048256"/>
              <a:gd name="csY5" fmla="*/ 1239488 h 2951163"/>
              <a:gd name="csX6" fmla="*/ 2048256 w 2048256"/>
              <a:gd name="csY6" fmla="*/ 1770698 h 2951163"/>
              <a:gd name="csX7" fmla="*/ 2048256 w 2048256"/>
              <a:gd name="csY7" fmla="*/ 2360930 h 2951163"/>
              <a:gd name="csX8" fmla="*/ 2048256 w 2048256"/>
              <a:gd name="csY8" fmla="*/ 2951163 h 2951163"/>
              <a:gd name="csX9" fmla="*/ 1385987 w 2048256"/>
              <a:gd name="csY9" fmla="*/ 2951163 h 2951163"/>
              <a:gd name="csX10" fmla="*/ 703235 w 2048256"/>
              <a:gd name="csY10" fmla="*/ 2951163 h 2951163"/>
              <a:gd name="csX11" fmla="*/ 0 w 2048256"/>
              <a:gd name="csY11" fmla="*/ 2951163 h 2951163"/>
              <a:gd name="csX12" fmla="*/ 0 w 2048256"/>
              <a:gd name="csY12" fmla="*/ 2331419 h 2951163"/>
              <a:gd name="csX13" fmla="*/ 0 w 2048256"/>
              <a:gd name="csY13" fmla="*/ 1682163 h 2951163"/>
              <a:gd name="csX14" fmla="*/ 0 w 2048256"/>
              <a:gd name="csY14" fmla="*/ 1062419 h 2951163"/>
              <a:gd name="csX15" fmla="*/ 0 w 2048256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48256" h="2951163" fill="none" extrusionOk="0">
                <a:moveTo>
                  <a:pt x="0" y="0"/>
                </a:moveTo>
                <a:cubicBezTo>
                  <a:pt x="145745" y="-14563"/>
                  <a:pt x="443531" y="-7277"/>
                  <a:pt x="682752" y="0"/>
                </a:cubicBezTo>
                <a:cubicBezTo>
                  <a:pt x="921973" y="7277"/>
                  <a:pt x="1028656" y="-16000"/>
                  <a:pt x="1304056" y="0"/>
                </a:cubicBezTo>
                <a:cubicBezTo>
                  <a:pt x="1579456" y="16000"/>
                  <a:pt x="1703881" y="12176"/>
                  <a:pt x="2048256" y="0"/>
                </a:cubicBezTo>
                <a:cubicBezTo>
                  <a:pt x="2046264" y="239847"/>
                  <a:pt x="2076706" y="432103"/>
                  <a:pt x="2048256" y="619744"/>
                </a:cubicBezTo>
                <a:cubicBezTo>
                  <a:pt x="2019806" y="807385"/>
                  <a:pt x="2034863" y="1080410"/>
                  <a:pt x="2048256" y="1239488"/>
                </a:cubicBezTo>
                <a:cubicBezTo>
                  <a:pt x="2061649" y="1398566"/>
                  <a:pt x="2045510" y="1613183"/>
                  <a:pt x="2048256" y="1770698"/>
                </a:cubicBezTo>
                <a:cubicBezTo>
                  <a:pt x="2051003" y="1928213"/>
                  <a:pt x="2074513" y="2089042"/>
                  <a:pt x="2048256" y="2360930"/>
                </a:cubicBezTo>
                <a:cubicBezTo>
                  <a:pt x="2021999" y="2632818"/>
                  <a:pt x="2041826" y="2795804"/>
                  <a:pt x="2048256" y="2951163"/>
                </a:cubicBezTo>
                <a:cubicBezTo>
                  <a:pt x="1777615" y="2949990"/>
                  <a:pt x="1590074" y="2922595"/>
                  <a:pt x="1385987" y="2951163"/>
                </a:cubicBezTo>
                <a:cubicBezTo>
                  <a:pt x="1181900" y="2979731"/>
                  <a:pt x="937289" y="2925220"/>
                  <a:pt x="703235" y="2951163"/>
                </a:cubicBezTo>
                <a:cubicBezTo>
                  <a:pt x="469181" y="2977106"/>
                  <a:pt x="279028" y="2952897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48256" h="2951163" stroke="0" extrusionOk="0">
                <a:moveTo>
                  <a:pt x="0" y="0"/>
                </a:moveTo>
                <a:cubicBezTo>
                  <a:pt x="202094" y="13324"/>
                  <a:pt x="347226" y="23935"/>
                  <a:pt x="621304" y="0"/>
                </a:cubicBezTo>
                <a:cubicBezTo>
                  <a:pt x="895382" y="-23935"/>
                  <a:pt x="1070239" y="14752"/>
                  <a:pt x="1263091" y="0"/>
                </a:cubicBezTo>
                <a:cubicBezTo>
                  <a:pt x="1455943" y="-14752"/>
                  <a:pt x="1811845" y="25403"/>
                  <a:pt x="2048256" y="0"/>
                </a:cubicBezTo>
                <a:cubicBezTo>
                  <a:pt x="2060438" y="245709"/>
                  <a:pt x="2038713" y="343479"/>
                  <a:pt x="2048256" y="560721"/>
                </a:cubicBezTo>
                <a:cubicBezTo>
                  <a:pt x="2057799" y="777963"/>
                  <a:pt x="2078146" y="886218"/>
                  <a:pt x="2048256" y="1209977"/>
                </a:cubicBezTo>
                <a:cubicBezTo>
                  <a:pt x="2018366" y="1533736"/>
                  <a:pt x="2041257" y="1542940"/>
                  <a:pt x="2048256" y="1711675"/>
                </a:cubicBezTo>
                <a:cubicBezTo>
                  <a:pt x="2055255" y="1880410"/>
                  <a:pt x="2058153" y="2114975"/>
                  <a:pt x="2048256" y="2242884"/>
                </a:cubicBezTo>
                <a:cubicBezTo>
                  <a:pt x="2038359" y="2370793"/>
                  <a:pt x="2079163" y="2753717"/>
                  <a:pt x="2048256" y="2951163"/>
                </a:cubicBezTo>
                <a:cubicBezTo>
                  <a:pt x="1902866" y="2942189"/>
                  <a:pt x="1732100" y="2949788"/>
                  <a:pt x="1426952" y="2951163"/>
                </a:cubicBezTo>
                <a:cubicBezTo>
                  <a:pt x="1121804" y="2952538"/>
                  <a:pt x="1052260" y="2937349"/>
                  <a:pt x="785165" y="2951163"/>
                </a:cubicBezTo>
                <a:cubicBezTo>
                  <a:pt x="518070" y="2964977"/>
                  <a:pt x="300455" y="2971486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Rechteck 2">
            <a:extLst>
              <a:ext uri="{FF2B5EF4-FFF2-40B4-BE49-F238E27FC236}">
                <a16:creationId xmlns:a16="http://schemas.microsoft.com/office/drawing/2014/main" id="{0FA451E3-6E2F-3D3E-34EF-DEA5DFBDF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1525" y="525462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Rechteck 3">
            <a:extLst>
              <a:ext uri="{FF2B5EF4-FFF2-40B4-BE49-F238E27FC236}">
                <a16:creationId xmlns:a16="http://schemas.microsoft.com/office/drawing/2014/main" id="{1A967792-97C0-2AE0-5B2C-5095DEA6F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425" y="3622675"/>
            <a:ext cx="4248150" cy="2951163"/>
          </a:xfrm>
          <a:custGeom>
            <a:avLst/>
            <a:gdLst>
              <a:gd name="csX0" fmla="*/ 0 w 4248150"/>
              <a:gd name="csY0" fmla="*/ 0 h 2951163"/>
              <a:gd name="csX1" fmla="*/ 649360 w 4248150"/>
              <a:gd name="csY1" fmla="*/ 0 h 2951163"/>
              <a:gd name="csX2" fmla="*/ 1256239 w 4248150"/>
              <a:gd name="csY2" fmla="*/ 0 h 2951163"/>
              <a:gd name="csX3" fmla="*/ 1820636 w 4248150"/>
              <a:gd name="csY3" fmla="*/ 0 h 2951163"/>
              <a:gd name="csX4" fmla="*/ 2512477 w 4248150"/>
              <a:gd name="csY4" fmla="*/ 0 h 2951163"/>
              <a:gd name="csX5" fmla="*/ 3204319 w 4248150"/>
              <a:gd name="csY5" fmla="*/ 0 h 2951163"/>
              <a:gd name="csX6" fmla="*/ 4248150 w 4248150"/>
              <a:gd name="csY6" fmla="*/ 0 h 2951163"/>
              <a:gd name="csX7" fmla="*/ 4248150 w 4248150"/>
              <a:gd name="csY7" fmla="*/ 649256 h 2951163"/>
              <a:gd name="csX8" fmla="*/ 4248150 w 4248150"/>
              <a:gd name="csY8" fmla="*/ 1239488 h 2951163"/>
              <a:gd name="csX9" fmla="*/ 4248150 w 4248150"/>
              <a:gd name="csY9" fmla="*/ 1829721 h 2951163"/>
              <a:gd name="csX10" fmla="*/ 4248150 w 4248150"/>
              <a:gd name="csY10" fmla="*/ 2360930 h 2951163"/>
              <a:gd name="csX11" fmla="*/ 4248150 w 4248150"/>
              <a:gd name="csY11" fmla="*/ 2951163 h 2951163"/>
              <a:gd name="csX12" fmla="*/ 3683753 w 4248150"/>
              <a:gd name="csY12" fmla="*/ 2951163 h 2951163"/>
              <a:gd name="csX13" fmla="*/ 3161837 w 4248150"/>
              <a:gd name="csY13" fmla="*/ 2951163 h 2951163"/>
              <a:gd name="csX14" fmla="*/ 2554959 w 4248150"/>
              <a:gd name="csY14" fmla="*/ 2951163 h 2951163"/>
              <a:gd name="csX15" fmla="*/ 2033043 w 4248150"/>
              <a:gd name="csY15" fmla="*/ 2951163 h 2951163"/>
              <a:gd name="csX16" fmla="*/ 1383683 w 4248150"/>
              <a:gd name="csY16" fmla="*/ 2951163 h 2951163"/>
              <a:gd name="csX17" fmla="*/ 819286 w 4248150"/>
              <a:gd name="csY17" fmla="*/ 2951163 h 2951163"/>
              <a:gd name="csX18" fmla="*/ 0 w 4248150"/>
              <a:gd name="csY18" fmla="*/ 2951163 h 2951163"/>
              <a:gd name="csX19" fmla="*/ 0 w 4248150"/>
              <a:gd name="csY19" fmla="*/ 2449465 h 2951163"/>
              <a:gd name="csX20" fmla="*/ 0 w 4248150"/>
              <a:gd name="csY20" fmla="*/ 1947768 h 2951163"/>
              <a:gd name="csX21" fmla="*/ 0 w 4248150"/>
              <a:gd name="csY21" fmla="*/ 1328023 h 2951163"/>
              <a:gd name="csX22" fmla="*/ 0 w 4248150"/>
              <a:gd name="csY22" fmla="*/ 737791 h 2951163"/>
              <a:gd name="csX23" fmla="*/ 0 w 4248150"/>
              <a:gd name="csY23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48150" h="2951163" fill="none" extrusionOk="0">
                <a:moveTo>
                  <a:pt x="0" y="0"/>
                </a:moveTo>
                <a:cubicBezTo>
                  <a:pt x="317880" y="21825"/>
                  <a:pt x="434834" y="10906"/>
                  <a:pt x="649360" y="0"/>
                </a:cubicBezTo>
                <a:cubicBezTo>
                  <a:pt x="863886" y="-10906"/>
                  <a:pt x="1065298" y="24423"/>
                  <a:pt x="1256239" y="0"/>
                </a:cubicBezTo>
                <a:cubicBezTo>
                  <a:pt x="1447180" y="-24423"/>
                  <a:pt x="1566806" y="19345"/>
                  <a:pt x="1820636" y="0"/>
                </a:cubicBezTo>
                <a:cubicBezTo>
                  <a:pt x="2074466" y="-19345"/>
                  <a:pt x="2354963" y="-20815"/>
                  <a:pt x="2512477" y="0"/>
                </a:cubicBezTo>
                <a:cubicBezTo>
                  <a:pt x="2669991" y="20815"/>
                  <a:pt x="2900936" y="19344"/>
                  <a:pt x="3204319" y="0"/>
                </a:cubicBezTo>
                <a:cubicBezTo>
                  <a:pt x="3507702" y="-19344"/>
                  <a:pt x="3769996" y="45574"/>
                  <a:pt x="4248150" y="0"/>
                </a:cubicBezTo>
                <a:cubicBezTo>
                  <a:pt x="4268053" y="302134"/>
                  <a:pt x="4217183" y="366146"/>
                  <a:pt x="4248150" y="649256"/>
                </a:cubicBezTo>
                <a:cubicBezTo>
                  <a:pt x="4279117" y="932366"/>
                  <a:pt x="4244680" y="948471"/>
                  <a:pt x="4248150" y="1239488"/>
                </a:cubicBezTo>
                <a:cubicBezTo>
                  <a:pt x="4251620" y="1530505"/>
                  <a:pt x="4229121" y="1579728"/>
                  <a:pt x="4248150" y="1829721"/>
                </a:cubicBezTo>
                <a:cubicBezTo>
                  <a:pt x="4267179" y="2079714"/>
                  <a:pt x="4253357" y="2167357"/>
                  <a:pt x="4248150" y="2360930"/>
                </a:cubicBezTo>
                <a:cubicBezTo>
                  <a:pt x="4242943" y="2554503"/>
                  <a:pt x="4222023" y="2716323"/>
                  <a:pt x="4248150" y="2951163"/>
                </a:cubicBezTo>
                <a:cubicBezTo>
                  <a:pt x="4003048" y="2941943"/>
                  <a:pt x="3963122" y="2961960"/>
                  <a:pt x="3683753" y="2951163"/>
                </a:cubicBezTo>
                <a:cubicBezTo>
                  <a:pt x="3404384" y="2940366"/>
                  <a:pt x="3365316" y="2937697"/>
                  <a:pt x="3161837" y="2951163"/>
                </a:cubicBezTo>
                <a:cubicBezTo>
                  <a:pt x="2958358" y="2964629"/>
                  <a:pt x="2816511" y="2935387"/>
                  <a:pt x="2554959" y="2951163"/>
                </a:cubicBezTo>
                <a:cubicBezTo>
                  <a:pt x="2293407" y="2966939"/>
                  <a:pt x="2215392" y="2951286"/>
                  <a:pt x="2033043" y="2951163"/>
                </a:cubicBezTo>
                <a:cubicBezTo>
                  <a:pt x="1850694" y="2951040"/>
                  <a:pt x="1623404" y="2938797"/>
                  <a:pt x="1383683" y="2951163"/>
                </a:cubicBezTo>
                <a:cubicBezTo>
                  <a:pt x="1143962" y="2963529"/>
                  <a:pt x="974086" y="2978242"/>
                  <a:pt x="819286" y="2951163"/>
                </a:cubicBezTo>
                <a:cubicBezTo>
                  <a:pt x="664486" y="2924084"/>
                  <a:pt x="314977" y="2985871"/>
                  <a:pt x="0" y="2951163"/>
                </a:cubicBezTo>
                <a:cubicBezTo>
                  <a:pt x="10400" y="2833403"/>
                  <a:pt x="-8079" y="2689741"/>
                  <a:pt x="0" y="2449465"/>
                </a:cubicBezTo>
                <a:cubicBezTo>
                  <a:pt x="8079" y="2209189"/>
                  <a:pt x="-20119" y="2145230"/>
                  <a:pt x="0" y="1947768"/>
                </a:cubicBezTo>
                <a:cubicBezTo>
                  <a:pt x="20119" y="1750306"/>
                  <a:pt x="3698" y="1536620"/>
                  <a:pt x="0" y="1328023"/>
                </a:cubicBezTo>
                <a:cubicBezTo>
                  <a:pt x="-3698" y="1119426"/>
                  <a:pt x="-18480" y="909479"/>
                  <a:pt x="0" y="737791"/>
                </a:cubicBezTo>
                <a:cubicBezTo>
                  <a:pt x="18480" y="566103"/>
                  <a:pt x="-6834" y="283797"/>
                  <a:pt x="0" y="0"/>
                </a:cubicBezTo>
                <a:close/>
              </a:path>
              <a:path w="4248150" h="2951163" stroke="0" extrusionOk="0">
                <a:moveTo>
                  <a:pt x="0" y="0"/>
                </a:moveTo>
                <a:cubicBezTo>
                  <a:pt x="150604" y="22448"/>
                  <a:pt x="240946" y="-1826"/>
                  <a:pt x="479434" y="0"/>
                </a:cubicBezTo>
                <a:cubicBezTo>
                  <a:pt x="717922" y="1826"/>
                  <a:pt x="792817" y="3941"/>
                  <a:pt x="1001350" y="0"/>
                </a:cubicBezTo>
                <a:cubicBezTo>
                  <a:pt x="1209883" y="-3941"/>
                  <a:pt x="1470736" y="22828"/>
                  <a:pt x="1608228" y="0"/>
                </a:cubicBezTo>
                <a:cubicBezTo>
                  <a:pt x="1745720" y="-22828"/>
                  <a:pt x="2019360" y="20245"/>
                  <a:pt x="2172625" y="0"/>
                </a:cubicBezTo>
                <a:cubicBezTo>
                  <a:pt x="2325890" y="-20245"/>
                  <a:pt x="2560964" y="-13088"/>
                  <a:pt x="2694541" y="0"/>
                </a:cubicBezTo>
                <a:cubicBezTo>
                  <a:pt x="2828118" y="13088"/>
                  <a:pt x="3097385" y="-1340"/>
                  <a:pt x="3343901" y="0"/>
                </a:cubicBezTo>
                <a:cubicBezTo>
                  <a:pt x="3590417" y="1340"/>
                  <a:pt x="4062877" y="28857"/>
                  <a:pt x="4248150" y="0"/>
                </a:cubicBezTo>
                <a:cubicBezTo>
                  <a:pt x="4248255" y="211258"/>
                  <a:pt x="4241679" y="514894"/>
                  <a:pt x="4248150" y="649256"/>
                </a:cubicBezTo>
                <a:cubicBezTo>
                  <a:pt x="4254621" y="783618"/>
                  <a:pt x="4234639" y="969180"/>
                  <a:pt x="4248150" y="1150954"/>
                </a:cubicBezTo>
                <a:cubicBezTo>
                  <a:pt x="4261661" y="1332728"/>
                  <a:pt x="4252020" y="1576998"/>
                  <a:pt x="4248150" y="1800209"/>
                </a:cubicBezTo>
                <a:cubicBezTo>
                  <a:pt x="4244280" y="2023421"/>
                  <a:pt x="4254041" y="2072380"/>
                  <a:pt x="4248150" y="2331419"/>
                </a:cubicBezTo>
                <a:cubicBezTo>
                  <a:pt x="4242260" y="2590458"/>
                  <a:pt x="4225186" y="2806842"/>
                  <a:pt x="4248150" y="2951163"/>
                </a:cubicBezTo>
                <a:cubicBezTo>
                  <a:pt x="3936779" y="2918452"/>
                  <a:pt x="3837269" y="2921316"/>
                  <a:pt x="3556308" y="2951163"/>
                </a:cubicBezTo>
                <a:cubicBezTo>
                  <a:pt x="3275347" y="2981010"/>
                  <a:pt x="3159884" y="2933481"/>
                  <a:pt x="2991911" y="2951163"/>
                </a:cubicBezTo>
                <a:cubicBezTo>
                  <a:pt x="2823938" y="2968845"/>
                  <a:pt x="2510767" y="2921130"/>
                  <a:pt x="2342551" y="2951163"/>
                </a:cubicBezTo>
                <a:cubicBezTo>
                  <a:pt x="2174335" y="2981196"/>
                  <a:pt x="2030374" y="2950726"/>
                  <a:pt x="1863117" y="2951163"/>
                </a:cubicBezTo>
                <a:cubicBezTo>
                  <a:pt x="1695860" y="2951600"/>
                  <a:pt x="1603989" y="2969319"/>
                  <a:pt x="1383683" y="2951163"/>
                </a:cubicBezTo>
                <a:cubicBezTo>
                  <a:pt x="1163377" y="2933007"/>
                  <a:pt x="1042591" y="2962639"/>
                  <a:pt x="861768" y="2951163"/>
                </a:cubicBezTo>
                <a:cubicBezTo>
                  <a:pt x="680946" y="2939687"/>
                  <a:pt x="239181" y="2979784"/>
                  <a:pt x="0" y="2951163"/>
                </a:cubicBezTo>
                <a:cubicBezTo>
                  <a:pt x="-26144" y="2766674"/>
                  <a:pt x="27931" y="2563789"/>
                  <a:pt x="0" y="2390442"/>
                </a:cubicBezTo>
                <a:cubicBezTo>
                  <a:pt x="-27931" y="2217095"/>
                  <a:pt x="-19940" y="2036067"/>
                  <a:pt x="0" y="1800209"/>
                </a:cubicBezTo>
                <a:cubicBezTo>
                  <a:pt x="19940" y="1564351"/>
                  <a:pt x="5937" y="1533559"/>
                  <a:pt x="0" y="1269000"/>
                </a:cubicBezTo>
                <a:cubicBezTo>
                  <a:pt x="-5937" y="1004441"/>
                  <a:pt x="-2113" y="947347"/>
                  <a:pt x="0" y="737791"/>
                </a:cubicBezTo>
                <a:cubicBezTo>
                  <a:pt x="2113" y="528235"/>
                  <a:pt x="20187" y="34357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7" name="Rechteck 4">
            <a:extLst>
              <a:ext uri="{FF2B5EF4-FFF2-40B4-BE49-F238E27FC236}">
                <a16:creationId xmlns:a16="http://schemas.microsoft.com/office/drawing/2014/main" id="{89AC66E1-7A90-D7B5-5909-B82623B48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1525" y="3624262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1" name="Rechteck 5">
            <a:extLst>
              <a:ext uri="{FF2B5EF4-FFF2-40B4-BE49-F238E27FC236}">
                <a16:creationId xmlns:a16="http://schemas.microsoft.com/office/drawing/2014/main" id="{0C5D7FD3-5450-6C35-362A-5AA9B4171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424" y="6721475"/>
            <a:ext cx="6400269" cy="2951163"/>
          </a:xfrm>
          <a:custGeom>
            <a:avLst/>
            <a:gdLst>
              <a:gd name="csX0" fmla="*/ 0 w 6400269"/>
              <a:gd name="csY0" fmla="*/ 0 h 2951163"/>
              <a:gd name="csX1" fmla="*/ 512022 w 6400269"/>
              <a:gd name="csY1" fmla="*/ 0 h 2951163"/>
              <a:gd name="csX2" fmla="*/ 1152048 w 6400269"/>
              <a:gd name="csY2" fmla="*/ 0 h 2951163"/>
              <a:gd name="csX3" fmla="*/ 1664070 w 6400269"/>
              <a:gd name="csY3" fmla="*/ 0 h 2951163"/>
              <a:gd name="csX4" fmla="*/ 2368100 w 6400269"/>
              <a:gd name="csY4" fmla="*/ 0 h 2951163"/>
              <a:gd name="csX5" fmla="*/ 3072129 w 6400269"/>
              <a:gd name="csY5" fmla="*/ 0 h 2951163"/>
              <a:gd name="csX6" fmla="*/ 3584151 w 6400269"/>
              <a:gd name="csY6" fmla="*/ 0 h 2951163"/>
              <a:gd name="csX7" fmla="*/ 4032169 w 6400269"/>
              <a:gd name="csY7" fmla="*/ 0 h 2951163"/>
              <a:gd name="csX8" fmla="*/ 4672196 w 6400269"/>
              <a:gd name="csY8" fmla="*/ 0 h 2951163"/>
              <a:gd name="csX9" fmla="*/ 5440229 w 6400269"/>
              <a:gd name="csY9" fmla="*/ 0 h 2951163"/>
              <a:gd name="csX10" fmla="*/ 6400269 w 6400269"/>
              <a:gd name="csY10" fmla="*/ 0 h 2951163"/>
              <a:gd name="csX11" fmla="*/ 6400269 w 6400269"/>
              <a:gd name="csY11" fmla="*/ 560721 h 2951163"/>
              <a:gd name="csX12" fmla="*/ 6400269 w 6400269"/>
              <a:gd name="csY12" fmla="*/ 1091930 h 2951163"/>
              <a:gd name="csX13" fmla="*/ 6400269 w 6400269"/>
              <a:gd name="csY13" fmla="*/ 1711675 h 2951163"/>
              <a:gd name="csX14" fmla="*/ 6400269 w 6400269"/>
              <a:gd name="csY14" fmla="*/ 2272396 h 2951163"/>
              <a:gd name="csX15" fmla="*/ 6400269 w 6400269"/>
              <a:gd name="csY15" fmla="*/ 2951163 h 2951163"/>
              <a:gd name="csX16" fmla="*/ 5824245 w 6400269"/>
              <a:gd name="csY16" fmla="*/ 2951163 h 2951163"/>
              <a:gd name="csX17" fmla="*/ 5248221 w 6400269"/>
              <a:gd name="csY17" fmla="*/ 2951163 h 2951163"/>
              <a:gd name="csX18" fmla="*/ 4608194 w 6400269"/>
              <a:gd name="csY18" fmla="*/ 2951163 h 2951163"/>
              <a:gd name="csX19" fmla="*/ 3840161 w 6400269"/>
              <a:gd name="csY19" fmla="*/ 2951163 h 2951163"/>
              <a:gd name="csX20" fmla="*/ 3328140 w 6400269"/>
              <a:gd name="csY20" fmla="*/ 2951163 h 2951163"/>
              <a:gd name="csX21" fmla="*/ 2688113 w 6400269"/>
              <a:gd name="csY21" fmla="*/ 2951163 h 2951163"/>
              <a:gd name="csX22" fmla="*/ 2176091 w 6400269"/>
              <a:gd name="csY22" fmla="*/ 2951163 h 2951163"/>
              <a:gd name="csX23" fmla="*/ 1600067 w 6400269"/>
              <a:gd name="csY23" fmla="*/ 2951163 h 2951163"/>
              <a:gd name="csX24" fmla="*/ 896038 w 6400269"/>
              <a:gd name="csY24" fmla="*/ 2951163 h 2951163"/>
              <a:gd name="csX25" fmla="*/ 0 w 6400269"/>
              <a:gd name="csY25" fmla="*/ 2951163 h 2951163"/>
              <a:gd name="csX26" fmla="*/ 0 w 6400269"/>
              <a:gd name="csY26" fmla="*/ 2449465 h 2951163"/>
              <a:gd name="csX27" fmla="*/ 0 w 6400269"/>
              <a:gd name="csY27" fmla="*/ 1947768 h 2951163"/>
              <a:gd name="csX28" fmla="*/ 0 w 6400269"/>
              <a:gd name="csY28" fmla="*/ 1298512 h 2951163"/>
              <a:gd name="csX29" fmla="*/ 0 w 6400269"/>
              <a:gd name="csY29" fmla="*/ 796814 h 2951163"/>
              <a:gd name="csX30" fmla="*/ 0 w 6400269"/>
              <a:gd name="csY30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6400269" h="2951163" fill="none" extrusionOk="0">
                <a:moveTo>
                  <a:pt x="0" y="0"/>
                </a:moveTo>
                <a:cubicBezTo>
                  <a:pt x="155627" y="-18505"/>
                  <a:pt x="372887" y="-1088"/>
                  <a:pt x="512022" y="0"/>
                </a:cubicBezTo>
                <a:cubicBezTo>
                  <a:pt x="651157" y="1088"/>
                  <a:pt x="904976" y="-24611"/>
                  <a:pt x="1152048" y="0"/>
                </a:cubicBezTo>
                <a:cubicBezTo>
                  <a:pt x="1399120" y="24611"/>
                  <a:pt x="1519881" y="-22310"/>
                  <a:pt x="1664070" y="0"/>
                </a:cubicBezTo>
                <a:cubicBezTo>
                  <a:pt x="1808259" y="22310"/>
                  <a:pt x="2142216" y="-19893"/>
                  <a:pt x="2368100" y="0"/>
                </a:cubicBezTo>
                <a:cubicBezTo>
                  <a:pt x="2593984" y="19893"/>
                  <a:pt x="2732400" y="-13337"/>
                  <a:pt x="3072129" y="0"/>
                </a:cubicBezTo>
                <a:cubicBezTo>
                  <a:pt x="3411858" y="13337"/>
                  <a:pt x="3422584" y="7131"/>
                  <a:pt x="3584151" y="0"/>
                </a:cubicBezTo>
                <a:cubicBezTo>
                  <a:pt x="3745718" y="-7131"/>
                  <a:pt x="3856681" y="-15587"/>
                  <a:pt x="4032169" y="0"/>
                </a:cubicBezTo>
                <a:cubicBezTo>
                  <a:pt x="4207657" y="15587"/>
                  <a:pt x="4440680" y="3571"/>
                  <a:pt x="4672196" y="0"/>
                </a:cubicBezTo>
                <a:cubicBezTo>
                  <a:pt x="4903712" y="-3571"/>
                  <a:pt x="5142227" y="10125"/>
                  <a:pt x="5440229" y="0"/>
                </a:cubicBezTo>
                <a:cubicBezTo>
                  <a:pt x="5738231" y="-10125"/>
                  <a:pt x="6118982" y="-23249"/>
                  <a:pt x="6400269" y="0"/>
                </a:cubicBezTo>
                <a:cubicBezTo>
                  <a:pt x="6390288" y="231921"/>
                  <a:pt x="6407697" y="367775"/>
                  <a:pt x="6400269" y="560721"/>
                </a:cubicBezTo>
                <a:cubicBezTo>
                  <a:pt x="6392841" y="753667"/>
                  <a:pt x="6402638" y="843367"/>
                  <a:pt x="6400269" y="1091930"/>
                </a:cubicBezTo>
                <a:cubicBezTo>
                  <a:pt x="6397900" y="1340493"/>
                  <a:pt x="6418642" y="1483989"/>
                  <a:pt x="6400269" y="1711675"/>
                </a:cubicBezTo>
                <a:cubicBezTo>
                  <a:pt x="6381896" y="1939362"/>
                  <a:pt x="6416956" y="2014409"/>
                  <a:pt x="6400269" y="2272396"/>
                </a:cubicBezTo>
                <a:cubicBezTo>
                  <a:pt x="6383582" y="2530383"/>
                  <a:pt x="6397198" y="2641221"/>
                  <a:pt x="6400269" y="2951163"/>
                </a:cubicBezTo>
                <a:cubicBezTo>
                  <a:pt x="6240632" y="2964985"/>
                  <a:pt x="6081192" y="2929533"/>
                  <a:pt x="5824245" y="2951163"/>
                </a:cubicBezTo>
                <a:cubicBezTo>
                  <a:pt x="5567298" y="2972793"/>
                  <a:pt x="5511873" y="2946992"/>
                  <a:pt x="5248221" y="2951163"/>
                </a:cubicBezTo>
                <a:cubicBezTo>
                  <a:pt x="4984569" y="2955334"/>
                  <a:pt x="4799896" y="2942007"/>
                  <a:pt x="4608194" y="2951163"/>
                </a:cubicBezTo>
                <a:cubicBezTo>
                  <a:pt x="4416492" y="2960319"/>
                  <a:pt x="4008282" y="2984949"/>
                  <a:pt x="3840161" y="2951163"/>
                </a:cubicBezTo>
                <a:cubicBezTo>
                  <a:pt x="3672040" y="2917377"/>
                  <a:pt x="3485187" y="2937173"/>
                  <a:pt x="3328140" y="2951163"/>
                </a:cubicBezTo>
                <a:cubicBezTo>
                  <a:pt x="3171093" y="2965153"/>
                  <a:pt x="2933283" y="2978693"/>
                  <a:pt x="2688113" y="2951163"/>
                </a:cubicBezTo>
                <a:cubicBezTo>
                  <a:pt x="2442943" y="2923633"/>
                  <a:pt x="2395014" y="2941007"/>
                  <a:pt x="2176091" y="2951163"/>
                </a:cubicBezTo>
                <a:cubicBezTo>
                  <a:pt x="1957168" y="2961319"/>
                  <a:pt x="1856637" y="2971909"/>
                  <a:pt x="1600067" y="2951163"/>
                </a:cubicBezTo>
                <a:cubicBezTo>
                  <a:pt x="1343497" y="2930417"/>
                  <a:pt x="1224441" y="2972847"/>
                  <a:pt x="896038" y="2951163"/>
                </a:cubicBezTo>
                <a:cubicBezTo>
                  <a:pt x="567635" y="2929479"/>
                  <a:pt x="384134" y="2973404"/>
                  <a:pt x="0" y="2951163"/>
                </a:cubicBezTo>
                <a:cubicBezTo>
                  <a:pt x="-21148" y="2823962"/>
                  <a:pt x="4380" y="2677191"/>
                  <a:pt x="0" y="2449465"/>
                </a:cubicBezTo>
                <a:cubicBezTo>
                  <a:pt x="-4380" y="2221739"/>
                  <a:pt x="5500" y="2141376"/>
                  <a:pt x="0" y="1947768"/>
                </a:cubicBezTo>
                <a:cubicBezTo>
                  <a:pt x="-5500" y="1754160"/>
                  <a:pt x="1517" y="1622425"/>
                  <a:pt x="0" y="1298512"/>
                </a:cubicBezTo>
                <a:cubicBezTo>
                  <a:pt x="-1517" y="974599"/>
                  <a:pt x="13448" y="936950"/>
                  <a:pt x="0" y="796814"/>
                </a:cubicBezTo>
                <a:cubicBezTo>
                  <a:pt x="-13448" y="656678"/>
                  <a:pt x="18167" y="293421"/>
                  <a:pt x="0" y="0"/>
                </a:cubicBezTo>
                <a:close/>
              </a:path>
              <a:path w="6400269" h="2951163" stroke="0" extrusionOk="0">
                <a:moveTo>
                  <a:pt x="0" y="0"/>
                </a:moveTo>
                <a:cubicBezTo>
                  <a:pt x="218521" y="14820"/>
                  <a:pt x="256491" y="968"/>
                  <a:pt x="448019" y="0"/>
                </a:cubicBezTo>
                <a:cubicBezTo>
                  <a:pt x="639547" y="-968"/>
                  <a:pt x="809836" y="-4969"/>
                  <a:pt x="960040" y="0"/>
                </a:cubicBezTo>
                <a:cubicBezTo>
                  <a:pt x="1110244" y="4969"/>
                  <a:pt x="1387062" y="12871"/>
                  <a:pt x="1600067" y="0"/>
                </a:cubicBezTo>
                <a:cubicBezTo>
                  <a:pt x="1813072" y="-12871"/>
                  <a:pt x="1966465" y="-25712"/>
                  <a:pt x="2176091" y="0"/>
                </a:cubicBezTo>
                <a:cubicBezTo>
                  <a:pt x="2385717" y="25712"/>
                  <a:pt x="2547337" y="-22983"/>
                  <a:pt x="2688113" y="0"/>
                </a:cubicBezTo>
                <a:cubicBezTo>
                  <a:pt x="2828889" y="22983"/>
                  <a:pt x="3117060" y="26807"/>
                  <a:pt x="3392143" y="0"/>
                </a:cubicBezTo>
                <a:cubicBezTo>
                  <a:pt x="3667226" y="-26807"/>
                  <a:pt x="3831649" y="-9757"/>
                  <a:pt x="4096172" y="0"/>
                </a:cubicBezTo>
                <a:cubicBezTo>
                  <a:pt x="4360695" y="9757"/>
                  <a:pt x="4616937" y="28082"/>
                  <a:pt x="4864204" y="0"/>
                </a:cubicBezTo>
                <a:cubicBezTo>
                  <a:pt x="5111471" y="-28082"/>
                  <a:pt x="5314230" y="-3938"/>
                  <a:pt x="5440229" y="0"/>
                </a:cubicBezTo>
                <a:cubicBezTo>
                  <a:pt x="5566229" y="3938"/>
                  <a:pt x="6112814" y="41935"/>
                  <a:pt x="6400269" y="0"/>
                </a:cubicBezTo>
                <a:cubicBezTo>
                  <a:pt x="6416041" y="136988"/>
                  <a:pt x="6396303" y="444909"/>
                  <a:pt x="6400269" y="590233"/>
                </a:cubicBezTo>
                <a:cubicBezTo>
                  <a:pt x="6404235" y="735557"/>
                  <a:pt x="6387973" y="891046"/>
                  <a:pt x="6400269" y="1091930"/>
                </a:cubicBezTo>
                <a:cubicBezTo>
                  <a:pt x="6412565" y="1292814"/>
                  <a:pt x="6404322" y="1580484"/>
                  <a:pt x="6400269" y="1741186"/>
                </a:cubicBezTo>
                <a:cubicBezTo>
                  <a:pt x="6396216" y="1901888"/>
                  <a:pt x="6423304" y="2030121"/>
                  <a:pt x="6400269" y="2242884"/>
                </a:cubicBezTo>
                <a:cubicBezTo>
                  <a:pt x="6377234" y="2455647"/>
                  <a:pt x="6431995" y="2746667"/>
                  <a:pt x="6400269" y="2951163"/>
                </a:cubicBezTo>
                <a:cubicBezTo>
                  <a:pt x="6270805" y="2942577"/>
                  <a:pt x="6107950" y="2956933"/>
                  <a:pt x="5952250" y="2951163"/>
                </a:cubicBezTo>
                <a:cubicBezTo>
                  <a:pt x="5796550" y="2945393"/>
                  <a:pt x="5712483" y="2971072"/>
                  <a:pt x="5504231" y="2951163"/>
                </a:cubicBezTo>
                <a:cubicBezTo>
                  <a:pt x="5295979" y="2931254"/>
                  <a:pt x="5102235" y="2955012"/>
                  <a:pt x="4992210" y="2951163"/>
                </a:cubicBezTo>
                <a:cubicBezTo>
                  <a:pt x="4882185" y="2947314"/>
                  <a:pt x="4647496" y="2963406"/>
                  <a:pt x="4416186" y="2951163"/>
                </a:cubicBezTo>
                <a:cubicBezTo>
                  <a:pt x="4184876" y="2938920"/>
                  <a:pt x="4026902" y="2930045"/>
                  <a:pt x="3840161" y="2951163"/>
                </a:cubicBezTo>
                <a:cubicBezTo>
                  <a:pt x="3653421" y="2972281"/>
                  <a:pt x="3570124" y="2951166"/>
                  <a:pt x="3392143" y="2951163"/>
                </a:cubicBezTo>
                <a:cubicBezTo>
                  <a:pt x="3214162" y="2951160"/>
                  <a:pt x="3148609" y="2932066"/>
                  <a:pt x="2944124" y="2951163"/>
                </a:cubicBezTo>
                <a:cubicBezTo>
                  <a:pt x="2739639" y="2970260"/>
                  <a:pt x="2423302" y="2950061"/>
                  <a:pt x="2240094" y="2951163"/>
                </a:cubicBezTo>
                <a:cubicBezTo>
                  <a:pt x="2056886" y="2952266"/>
                  <a:pt x="1953480" y="2950793"/>
                  <a:pt x="1728073" y="2951163"/>
                </a:cubicBezTo>
                <a:cubicBezTo>
                  <a:pt x="1502666" y="2951533"/>
                  <a:pt x="1371872" y="2939328"/>
                  <a:pt x="1088046" y="2951163"/>
                </a:cubicBezTo>
                <a:cubicBezTo>
                  <a:pt x="804220" y="2962998"/>
                  <a:pt x="500368" y="2961448"/>
                  <a:pt x="0" y="2951163"/>
                </a:cubicBezTo>
                <a:cubicBezTo>
                  <a:pt x="24451" y="2723797"/>
                  <a:pt x="27329" y="2549251"/>
                  <a:pt x="0" y="2390442"/>
                </a:cubicBezTo>
                <a:cubicBezTo>
                  <a:pt x="-27329" y="2231633"/>
                  <a:pt x="8947" y="2043707"/>
                  <a:pt x="0" y="1800209"/>
                </a:cubicBezTo>
                <a:cubicBezTo>
                  <a:pt x="-8947" y="1556711"/>
                  <a:pt x="-10213" y="1432854"/>
                  <a:pt x="0" y="1269000"/>
                </a:cubicBezTo>
                <a:cubicBezTo>
                  <a:pt x="10213" y="1105146"/>
                  <a:pt x="-12688" y="792344"/>
                  <a:pt x="0" y="649256"/>
                </a:cubicBezTo>
                <a:cubicBezTo>
                  <a:pt x="12688" y="506168"/>
                  <a:pt x="-11329" y="17489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4" name="Rechteck 2">
            <a:extLst>
              <a:ext uri="{FF2B5EF4-FFF2-40B4-BE49-F238E27FC236}">
                <a16:creationId xmlns:a16="http://schemas.microsoft.com/office/drawing/2014/main" id="{72309147-1EA1-D510-AE8F-C857585A7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306" y="549564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6148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5F35AF-FCA3-698A-9EFF-6635CDE7C5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C44C4A-945E-4A56-A1E7-C9D60F5427FF}" type="slidenum">
              <a:rPr lang="de-AT" smtClean="0"/>
              <a:t>3</a:t>
            </a:fld>
            <a:endParaRPr lang="de-AT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4CBBB4-C4BF-1C28-9E1B-021370D54D7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551" y="221488"/>
            <a:ext cx="3985335" cy="234680"/>
          </a:xfrm>
          <a:prstGeom prst="rect">
            <a:avLst/>
          </a:prstGeom>
        </p:spPr>
        <p:txBody>
          <a:bodyPr/>
          <a:lstStyle/>
          <a:p>
            <a:endParaRPr lang="en-US">
              <a:latin typeface="Pangolin" panose="00000500000000000000" pitchFamily="2" charset="0"/>
            </a:endParaRPr>
          </a:p>
        </p:txBody>
      </p:sp>
      <p:sp>
        <p:nvSpPr>
          <p:cNvPr id="6" name="Rechteck 1">
            <a:extLst>
              <a:ext uri="{FF2B5EF4-FFF2-40B4-BE49-F238E27FC236}">
                <a16:creationId xmlns:a16="http://schemas.microsoft.com/office/drawing/2014/main" id="{469474F8-568B-B960-152F-A30F12D3D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11227" y="523875"/>
            <a:ext cx="2048256" cy="2951163"/>
          </a:xfrm>
          <a:custGeom>
            <a:avLst/>
            <a:gdLst>
              <a:gd name="csX0" fmla="*/ 0 w 2048256"/>
              <a:gd name="csY0" fmla="*/ 0 h 2951163"/>
              <a:gd name="csX1" fmla="*/ 682752 w 2048256"/>
              <a:gd name="csY1" fmla="*/ 0 h 2951163"/>
              <a:gd name="csX2" fmla="*/ 1304056 w 2048256"/>
              <a:gd name="csY2" fmla="*/ 0 h 2951163"/>
              <a:gd name="csX3" fmla="*/ 2048256 w 2048256"/>
              <a:gd name="csY3" fmla="*/ 0 h 2951163"/>
              <a:gd name="csX4" fmla="*/ 2048256 w 2048256"/>
              <a:gd name="csY4" fmla="*/ 619744 h 2951163"/>
              <a:gd name="csX5" fmla="*/ 2048256 w 2048256"/>
              <a:gd name="csY5" fmla="*/ 1239488 h 2951163"/>
              <a:gd name="csX6" fmla="*/ 2048256 w 2048256"/>
              <a:gd name="csY6" fmla="*/ 1770698 h 2951163"/>
              <a:gd name="csX7" fmla="*/ 2048256 w 2048256"/>
              <a:gd name="csY7" fmla="*/ 2360930 h 2951163"/>
              <a:gd name="csX8" fmla="*/ 2048256 w 2048256"/>
              <a:gd name="csY8" fmla="*/ 2951163 h 2951163"/>
              <a:gd name="csX9" fmla="*/ 1385987 w 2048256"/>
              <a:gd name="csY9" fmla="*/ 2951163 h 2951163"/>
              <a:gd name="csX10" fmla="*/ 703235 w 2048256"/>
              <a:gd name="csY10" fmla="*/ 2951163 h 2951163"/>
              <a:gd name="csX11" fmla="*/ 0 w 2048256"/>
              <a:gd name="csY11" fmla="*/ 2951163 h 2951163"/>
              <a:gd name="csX12" fmla="*/ 0 w 2048256"/>
              <a:gd name="csY12" fmla="*/ 2331419 h 2951163"/>
              <a:gd name="csX13" fmla="*/ 0 w 2048256"/>
              <a:gd name="csY13" fmla="*/ 1682163 h 2951163"/>
              <a:gd name="csX14" fmla="*/ 0 w 2048256"/>
              <a:gd name="csY14" fmla="*/ 1062419 h 2951163"/>
              <a:gd name="csX15" fmla="*/ 0 w 2048256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48256" h="2951163" fill="none" extrusionOk="0">
                <a:moveTo>
                  <a:pt x="0" y="0"/>
                </a:moveTo>
                <a:cubicBezTo>
                  <a:pt x="145745" y="-14563"/>
                  <a:pt x="443531" y="-7277"/>
                  <a:pt x="682752" y="0"/>
                </a:cubicBezTo>
                <a:cubicBezTo>
                  <a:pt x="921973" y="7277"/>
                  <a:pt x="1028656" y="-16000"/>
                  <a:pt x="1304056" y="0"/>
                </a:cubicBezTo>
                <a:cubicBezTo>
                  <a:pt x="1579456" y="16000"/>
                  <a:pt x="1703881" y="12176"/>
                  <a:pt x="2048256" y="0"/>
                </a:cubicBezTo>
                <a:cubicBezTo>
                  <a:pt x="2046264" y="239847"/>
                  <a:pt x="2076706" y="432103"/>
                  <a:pt x="2048256" y="619744"/>
                </a:cubicBezTo>
                <a:cubicBezTo>
                  <a:pt x="2019806" y="807385"/>
                  <a:pt x="2034863" y="1080410"/>
                  <a:pt x="2048256" y="1239488"/>
                </a:cubicBezTo>
                <a:cubicBezTo>
                  <a:pt x="2061649" y="1398566"/>
                  <a:pt x="2045510" y="1613183"/>
                  <a:pt x="2048256" y="1770698"/>
                </a:cubicBezTo>
                <a:cubicBezTo>
                  <a:pt x="2051003" y="1928213"/>
                  <a:pt x="2074513" y="2089042"/>
                  <a:pt x="2048256" y="2360930"/>
                </a:cubicBezTo>
                <a:cubicBezTo>
                  <a:pt x="2021999" y="2632818"/>
                  <a:pt x="2041826" y="2795804"/>
                  <a:pt x="2048256" y="2951163"/>
                </a:cubicBezTo>
                <a:cubicBezTo>
                  <a:pt x="1777615" y="2949990"/>
                  <a:pt x="1590074" y="2922595"/>
                  <a:pt x="1385987" y="2951163"/>
                </a:cubicBezTo>
                <a:cubicBezTo>
                  <a:pt x="1181900" y="2979731"/>
                  <a:pt x="937289" y="2925220"/>
                  <a:pt x="703235" y="2951163"/>
                </a:cubicBezTo>
                <a:cubicBezTo>
                  <a:pt x="469181" y="2977106"/>
                  <a:pt x="279028" y="2952897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48256" h="2951163" stroke="0" extrusionOk="0">
                <a:moveTo>
                  <a:pt x="0" y="0"/>
                </a:moveTo>
                <a:cubicBezTo>
                  <a:pt x="202094" y="13324"/>
                  <a:pt x="347226" y="23935"/>
                  <a:pt x="621304" y="0"/>
                </a:cubicBezTo>
                <a:cubicBezTo>
                  <a:pt x="895382" y="-23935"/>
                  <a:pt x="1070239" y="14752"/>
                  <a:pt x="1263091" y="0"/>
                </a:cubicBezTo>
                <a:cubicBezTo>
                  <a:pt x="1455943" y="-14752"/>
                  <a:pt x="1811845" y="25403"/>
                  <a:pt x="2048256" y="0"/>
                </a:cubicBezTo>
                <a:cubicBezTo>
                  <a:pt x="2060438" y="245709"/>
                  <a:pt x="2038713" y="343479"/>
                  <a:pt x="2048256" y="560721"/>
                </a:cubicBezTo>
                <a:cubicBezTo>
                  <a:pt x="2057799" y="777963"/>
                  <a:pt x="2078146" y="886218"/>
                  <a:pt x="2048256" y="1209977"/>
                </a:cubicBezTo>
                <a:cubicBezTo>
                  <a:pt x="2018366" y="1533736"/>
                  <a:pt x="2041257" y="1542940"/>
                  <a:pt x="2048256" y="1711675"/>
                </a:cubicBezTo>
                <a:cubicBezTo>
                  <a:pt x="2055255" y="1880410"/>
                  <a:pt x="2058153" y="2114975"/>
                  <a:pt x="2048256" y="2242884"/>
                </a:cubicBezTo>
                <a:cubicBezTo>
                  <a:pt x="2038359" y="2370793"/>
                  <a:pt x="2079163" y="2753717"/>
                  <a:pt x="2048256" y="2951163"/>
                </a:cubicBezTo>
                <a:cubicBezTo>
                  <a:pt x="1902866" y="2942189"/>
                  <a:pt x="1732100" y="2949788"/>
                  <a:pt x="1426952" y="2951163"/>
                </a:cubicBezTo>
                <a:cubicBezTo>
                  <a:pt x="1121804" y="2952538"/>
                  <a:pt x="1052260" y="2937349"/>
                  <a:pt x="785165" y="2951163"/>
                </a:cubicBezTo>
                <a:cubicBezTo>
                  <a:pt x="518070" y="2964977"/>
                  <a:pt x="300455" y="2971486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echteck 2">
            <a:extLst>
              <a:ext uri="{FF2B5EF4-FFF2-40B4-BE49-F238E27FC236}">
                <a16:creationId xmlns:a16="http://schemas.microsoft.com/office/drawing/2014/main" id="{484FF906-7B9B-BC0C-B069-005A2D3E6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1525" y="525462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Rechteck 3">
            <a:extLst>
              <a:ext uri="{FF2B5EF4-FFF2-40B4-BE49-F238E27FC236}">
                <a16:creationId xmlns:a16="http://schemas.microsoft.com/office/drawing/2014/main" id="{06425659-00EF-DAA2-A1EF-9CED0407A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425" y="3622675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12" name="Rechteck 4">
            <a:extLst>
              <a:ext uri="{FF2B5EF4-FFF2-40B4-BE49-F238E27FC236}">
                <a16:creationId xmlns:a16="http://schemas.microsoft.com/office/drawing/2014/main" id="{3D8EF94D-8EB1-37EB-0955-F5FFEF7FA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1525" y="3624262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4" name="Rechteck 5">
            <a:extLst>
              <a:ext uri="{FF2B5EF4-FFF2-40B4-BE49-F238E27FC236}">
                <a16:creationId xmlns:a16="http://schemas.microsoft.com/office/drawing/2014/main" id="{FCCC295C-8AA4-9629-E9E8-6DC2E7CF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425" y="6721475"/>
            <a:ext cx="2057932" cy="2951163"/>
          </a:xfrm>
          <a:custGeom>
            <a:avLst/>
            <a:gdLst>
              <a:gd name="csX0" fmla="*/ 0 w 2057932"/>
              <a:gd name="csY0" fmla="*/ 0 h 2951163"/>
              <a:gd name="csX1" fmla="*/ 685977 w 2057932"/>
              <a:gd name="csY1" fmla="*/ 0 h 2951163"/>
              <a:gd name="csX2" fmla="*/ 1310217 w 2057932"/>
              <a:gd name="csY2" fmla="*/ 0 h 2951163"/>
              <a:gd name="csX3" fmla="*/ 2057932 w 2057932"/>
              <a:gd name="csY3" fmla="*/ 0 h 2951163"/>
              <a:gd name="csX4" fmla="*/ 2057932 w 2057932"/>
              <a:gd name="csY4" fmla="*/ 619744 h 2951163"/>
              <a:gd name="csX5" fmla="*/ 2057932 w 2057932"/>
              <a:gd name="csY5" fmla="*/ 1239488 h 2951163"/>
              <a:gd name="csX6" fmla="*/ 2057932 w 2057932"/>
              <a:gd name="csY6" fmla="*/ 1770698 h 2951163"/>
              <a:gd name="csX7" fmla="*/ 2057932 w 2057932"/>
              <a:gd name="csY7" fmla="*/ 2360930 h 2951163"/>
              <a:gd name="csX8" fmla="*/ 2057932 w 2057932"/>
              <a:gd name="csY8" fmla="*/ 2951163 h 2951163"/>
              <a:gd name="csX9" fmla="*/ 1392534 w 2057932"/>
              <a:gd name="csY9" fmla="*/ 2951163 h 2951163"/>
              <a:gd name="csX10" fmla="*/ 706557 w 2057932"/>
              <a:gd name="csY10" fmla="*/ 2951163 h 2951163"/>
              <a:gd name="csX11" fmla="*/ 0 w 2057932"/>
              <a:gd name="csY11" fmla="*/ 2951163 h 2951163"/>
              <a:gd name="csX12" fmla="*/ 0 w 2057932"/>
              <a:gd name="csY12" fmla="*/ 2331419 h 2951163"/>
              <a:gd name="csX13" fmla="*/ 0 w 2057932"/>
              <a:gd name="csY13" fmla="*/ 1682163 h 2951163"/>
              <a:gd name="csX14" fmla="*/ 0 w 2057932"/>
              <a:gd name="csY14" fmla="*/ 1062419 h 2951163"/>
              <a:gd name="csX15" fmla="*/ 0 w 2057932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7932" h="2951163" fill="none" extrusionOk="0">
                <a:moveTo>
                  <a:pt x="0" y="0"/>
                </a:moveTo>
                <a:cubicBezTo>
                  <a:pt x="307298" y="18856"/>
                  <a:pt x="390280" y="-2913"/>
                  <a:pt x="685977" y="0"/>
                </a:cubicBezTo>
                <a:cubicBezTo>
                  <a:pt x="981674" y="2913"/>
                  <a:pt x="1107368" y="8660"/>
                  <a:pt x="1310217" y="0"/>
                </a:cubicBezTo>
                <a:cubicBezTo>
                  <a:pt x="1513066" y="-8660"/>
                  <a:pt x="1807343" y="30970"/>
                  <a:pt x="2057932" y="0"/>
                </a:cubicBezTo>
                <a:cubicBezTo>
                  <a:pt x="2055940" y="239847"/>
                  <a:pt x="2086382" y="432103"/>
                  <a:pt x="2057932" y="619744"/>
                </a:cubicBezTo>
                <a:cubicBezTo>
                  <a:pt x="2029482" y="807385"/>
                  <a:pt x="2044539" y="1080410"/>
                  <a:pt x="2057932" y="1239488"/>
                </a:cubicBezTo>
                <a:cubicBezTo>
                  <a:pt x="2071325" y="1398566"/>
                  <a:pt x="2055186" y="1613183"/>
                  <a:pt x="2057932" y="1770698"/>
                </a:cubicBezTo>
                <a:cubicBezTo>
                  <a:pt x="2060679" y="1928213"/>
                  <a:pt x="2084189" y="2089042"/>
                  <a:pt x="2057932" y="2360930"/>
                </a:cubicBezTo>
                <a:cubicBezTo>
                  <a:pt x="2031675" y="2632818"/>
                  <a:pt x="2051502" y="2795804"/>
                  <a:pt x="2057932" y="2951163"/>
                </a:cubicBezTo>
                <a:cubicBezTo>
                  <a:pt x="1790244" y="2960948"/>
                  <a:pt x="1633915" y="2930769"/>
                  <a:pt x="1392534" y="2951163"/>
                </a:cubicBezTo>
                <a:cubicBezTo>
                  <a:pt x="1151153" y="2971557"/>
                  <a:pt x="1003410" y="2949952"/>
                  <a:pt x="706557" y="2951163"/>
                </a:cubicBezTo>
                <a:cubicBezTo>
                  <a:pt x="409704" y="2952374"/>
                  <a:pt x="166034" y="2972217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7932" h="2951163" stroke="0" extrusionOk="0">
                <a:moveTo>
                  <a:pt x="0" y="0"/>
                </a:moveTo>
                <a:cubicBezTo>
                  <a:pt x="265600" y="20397"/>
                  <a:pt x="453265" y="14680"/>
                  <a:pt x="624239" y="0"/>
                </a:cubicBezTo>
                <a:cubicBezTo>
                  <a:pt x="795213" y="-14680"/>
                  <a:pt x="1080079" y="13609"/>
                  <a:pt x="1269058" y="0"/>
                </a:cubicBezTo>
                <a:cubicBezTo>
                  <a:pt x="1458037" y="-13609"/>
                  <a:pt x="1694969" y="29626"/>
                  <a:pt x="2057932" y="0"/>
                </a:cubicBezTo>
                <a:cubicBezTo>
                  <a:pt x="2070114" y="245709"/>
                  <a:pt x="2048389" y="343479"/>
                  <a:pt x="2057932" y="560721"/>
                </a:cubicBezTo>
                <a:cubicBezTo>
                  <a:pt x="2067475" y="777963"/>
                  <a:pt x="2087822" y="886218"/>
                  <a:pt x="2057932" y="1209977"/>
                </a:cubicBezTo>
                <a:cubicBezTo>
                  <a:pt x="2028042" y="1533736"/>
                  <a:pt x="2050933" y="1542940"/>
                  <a:pt x="2057932" y="1711675"/>
                </a:cubicBezTo>
                <a:cubicBezTo>
                  <a:pt x="2064931" y="1880410"/>
                  <a:pt x="2067829" y="2114975"/>
                  <a:pt x="2057932" y="2242884"/>
                </a:cubicBezTo>
                <a:cubicBezTo>
                  <a:pt x="2048035" y="2370793"/>
                  <a:pt x="2088839" y="2753717"/>
                  <a:pt x="2057932" y="2951163"/>
                </a:cubicBezTo>
                <a:cubicBezTo>
                  <a:pt x="1907229" y="2959468"/>
                  <a:pt x="1646668" y="2975239"/>
                  <a:pt x="1433693" y="2951163"/>
                </a:cubicBezTo>
                <a:cubicBezTo>
                  <a:pt x="1220718" y="2927087"/>
                  <a:pt x="1098860" y="2967386"/>
                  <a:pt x="788874" y="2951163"/>
                </a:cubicBezTo>
                <a:cubicBezTo>
                  <a:pt x="478888" y="2934940"/>
                  <a:pt x="167909" y="2932722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6" name="Rechteck 2">
            <a:extLst>
              <a:ext uri="{FF2B5EF4-FFF2-40B4-BE49-F238E27FC236}">
                <a16:creationId xmlns:a16="http://schemas.microsoft.com/office/drawing/2014/main" id="{1255A5B6-41AA-D249-4606-CD299E775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306" y="549564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8" name="Rechteck 1">
            <a:extLst>
              <a:ext uri="{FF2B5EF4-FFF2-40B4-BE49-F238E27FC236}">
                <a16:creationId xmlns:a16="http://schemas.microsoft.com/office/drawing/2014/main" id="{EDF6B5D4-E29A-9775-78F5-7857BDF1E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11227" y="3622675"/>
            <a:ext cx="2048256" cy="2951163"/>
          </a:xfrm>
          <a:custGeom>
            <a:avLst/>
            <a:gdLst>
              <a:gd name="csX0" fmla="*/ 0 w 2048256"/>
              <a:gd name="csY0" fmla="*/ 0 h 2951163"/>
              <a:gd name="csX1" fmla="*/ 682752 w 2048256"/>
              <a:gd name="csY1" fmla="*/ 0 h 2951163"/>
              <a:gd name="csX2" fmla="*/ 1304056 w 2048256"/>
              <a:gd name="csY2" fmla="*/ 0 h 2951163"/>
              <a:gd name="csX3" fmla="*/ 2048256 w 2048256"/>
              <a:gd name="csY3" fmla="*/ 0 h 2951163"/>
              <a:gd name="csX4" fmla="*/ 2048256 w 2048256"/>
              <a:gd name="csY4" fmla="*/ 619744 h 2951163"/>
              <a:gd name="csX5" fmla="*/ 2048256 w 2048256"/>
              <a:gd name="csY5" fmla="*/ 1239488 h 2951163"/>
              <a:gd name="csX6" fmla="*/ 2048256 w 2048256"/>
              <a:gd name="csY6" fmla="*/ 1770698 h 2951163"/>
              <a:gd name="csX7" fmla="*/ 2048256 w 2048256"/>
              <a:gd name="csY7" fmla="*/ 2360930 h 2951163"/>
              <a:gd name="csX8" fmla="*/ 2048256 w 2048256"/>
              <a:gd name="csY8" fmla="*/ 2951163 h 2951163"/>
              <a:gd name="csX9" fmla="*/ 1385987 w 2048256"/>
              <a:gd name="csY9" fmla="*/ 2951163 h 2951163"/>
              <a:gd name="csX10" fmla="*/ 703235 w 2048256"/>
              <a:gd name="csY10" fmla="*/ 2951163 h 2951163"/>
              <a:gd name="csX11" fmla="*/ 0 w 2048256"/>
              <a:gd name="csY11" fmla="*/ 2951163 h 2951163"/>
              <a:gd name="csX12" fmla="*/ 0 w 2048256"/>
              <a:gd name="csY12" fmla="*/ 2331419 h 2951163"/>
              <a:gd name="csX13" fmla="*/ 0 w 2048256"/>
              <a:gd name="csY13" fmla="*/ 1682163 h 2951163"/>
              <a:gd name="csX14" fmla="*/ 0 w 2048256"/>
              <a:gd name="csY14" fmla="*/ 1062419 h 2951163"/>
              <a:gd name="csX15" fmla="*/ 0 w 2048256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48256" h="2951163" fill="none" extrusionOk="0">
                <a:moveTo>
                  <a:pt x="0" y="0"/>
                </a:moveTo>
                <a:cubicBezTo>
                  <a:pt x="145745" y="-14563"/>
                  <a:pt x="443531" y="-7277"/>
                  <a:pt x="682752" y="0"/>
                </a:cubicBezTo>
                <a:cubicBezTo>
                  <a:pt x="921973" y="7277"/>
                  <a:pt x="1028656" y="-16000"/>
                  <a:pt x="1304056" y="0"/>
                </a:cubicBezTo>
                <a:cubicBezTo>
                  <a:pt x="1579456" y="16000"/>
                  <a:pt x="1703881" y="12176"/>
                  <a:pt x="2048256" y="0"/>
                </a:cubicBezTo>
                <a:cubicBezTo>
                  <a:pt x="2046264" y="239847"/>
                  <a:pt x="2076706" y="432103"/>
                  <a:pt x="2048256" y="619744"/>
                </a:cubicBezTo>
                <a:cubicBezTo>
                  <a:pt x="2019806" y="807385"/>
                  <a:pt x="2034863" y="1080410"/>
                  <a:pt x="2048256" y="1239488"/>
                </a:cubicBezTo>
                <a:cubicBezTo>
                  <a:pt x="2061649" y="1398566"/>
                  <a:pt x="2045510" y="1613183"/>
                  <a:pt x="2048256" y="1770698"/>
                </a:cubicBezTo>
                <a:cubicBezTo>
                  <a:pt x="2051003" y="1928213"/>
                  <a:pt x="2074513" y="2089042"/>
                  <a:pt x="2048256" y="2360930"/>
                </a:cubicBezTo>
                <a:cubicBezTo>
                  <a:pt x="2021999" y="2632818"/>
                  <a:pt x="2041826" y="2795804"/>
                  <a:pt x="2048256" y="2951163"/>
                </a:cubicBezTo>
                <a:cubicBezTo>
                  <a:pt x="1777615" y="2949990"/>
                  <a:pt x="1590074" y="2922595"/>
                  <a:pt x="1385987" y="2951163"/>
                </a:cubicBezTo>
                <a:cubicBezTo>
                  <a:pt x="1181900" y="2979731"/>
                  <a:pt x="937289" y="2925220"/>
                  <a:pt x="703235" y="2951163"/>
                </a:cubicBezTo>
                <a:cubicBezTo>
                  <a:pt x="469181" y="2977106"/>
                  <a:pt x="279028" y="2952897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48256" h="2951163" stroke="0" extrusionOk="0">
                <a:moveTo>
                  <a:pt x="0" y="0"/>
                </a:moveTo>
                <a:cubicBezTo>
                  <a:pt x="202094" y="13324"/>
                  <a:pt x="347226" y="23935"/>
                  <a:pt x="621304" y="0"/>
                </a:cubicBezTo>
                <a:cubicBezTo>
                  <a:pt x="895382" y="-23935"/>
                  <a:pt x="1070239" y="14752"/>
                  <a:pt x="1263091" y="0"/>
                </a:cubicBezTo>
                <a:cubicBezTo>
                  <a:pt x="1455943" y="-14752"/>
                  <a:pt x="1811845" y="25403"/>
                  <a:pt x="2048256" y="0"/>
                </a:cubicBezTo>
                <a:cubicBezTo>
                  <a:pt x="2060438" y="245709"/>
                  <a:pt x="2038713" y="343479"/>
                  <a:pt x="2048256" y="560721"/>
                </a:cubicBezTo>
                <a:cubicBezTo>
                  <a:pt x="2057799" y="777963"/>
                  <a:pt x="2078146" y="886218"/>
                  <a:pt x="2048256" y="1209977"/>
                </a:cubicBezTo>
                <a:cubicBezTo>
                  <a:pt x="2018366" y="1533736"/>
                  <a:pt x="2041257" y="1542940"/>
                  <a:pt x="2048256" y="1711675"/>
                </a:cubicBezTo>
                <a:cubicBezTo>
                  <a:pt x="2055255" y="1880410"/>
                  <a:pt x="2058153" y="2114975"/>
                  <a:pt x="2048256" y="2242884"/>
                </a:cubicBezTo>
                <a:cubicBezTo>
                  <a:pt x="2038359" y="2370793"/>
                  <a:pt x="2079163" y="2753717"/>
                  <a:pt x="2048256" y="2951163"/>
                </a:cubicBezTo>
                <a:cubicBezTo>
                  <a:pt x="1902866" y="2942189"/>
                  <a:pt x="1732100" y="2949788"/>
                  <a:pt x="1426952" y="2951163"/>
                </a:cubicBezTo>
                <a:cubicBezTo>
                  <a:pt x="1121804" y="2952538"/>
                  <a:pt x="1052260" y="2937349"/>
                  <a:pt x="785165" y="2951163"/>
                </a:cubicBezTo>
                <a:cubicBezTo>
                  <a:pt x="518070" y="2964977"/>
                  <a:pt x="300455" y="2971486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0" name="Rechteck 4">
            <a:extLst>
              <a:ext uri="{FF2B5EF4-FFF2-40B4-BE49-F238E27FC236}">
                <a16:creationId xmlns:a16="http://schemas.microsoft.com/office/drawing/2014/main" id="{2CD46CE6-F763-54B9-1D74-5F14523CE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09830" y="6721474"/>
            <a:ext cx="2051050" cy="2951163"/>
          </a:xfrm>
          <a:custGeom>
            <a:avLst/>
            <a:gdLst>
              <a:gd name="csX0" fmla="*/ 0 w 2051050"/>
              <a:gd name="csY0" fmla="*/ 0 h 2951163"/>
              <a:gd name="csX1" fmla="*/ 683683 w 2051050"/>
              <a:gd name="csY1" fmla="*/ 0 h 2951163"/>
              <a:gd name="csX2" fmla="*/ 1305835 w 2051050"/>
              <a:gd name="csY2" fmla="*/ 0 h 2951163"/>
              <a:gd name="csX3" fmla="*/ 2051050 w 2051050"/>
              <a:gd name="csY3" fmla="*/ 0 h 2951163"/>
              <a:gd name="csX4" fmla="*/ 2051050 w 2051050"/>
              <a:gd name="csY4" fmla="*/ 619744 h 2951163"/>
              <a:gd name="csX5" fmla="*/ 2051050 w 2051050"/>
              <a:gd name="csY5" fmla="*/ 1239488 h 2951163"/>
              <a:gd name="csX6" fmla="*/ 2051050 w 2051050"/>
              <a:gd name="csY6" fmla="*/ 1770698 h 2951163"/>
              <a:gd name="csX7" fmla="*/ 2051050 w 2051050"/>
              <a:gd name="csY7" fmla="*/ 2360930 h 2951163"/>
              <a:gd name="csX8" fmla="*/ 2051050 w 2051050"/>
              <a:gd name="csY8" fmla="*/ 2951163 h 2951163"/>
              <a:gd name="csX9" fmla="*/ 1387877 w 2051050"/>
              <a:gd name="csY9" fmla="*/ 2951163 h 2951163"/>
              <a:gd name="csX10" fmla="*/ 704194 w 2051050"/>
              <a:gd name="csY10" fmla="*/ 2951163 h 2951163"/>
              <a:gd name="csX11" fmla="*/ 0 w 2051050"/>
              <a:gd name="csY11" fmla="*/ 2951163 h 2951163"/>
              <a:gd name="csX12" fmla="*/ 0 w 2051050"/>
              <a:gd name="csY12" fmla="*/ 2331419 h 2951163"/>
              <a:gd name="csX13" fmla="*/ 0 w 2051050"/>
              <a:gd name="csY13" fmla="*/ 1682163 h 2951163"/>
              <a:gd name="csX14" fmla="*/ 0 w 2051050"/>
              <a:gd name="csY14" fmla="*/ 1062419 h 2951163"/>
              <a:gd name="csX15" fmla="*/ 0 w 2051050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51050" h="2951163" fill="none" extrusionOk="0">
                <a:moveTo>
                  <a:pt x="0" y="0"/>
                </a:moveTo>
                <a:cubicBezTo>
                  <a:pt x="267367" y="14427"/>
                  <a:pt x="349033" y="-12086"/>
                  <a:pt x="683683" y="0"/>
                </a:cubicBezTo>
                <a:cubicBezTo>
                  <a:pt x="1018333" y="12086"/>
                  <a:pt x="1022416" y="-8631"/>
                  <a:pt x="1305835" y="0"/>
                </a:cubicBezTo>
                <a:cubicBezTo>
                  <a:pt x="1589254" y="8631"/>
                  <a:pt x="1888174" y="-24305"/>
                  <a:pt x="2051050" y="0"/>
                </a:cubicBezTo>
                <a:cubicBezTo>
                  <a:pt x="2049058" y="239847"/>
                  <a:pt x="2079500" y="432103"/>
                  <a:pt x="2051050" y="619744"/>
                </a:cubicBezTo>
                <a:cubicBezTo>
                  <a:pt x="2022600" y="807385"/>
                  <a:pt x="2037657" y="1080410"/>
                  <a:pt x="2051050" y="1239488"/>
                </a:cubicBezTo>
                <a:cubicBezTo>
                  <a:pt x="2064443" y="1398566"/>
                  <a:pt x="2048304" y="1613183"/>
                  <a:pt x="2051050" y="1770698"/>
                </a:cubicBezTo>
                <a:cubicBezTo>
                  <a:pt x="2053797" y="1928213"/>
                  <a:pt x="2077307" y="2089042"/>
                  <a:pt x="2051050" y="2360930"/>
                </a:cubicBezTo>
                <a:cubicBezTo>
                  <a:pt x="2024793" y="2632818"/>
                  <a:pt x="2044620" y="2795804"/>
                  <a:pt x="2051050" y="2951163"/>
                </a:cubicBezTo>
                <a:cubicBezTo>
                  <a:pt x="1792864" y="2945869"/>
                  <a:pt x="1550867" y="2982853"/>
                  <a:pt x="1387877" y="2951163"/>
                </a:cubicBezTo>
                <a:cubicBezTo>
                  <a:pt x="1224887" y="2919473"/>
                  <a:pt x="943563" y="2930389"/>
                  <a:pt x="704194" y="2951163"/>
                </a:cubicBezTo>
                <a:cubicBezTo>
                  <a:pt x="464825" y="2971937"/>
                  <a:pt x="330882" y="2923973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51050" h="2951163" stroke="0" extrusionOk="0">
                <a:moveTo>
                  <a:pt x="0" y="0"/>
                </a:moveTo>
                <a:cubicBezTo>
                  <a:pt x="306279" y="21950"/>
                  <a:pt x="339620" y="1228"/>
                  <a:pt x="622152" y="0"/>
                </a:cubicBezTo>
                <a:cubicBezTo>
                  <a:pt x="904684" y="-1228"/>
                  <a:pt x="1011457" y="20320"/>
                  <a:pt x="1264814" y="0"/>
                </a:cubicBezTo>
                <a:cubicBezTo>
                  <a:pt x="1518171" y="-20320"/>
                  <a:pt x="1857420" y="-30729"/>
                  <a:pt x="2051050" y="0"/>
                </a:cubicBezTo>
                <a:cubicBezTo>
                  <a:pt x="2063232" y="245709"/>
                  <a:pt x="2041507" y="343479"/>
                  <a:pt x="2051050" y="560721"/>
                </a:cubicBezTo>
                <a:cubicBezTo>
                  <a:pt x="2060593" y="777963"/>
                  <a:pt x="2080940" y="886218"/>
                  <a:pt x="2051050" y="1209977"/>
                </a:cubicBezTo>
                <a:cubicBezTo>
                  <a:pt x="2021160" y="1533736"/>
                  <a:pt x="2044051" y="1542940"/>
                  <a:pt x="2051050" y="1711675"/>
                </a:cubicBezTo>
                <a:cubicBezTo>
                  <a:pt x="2058049" y="1880410"/>
                  <a:pt x="2060947" y="2114975"/>
                  <a:pt x="2051050" y="2242884"/>
                </a:cubicBezTo>
                <a:cubicBezTo>
                  <a:pt x="2041153" y="2370793"/>
                  <a:pt x="2081957" y="2753717"/>
                  <a:pt x="2051050" y="2951163"/>
                </a:cubicBezTo>
                <a:cubicBezTo>
                  <a:pt x="1910115" y="2975025"/>
                  <a:pt x="1602720" y="2978995"/>
                  <a:pt x="1428898" y="2951163"/>
                </a:cubicBezTo>
                <a:cubicBezTo>
                  <a:pt x="1255076" y="2923331"/>
                  <a:pt x="924160" y="2933002"/>
                  <a:pt x="786236" y="2951163"/>
                </a:cubicBezTo>
                <a:cubicBezTo>
                  <a:pt x="648312" y="2969324"/>
                  <a:pt x="370261" y="2923618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2" name="Rechteck 1">
            <a:extLst>
              <a:ext uri="{FF2B5EF4-FFF2-40B4-BE49-F238E27FC236}">
                <a16:creationId xmlns:a16="http://schemas.microsoft.com/office/drawing/2014/main" id="{D4C17E7D-8E2E-1A12-1F86-EAAF634D6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1525" y="6721474"/>
            <a:ext cx="2048256" cy="2951163"/>
          </a:xfrm>
          <a:custGeom>
            <a:avLst/>
            <a:gdLst>
              <a:gd name="csX0" fmla="*/ 0 w 2048256"/>
              <a:gd name="csY0" fmla="*/ 0 h 2951163"/>
              <a:gd name="csX1" fmla="*/ 682752 w 2048256"/>
              <a:gd name="csY1" fmla="*/ 0 h 2951163"/>
              <a:gd name="csX2" fmla="*/ 1304056 w 2048256"/>
              <a:gd name="csY2" fmla="*/ 0 h 2951163"/>
              <a:gd name="csX3" fmla="*/ 2048256 w 2048256"/>
              <a:gd name="csY3" fmla="*/ 0 h 2951163"/>
              <a:gd name="csX4" fmla="*/ 2048256 w 2048256"/>
              <a:gd name="csY4" fmla="*/ 619744 h 2951163"/>
              <a:gd name="csX5" fmla="*/ 2048256 w 2048256"/>
              <a:gd name="csY5" fmla="*/ 1239488 h 2951163"/>
              <a:gd name="csX6" fmla="*/ 2048256 w 2048256"/>
              <a:gd name="csY6" fmla="*/ 1770698 h 2951163"/>
              <a:gd name="csX7" fmla="*/ 2048256 w 2048256"/>
              <a:gd name="csY7" fmla="*/ 2360930 h 2951163"/>
              <a:gd name="csX8" fmla="*/ 2048256 w 2048256"/>
              <a:gd name="csY8" fmla="*/ 2951163 h 2951163"/>
              <a:gd name="csX9" fmla="*/ 1385987 w 2048256"/>
              <a:gd name="csY9" fmla="*/ 2951163 h 2951163"/>
              <a:gd name="csX10" fmla="*/ 703235 w 2048256"/>
              <a:gd name="csY10" fmla="*/ 2951163 h 2951163"/>
              <a:gd name="csX11" fmla="*/ 0 w 2048256"/>
              <a:gd name="csY11" fmla="*/ 2951163 h 2951163"/>
              <a:gd name="csX12" fmla="*/ 0 w 2048256"/>
              <a:gd name="csY12" fmla="*/ 2331419 h 2951163"/>
              <a:gd name="csX13" fmla="*/ 0 w 2048256"/>
              <a:gd name="csY13" fmla="*/ 1682163 h 2951163"/>
              <a:gd name="csX14" fmla="*/ 0 w 2048256"/>
              <a:gd name="csY14" fmla="*/ 1062419 h 2951163"/>
              <a:gd name="csX15" fmla="*/ 0 w 2048256"/>
              <a:gd name="csY15" fmla="*/ 0 h 2951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48256" h="2951163" fill="none" extrusionOk="0">
                <a:moveTo>
                  <a:pt x="0" y="0"/>
                </a:moveTo>
                <a:cubicBezTo>
                  <a:pt x="145745" y="-14563"/>
                  <a:pt x="443531" y="-7277"/>
                  <a:pt x="682752" y="0"/>
                </a:cubicBezTo>
                <a:cubicBezTo>
                  <a:pt x="921973" y="7277"/>
                  <a:pt x="1028656" y="-16000"/>
                  <a:pt x="1304056" y="0"/>
                </a:cubicBezTo>
                <a:cubicBezTo>
                  <a:pt x="1579456" y="16000"/>
                  <a:pt x="1703881" y="12176"/>
                  <a:pt x="2048256" y="0"/>
                </a:cubicBezTo>
                <a:cubicBezTo>
                  <a:pt x="2046264" y="239847"/>
                  <a:pt x="2076706" y="432103"/>
                  <a:pt x="2048256" y="619744"/>
                </a:cubicBezTo>
                <a:cubicBezTo>
                  <a:pt x="2019806" y="807385"/>
                  <a:pt x="2034863" y="1080410"/>
                  <a:pt x="2048256" y="1239488"/>
                </a:cubicBezTo>
                <a:cubicBezTo>
                  <a:pt x="2061649" y="1398566"/>
                  <a:pt x="2045510" y="1613183"/>
                  <a:pt x="2048256" y="1770698"/>
                </a:cubicBezTo>
                <a:cubicBezTo>
                  <a:pt x="2051003" y="1928213"/>
                  <a:pt x="2074513" y="2089042"/>
                  <a:pt x="2048256" y="2360930"/>
                </a:cubicBezTo>
                <a:cubicBezTo>
                  <a:pt x="2021999" y="2632818"/>
                  <a:pt x="2041826" y="2795804"/>
                  <a:pt x="2048256" y="2951163"/>
                </a:cubicBezTo>
                <a:cubicBezTo>
                  <a:pt x="1777615" y="2949990"/>
                  <a:pt x="1590074" y="2922595"/>
                  <a:pt x="1385987" y="2951163"/>
                </a:cubicBezTo>
                <a:cubicBezTo>
                  <a:pt x="1181900" y="2979731"/>
                  <a:pt x="937289" y="2925220"/>
                  <a:pt x="703235" y="2951163"/>
                </a:cubicBezTo>
                <a:cubicBezTo>
                  <a:pt x="469181" y="2977106"/>
                  <a:pt x="279028" y="2952897"/>
                  <a:pt x="0" y="2951163"/>
                </a:cubicBezTo>
                <a:cubicBezTo>
                  <a:pt x="-12688" y="2660430"/>
                  <a:pt x="3295" y="2469288"/>
                  <a:pt x="0" y="2331419"/>
                </a:cubicBezTo>
                <a:cubicBezTo>
                  <a:pt x="-3295" y="2193550"/>
                  <a:pt x="-19903" y="1834509"/>
                  <a:pt x="0" y="1682163"/>
                </a:cubicBezTo>
                <a:cubicBezTo>
                  <a:pt x="19903" y="1529817"/>
                  <a:pt x="4229" y="1363192"/>
                  <a:pt x="0" y="1062419"/>
                </a:cubicBezTo>
                <a:cubicBezTo>
                  <a:pt x="-4229" y="761646"/>
                  <a:pt x="529" y="476222"/>
                  <a:pt x="0" y="0"/>
                </a:cubicBezTo>
                <a:close/>
              </a:path>
              <a:path w="2048256" h="2951163" stroke="0" extrusionOk="0">
                <a:moveTo>
                  <a:pt x="0" y="0"/>
                </a:moveTo>
                <a:cubicBezTo>
                  <a:pt x="202094" y="13324"/>
                  <a:pt x="347226" y="23935"/>
                  <a:pt x="621304" y="0"/>
                </a:cubicBezTo>
                <a:cubicBezTo>
                  <a:pt x="895382" y="-23935"/>
                  <a:pt x="1070239" y="14752"/>
                  <a:pt x="1263091" y="0"/>
                </a:cubicBezTo>
                <a:cubicBezTo>
                  <a:pt x="1455943" y="-14752"/>
                  <a:pt x="1811845" y="25403"/>
                  <a:pt x="2048256" y="0"/>
                </a:cubicBezTo>
                <a:cubicBezTo>
                  <a:pt x="2060438" y="245709"/>
                  <a:pt x="2038713" y="343479"/>
                  <a:pt x="2048256" y="560721"/>
                </a:cubicBezTo>
                <a:cubicBezTo>
                  <a:pt x="2057799" y="777963"/>
                  <a:pt x="2078146" y="886218"/>
                  <a:pt x="2048256" y="1209977"/>
                </a:cubicBezTo>
                <a:cubicBezTo>
                  <a:pt x="2018366" y="1533736"/>
                  <a:pt x="2041257" y="1542940"/>
                  <a:pt x="2048256" y="1711675"/>
                </a:cubicBezTo>
                <a:cubicBezTo>
                  <a:pt x="2055255" y="1880410"/>
                  <a:pt x="2058153" y="2114975"/>
                  <a:pt x="2048256" y="2242884"/>
                </a:cubicBezTo>
                <a:cubicBezTo>
                  <a:pt x="2038359" y="2370793"/>
                  <a:pt x="2079163" y="2753717"/>
                  <a:pt x="2048256" y="2951163"/>
                </a:cubicBezTo>
                <a:cubicBezTo>
                  <a:pt x="1902866" y="2942189"/>
                  <a:pt x="1732100" y="2949788"/>
                  <a:pt x="1426952" y="2951163"/>
                </a:cubicBezTo>
                <a:cubicBezTo>
                  <a:pt x="1121804" y="2952538"/>
                  <a:pt x="1052260" y="2937349"/>
                  <a:pt x="785165" y="2951163"/>
                </a:cubicBezTo>
                <a:cubicBezTo>
                  <a:pt x="518070" y="2964977"/>
                  <a:pt x="300455" y="2971486"/>
                  <a:pt x="0" y="2951163"/>
                </a:cubicBezTo>
                <a:cubicBezTo>
                  <a:pt x="14797" y="2840414"/>
                  <a:pt x="24747" y="2604392"/>
                  <a:pt x="0" y="2449465"/>
                </a:cubicBezTo>
                <a:cubicBezTo>
                  <a:pt x="-24747" y="2294538"/>
                  <a:pt x="12162" y="2112558"/>
                  <a:pt x="0" y="1829721"/>
                </a:cubicBezTo>
                <a:cubicBezTo>
                  <a:pt x="-12162" y="1546884"/>
                  <a:pt x="8429" y="1364361"/>
                  <a:pt x="0" y="1239488"/>
                </a:cubicBezTo>
                <a:cubicBezTo>
                  <a:pt x="-8429" y="1114615"/>
                  <a:pt x="7141" y="949936"/>
                  <a:pt x="0" y="708279"/>
                </a:cubicBezTo>
                <a:cubicBezTo>
                  <a:pt x="-7141" y="466622"/>
                  <a:pt x="-34761" y="23701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48238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54751-81D8-D9C6-E0DD-CB3A3459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3918AB-417F-3E4D-E445-851EB16D6C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C44C4A-945E-4A56-A1E7-C9D60F5427FF}" type="slidenum">
              <a:rPr lang="de-AT" smtClean="0"/>
              <a:t>4</a:t>
            </a:fld>
            <a:endParaRPr lang="de-AT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D95BA8-911A-FB7A-C910-D3468D3C508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551" y="221488"/>
            <a:ext cx="3985335" cy="234680"/>
          </a:xfrm>
          <a:prstGeom prst="rect">
            <a:avLst/>
          </a:prstGeom>
        </p:spPr>
        <p:txBody>
          <a:bodyPr/>
          <a:lstStyle/>
          <a:p>
            <a:endParaRPr lang="en-US" sz="1000" dirty="0">
              <a:latin typeface="Pangolin" panose="00000500000000000000" pitchFamily="2" charset="0"/>
            </a:endParaRPr>
          </a:p>
        </p:txBody>
      </p:sp>
      <p:sp>
        <p:nvSpPr>
          <p:cNvPr id="5" name="Rechteck 2">
            <a:extLst>
              <a:ext uri="{FF2B5EF4-FFF2-40B4-BE49-F238E27FC236}">
                <a16:creationId xmlns:a16="http://schemas.microsoft.com/office/drawing/2014/main" id="{F435C4AC-76DD-8EBC-E6B8-C2FDBB20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306" y="549564"/>
            <a:ext cx="6397094" cy="9123073"/>
          </a:xfrm>
          <a:custGeom>
            <a:avLst/>
            <a:gdLst>
              <a:gd name="csX0" fmla="*/ 0 w 6397094"/>
              <a:gd name="csY0" fmla="*/ 0 h 9123073"/>
              <a:gd name="csX1" fmla="*/ 575738 w 6397094"/>
              <a:gd name="csY1" fmla="*/ 0 h 9123073"/>
              <a:gd name="csX2" fmla="*/ 1087506 w 6397094"/>
              <a:gd name="csY2" fmla="*/ 0 h 9123073"/>
              <a:gd name="csX3" fmla="*/ 1727215 w 6397094"/>
              <a:gd name="csY3" fmla="*/ 0 h 9123073"/>
              <a:gd name="csX4" fmla="*/ 2494867 w 6397094"/>
              <a:gd name="csY4" fmla="*/ 0 h 9123073"/>
              <a:gd name="csX5" fmla="*/ 3070605 w 6397094"/>
              <a:gd name="csY5" fmla="*/ 0 h 9123073"/>
              <a:gd name="csX6" fmla="*/ 3518402 w 6397094"/>
              <a:gd name="csY6" fmla="*/ 0 h 9123073"/>
              <a:gd name="csX7" fmla="*/ 4158111 w 6397094"/>
              <a:gd name="csY7" fmla="*/ 0 h 9123073"/>
              <a:gd name="csX8" fmla="*/ 4733850 w 6397094"/>
              <a:gd name="csY8" fmla="*/ 0 h 9123073"/>
              <a:gd name="csX9" fmla="*/ 5437530 w 6397094"/>
              <a:gd name="csY9" fmla="*/ 0 h 9123073"/>
              <a:gd name="csX10" fmla="*/ 6397094 w 6397094"/>
              <a:gd name="csY10" fmla="*/ 0 h 9123073"/>
              <a:gd name="csX11" fmla="*/ 6397094 w 6397094"/>
              <a:gd name="csY11" fmla="*/ 377956 h 9123073"/>
              <a:gd name="csX12" fmla="*/ 6397094 w 6397094"/>
              <a:gd name="csY12" fmla="*/ 938373 h 9123073"/>
              <a:gd name="csX13" fmla="*/ 6397094 w 6397094"/>
              <a:gd name="csY13" fmla="*/ 1590021 h 9123073"/>
              <a:gd name="csX14" fmla="*/ 6397094 w 6397094"/>
              <a:gd name="csY14" fmla="*/ 2241669 h 9123073"/>
              <a:gd name="csX15" fmla="*/ 6397094 w 6397094"/>
              <a:gd name="csY15" fmla="*/ 2710856 h 9123073"/>
              <a:gd name="csX16" fmla="*/ 6397094 w 6397094"/>
              <a:gd name="csY16" fmla="*/ 3544966 h 9123073"/>
              <a:gd name="csX17" fmla="*/ 6397094 w 6397094"/>
              <a:gd name="csY17" fmla="*/ 4379075 h 9123073"/>
              <a:gd name="csX18" fmla="*/ 6397094 w 6397094"/>
              <a:gd name="csY18" fmla="*/ 5213185 h 9123073"/>
              <a:gd name="csX19" fmla="*/ 6397094 w 6397094"/>
              <a:gd name="csY19" fmla="*/ 5956063 h 9123073"/>
              <a:gd name="csX20" fmla="*/ 6397094 w 6397094"/>
              <a:gd name="csY20" fmla="*/ 6698942 h 9123073"/>
              <a:gd name="csX21" fmla="*/ 6397094 w 6397094"/>
              <a:gd name="csY21" fmla="*/ 7441821 h 9123073"/>
              <a:gd name="csX22" fmla="*/ 6397094 w 6397094"/>
              <a:gd name="csY22" fmla="*/ 8002238 h 9123073"/>
              <a:gd name="csX23" fmla="*/ 6397094 w 6397094"/>
              <a:gd name="csY23" fmla="*/ 8471425 h 9123073"/>
              <a:gd name="csX24" fmla="*/ 6397094 w 6397094"/>
              <a:gd name="csY24" fmla="*/ 9123073 h 9123073"/>
              <a:gd name="csX25" fmla="*/ 5821356 w 6397094"/>
              <a:gd name="csY25" fmla="*/ 9123073 h 9123073"/>
              <a:gd name="csX26" fmla="*/ 5245617 w 6397094"/>
              <a:gd name="csY26" fmla="*/ 9123073 h 9123073"/>
              <a:gd name="csX27" fmla="*/ 4605908 w 6397094"/>
              <a:gd name="csY27" fmla="*/ 9123073 h 9123073"/>
              <a:gd name="csX28" fmla="*/ 3966198 w 6397094"/>
              <a:gd name="csY28" fmla="*/ 9123073 h 9123073"/>
              <a:gd name="csX29" fmla="*/ 3454431 w 6397094"/>
              <a:gd name="csY29" fmla="*/ 9123073 h 9123073"/>
              <a:gd name="csX30" fmla="*/ 3006634 w 6397094"/>
              <a:gd name="csY30" fmla="*/ 9123073 h 9123073"/>
              <a:gd name="csX31" fmla="*/ 2430896 w 6397094"/>
              <a:gd name="csY31" fmla="*/ 9123073 h 9123073"/>
              <a:gd name="csX32" fmla="*/ 1791186 w 6397094"/>
              <a:gd name="csY32" fmla="*/ 9123073 h 9123073"/>
              <a:gd name="csX33" fmla="*/ 1343390 w 6397094"/>
              <a:gd name="csY33" fmla="*/ 9123073 h 9123073"/>
              <a:gd name="csX34" fmla="*/ 639709 w 6397094"/>
              <a:gd name="csY34" fmla="*/ 9123073 h 9123073"/>
              <a:gd name="csX35" fmla="*/ 0 w 6397094"/>
              <a:gd name="csY35" fmla="*/ 9123073 h 9123073"/>
              <a:gd name="csX36" fmla="*/ 0 w 6397094"/>
              <a:gd name="csY36" fmla="*/ 8288963 h 9123073"/>
              <a:gd name="csX37" fmla="*/ 0 w 6397094"/>
              <a:gd name="csY37" fmla="*/ 7819777 h 9123073"/>
              <a:gd name="csX38" fmla="*/ 0 w 6397094"/>
              <a:gd name="csY38" fmla="*/ 7350590 h 9123073"/>
              <a:gd name="csX39" fmla="*/ 0 w 6397094"/>
              <a:gd name="csY39" fmla="*/ 6881404 h 9123073"/>
              <a:gd name="csX40" fmla="*/ 0 w 6397094"/>
              <a:gd name="csY40" fmla="*/ 6503448 h 9123073"/>
              <a:gd name="csX41" fmla="*/ 0 w 6397094"/>
              <a:gd name="csY41" fmla="*/ 5760569 h 9123073"/>
              <a:gd name="csX42" fmla="*/ 0 w 6397094"/>
              <a:gd name="csY42" fmla="*/ 5017690 h 9123073"/>
              <a:gd name="csX43" fmla="*/ 0 w 6397094"/>
              <a:gd name="csY43" fmla="*/ 4274811 h 9123073"/>
              <a:gd name="csX44" fmla="*/ 0 w 6397094"/>
              <a:gd name="csY44" fmla="*/ 3805625 h 9123073"/>
              <a:gd name="csX45" fmla="*/ 0 w 6397094"/>
              <a:gd name="csY45" fmla="*/ 3427669 h 9123073"/>
              <a:gd name="csX46" fmla="*/ 0 w 6397094"/>
              <a:gd name="csY46" fmla="*/ 3049713 h 9123073"/>
              <a:gd name="csX47" fmla="*/ 0 w 6397094"/>
              <a:gd name="csY47" fmla="*/ 2580526 h 9123073"/>
              <a:gd name="csX48" fmla="*/ 0 w 6397094"/>
              <a:gd name="csY48" fmla="*/ 2202570 h 9123073"/>
              <a:gd name="csX49" fmla="*/ 0 w 6397094"/>
              <a:gd name="csY49" fmla="*/ 1642153 h 9123073"/>
              <a:gd name="csX50" fmla="*/ 0 w 6397094"/>
              <a:gd name="csY50" fmla="*/ 1172967 h 9123073"/>
              <a:gd name="csX51" fmla="*/ 0 w 6397094"/>
              <a:gd name="csY51" fmla="*/ 703780 h 9123073"/>
              <a:gd name="csX52" fmla="*/ 0 w 6397094"/>
              <a:gd name="csY52" fmla="*/ 0 h 91230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6397094" h="9123073" fill="none" extrusionOk="0">
                <a:moveTo>
                  <a:pt x="0" y="0"/>
                </a:moveTo>
                <a:cubicBezTo>
                  <a:pt x="216278" y="-18822"/>
                  <a:pt x="388853" y="2676"/>
                  <a:pt x="575738" y="0"/>
                </a:cubicBezTo>
                <a:cubicBezTo>
                  <a:pt x="762623" y="-2676"/>
                  <a:pt x="971628" y="22691"/>
                  <a:pt x="1087506" y="0"/>
                </a:cubicBezTo>
                <a:cubicBezTo>
                  <a:pt x="1203384" y="-22691"/>
                  <a:pt x="1463955" y="-9562"/>
                  <a:pt x="1727215" y="0"/>
                </a:cubicBezTo>
                <a:cubicBezTo>
                  <a:pt x="1990475" y="9562"/>
                  <a:pt x="2256857" y="5817"/>
                  <a:pt x="2494867" y="0"/>
                </a:cubicBezTo>
                <a:cubicBezTo>
                  <a:pt x="2732877" y="-5817"/>
                  <a:pt x="2931471" y="20548"/>
                  <a:pt x="3070605" y="0"/>
                </a:cubicBezTo>
                <a:cubicBezTo>
                  <a:pt x="3209739" y="-20548"/>
                  <a:pt x="3305849" y="11437"/>
                  <a:pt x="3518402" y="0"/>
                </a:cubicBezTo>
                <a:cubicBezTo>
                  <a:pt x="3730955" y="-11437"/>
                  <a:pt x="4018443" y="18493"/>
                  <a:pt x="4158111" y="0"/>
                </a:cubicBezTo>
                <a:cubicBezTo>
                  <a:pt x="4297779" y="-18493"/>
                  <a:pt x="4461033" y="-9061"/>
                  <a:pt x="4733850" y="0"/>
                </a:cubicBezTo>
                <a:cubicBezTo>
                  <a:pt x="5006667" y="9061"/>
                  <a:pt x="5223635" y="24578"/>
                  <a:pt x="5437530" y="0"/>
                </a:cubicBezTo>
                <a:cubicBezTo>
                  <a:pt x="5651425" y="-24578"/>
                  <a:pt x="5968179" y="34593"/>
                  <a:pt x="6397094" y="0"/>
                </a:cubicBezTo>
                <a:cubicBezTo>
                  <a:pt x="6394579" y="88539"/>
                  <a:pt x="6407492" y="235144"/>
                  <a:pt x="6397094" y="377956"/>
                </a:cubicBezTo>
                <a:cubicBezTo>
                  <a:pt x="6386696" y="520768"/>
                  <a:pt x="6416225" y="665829"/>
                  <a:pt x="6397094" y="938373"/>
                </a:cubicBezTo>
                <a:cubicBezTo>
                  <a:pt x="6377963" y="1210917"/>
                  <a:pt x="6390171" y="1362417"/>
                  <a:pt x="6397094" y="1590021"/>
                </a:cubicBezTo>
                <a:cubicBezTo>
                  <a:pt x="6404017" y="1817625"/>
                  <a:pt x="6389713" y="2095266"/>
                  <a:pt x="6397094" y="2241669"/>
                </a:cubicBezTo>
                <a:cubicBezTo>
                  <a:pt x="6404475" y="2388072"/>
                  <a:pt x="6403939" y="2550971"/>
                  <a:pt x="6397094" y="2710856"/>
                </a:cubicBezTo>
                <a:cubicBezTo>
                  <a:pt x="6390249" y="2870741"/>
                  <a:pt x="6393858" y="3361150"/>
                  <a:pt x="6397094" y="3544966"/>
                </a:cubicBezTo>
                <a:cubicBezTo>
                  <a:pt x="6400331" y="3728782"/>
                  <a:pt x="6378754" y="4054786"/>
                  <a:pt x="6397094" y="4379075"/>
                </a:cubicBezTo>
                <a:cubicBezTo>
                  <a:pt x="6415434" y="4703364"/>
                  <a:pt x="6434581" y="4871397"/>
                  <a:pt x="6397094" y="5213185"/>
                </a:cubicBezTo>
                <a:cubicBezTo>
                  <a:pt x="6359608" y="5554973"/>
                  <a:pt x="6382540" y="5806200"/>
                  <a:pt x="6397094" y="5956063"/>
                </a:cubicBezTo>
                <a:cubicBezTo>
                  <a:pt x="6411648" y="6105926"/>
                  <a:pt x="6426518" y="6481783"/>
                  <a:pt x="6397094" y="6698942"/>
                </a:cubicBezTo>
                <a:cubicBezTo>
                  <a:pt x="6367670" y="6916101"/>
                  <a:pt x="6380355" y="7255944"/>
                  <a:pt x="6397094" y="7441821"/>
                </a:cubicBezTo>
                <a:cubicBezTo>
                  <a:pt x="6413833" y="7627698"/>
                  <a:pt x="6416374" y="7844131"/>
                  <a:pt x="6397094" y="8002238"/>
                </a:cubicBezTo>
                <a:cubicBezTo>
                  <a:pt x="6377814" y="8160345"/>
                  <a:pt x="6376961" y="8354778"/>
                  <a:pt x="6397094" y="8471425"/>
                </a:cubicBezTo>
                <a:cubicBezTo>
                  <a:pt x="6417227" y="8588072"/>
                  <a:pt x="6378219" y="8883339"/>
                  <a:pt x="6397094" y="9123073"/>
                </a:cubicBezTo>
                <a:cubicBezTo>
                  <a:pt x="6195245" y="9131862"/>
                  <a:pt x="6081239" y="9115532"/>
                  <a:pt x="5821356" y="9123073"/>
                </a:cubicBezTo>
                <a:cubicBezTo>
                  <a:pt x="5561473" y="9130614"/>
                  <a:pt x="5480211" y="9149162"/>
                  <a:pt x="5245617" y="9123073"/>
                </a:cubicBezTo>
                <a:cubicBezTo>
                  <a:pt x="5011023" y="9096984"/>
                  <a:pt x="4760920" y="9110894"/>
                  <a:pt x="4605908" y="9123073"/>
                </a:cubicBezTo>
                <a:cubicBezTo>
                  <a:pt x="4450896" y="9135252"/>
                  <a:pt x="4256682" y="9111265"/>
                  <a:pt x="3966198" y="9123073"/>
                </a:cubicBezTo>
                <a:cubicBezTo>
                  <a:pt x="3675714" y="9134882"/>
                  <a:pt x="3706150" y="9145056"/>
                  <a:pt x="3454431" y="9123073"/>
                </a:cubicBezTo>
                <a:cubicBezTo>
                  <a:pt x="3202712" y="9101090"/>
                  <a:pt x="3143615" y="9127098"/>
                  <a:pt x="3006634" y="9123073"/>
                </a:cubicBezTo>
                <a:cubicBezTo>
                  <a:pt x="2869653" y="9119048"/>
                  <a:pt x="2546775" y="9138428"/>
                  <a:pt x="2430896" y="9123073"/>
                </a:cubicBezTo>
                <a:cubicBezTo>
                  <a:pt x="2315017" y="9107718"/>
                  <a:pt x="2031624" y="9135938"/>
                  <a:pt x="1791186" y="9123073"/>
                </a:cubicBezTo>
                <a:cubicBezTo>
                  <a:pt x="1550748" y="9110209"/>
                  <a:pt x="1447073" y="9123334"/>
                  <a:pt x="1343390" y="9123073"/>
                </a:cubicBezTo>
                <a:cubicBezTo>
                  <a:pt x="1239707" y="9122812"/>
                  <a:pt x="959990" y="9104295"/>
                  <a:pt x="639709" y="9123073"/>
                </a:cubicBezTo>
                <a:cubicBezTo>
                  <a:pt x="319428" y="9141851"/>
                  <a:pt x="204555" y="9120649"/>
                  <a:pt x="0" y="9123073"/>
                </a:cubicBezTo>
                <a:cubicBezTo>
                  <a:pt x="9873" y="8752443"/>
                  <a:pt x="-31180" y="8572995"/>
                  <a:pt x="0" y="8288963"/>
                </a:cubicBezTo>
                <a:cubicBezTo>
                  <a:pt x="31180" y="8004931"/>
                  <a:pt x="10221" y="7984440"/>
                  <a:pt x="0" y="7819777"/>
                </a:cubicBezTo>
                <a:cubicBezTo>
                  <a:pt x="-10221" y="7655114"/>
                  <a:pt x="11573" y="7528162"/>
                  <a:pt x="0" y="7350590"/>
                </a:cubicBezTo>
                <a:cubicBezTo>
                  <a:pt x="-11573" y="7173018"/>
                  <a:pt x="-4590" y="7108084"/>
                  <a:pt x="0" y="6881404"/>
                </a:cubicBezTo>
                <a:cubicBezTo>
                  <a:pt x="4590" y="6654724"/>
                  <a:pt x="16326" y="6650481"/>
                  <a:pt x="0" y="6503448"/>
                </a:cubicBezTo>
                <a:cubicBezTo>
                  <a:pt x="-16326" y="6356415"/>
                  <a:pt x="36566" y="6019256"/>
                  <a:pt x="0" y="5760569"/>
                </a:cubicBezTo>
                <a:cubicBezTo>
                  <a:pt x="-36566" y="5501882"/>
                  <a:pt x="28459" y="5200297"/>
                  <a:pt x="0" y="5017690"/>
                </a:cubicBezTo>
                <a:cubicBezTo>
                  <a:pt x="-28459" y="4835083"/>
                  <a:pt x="-30194" y="4522426"/>
                  <a:pt x="0" y="4274811"/>
                </a:cubicBezTo>
                <a:cubicBezTo>
                  <a:pt x="30194" y="4027196"/>
                  <a:pt x="12419" y="3989952"/>
                  <a:pt x="0" y="3805625"/>
                </a:cubicBezTo>
                <a:cubicBezTo>
                  <a:pt x="-12419" y="3621298"/>
                  <a:pt x="4377" y="3540700"/>
                  <a:pt x="0" y="3427669"/>
                </a:cubicBezTo>
                <a:cubicBezTo>
                  <a:pt x="-4377" y="3314638"/>
                  <a:pt x="12379" y="3158491"/>
                  <a:pt x="0" y="3049713"/>
                </a:cubicBezTo>
                <a:cubicBezTo>
                  <a:pt x="-12379" y="2940935"/>
                  <a:pt x="9067" y="2783688"/>
                  <a:pt x="0" y="2580526"/>
                </a:cubicBezTo>
                <a:cubicBezTo>
                  <a:pt x="-9067" y="2377364"/>
                  <a:pt x="18511" y="2337340"/>
                  <a:pt x="0" y="2202570"/>
                </a:cubicBezTo>
                <a:cubicBezTo>
                  <a:pt x="-18511" y="2067800"/>
                  <a:pt x="-6774" y="1873791"/>
                  <a:pt x="0" y="1642153"/>
                </a:cubicBezTo>
                <a:cubicBezTo>
                  <a:pt x="6774" y="1410515"/>
                  <a:pt x="-21403" y="1288706"/>
                  <a:pt x="0" y="1172967"/>
                </a:cubicBezTo>
                <a:cubicBezTo>
                  <a:pt x="21403" y="1057228"/>
                  <a:pt x="-13781" y="861889"/>
                  <a:pt x="0" y="703780"/>
                </a:cubicBezTo>
                <a:cubicBezTo>
                  <a:pt x="13781" y="545671"/>
                  <a:pt x="-23967" y="282502"/>
                  <a:pt x="0" y="0"/>
                </a:cubicBezTo>
                <a:close/>
              </a:path>
              <a:path w="6397094" h="9123073" stroke="0" extrusionOk="0">
                <a:moveTo>
                  <a:pt x="0" y="0"/>
                </a:moveTo>
                <a:cubicBezTo>
                  <a:pt x="197254" y="-18887"/>
                  <a:pt x="267580" y="13563"/>
                  <a:pt x="447797" y="0"/>
                </a:cubicBezTo>
                <a:cubicBezTo>
                  <a:pt x="628014" y="-13563"/>
                  <a:pt x="822131" y="17334"/>
                  <a:pt x="959564" y="0"/>
                </a:cubicBezTo>
                <a:cubicBezTo>
                  <a:pt x="1096997" y="-17334"/>
                  <a:pt x="1394504" y="-6930"/>
                  <a:pt x="1599274" y="0"/>
                </a:cubicBezTo>
                <a:cubicBezTo>
                  <a:pt x="1804044" y="6930"/>
                  <a:pt x="1917769" y="-246"/>
                  <a:pt x="2175012" y="0"/>
                </a:cubicBezTo>
                <a:cubicBezTo>
                  <a:pt x="2432255" y="246"/>
                  <a:pt x="2577734" y="-20548"/>
                  <a:pt x="2686779" y="0"/>
                </a:cubicBezTo>
                <a:cubicBezTo>
                  <a:pt x="2795824" y="20548"/>
                  <a:pt x="3130776" y="-7173"/>
                  <a:pt x="3390460" y="0"/>
                </a:cubicBezTo>
                <a:cubicBezTo>
                  <a:pt x="3650144" y="7173"/>
                  <a:pt x="3911907" y="27565"/>
                  <a:pt x="4094140" y="0"/>
                </a:cubicBezTo>
                <a:cubicBezTo>
                  <a:pt x="4276373" y="-27565"/>
                  <a:pt x="4512465" y="18582"/>
                  <a:pt x="4861791" y="0"/>
                </a:cubicBezTo>
                <a:cubicBezTo>
                  <a:pt x="5211117" y="-18582"/>
                  <a:pt x="5202306" y="11588"/>
                  <a:pt x="5437530" y="0"/>
                </a:cubicBezTo>
                <a:cubicBezTo>
                  <a:pt x="5672754" y="-11588"/>
                  <a:pt x="6140681" y="-15094"/>
                  <a:pt x="6397094" y="0"/>
                </a:cubicBezTo>
                <a:cubicBezTo>
                  <a:pt x="6370087" y="252886"/>
                  <a:pt x="6421018" y="336239"/>
                  <a:pt x="6397094" y="651648"/>
                </a:cubicBezTo>
                <a:cubicBezTo>
                  <a:pt x="6373170" y="967057"/>
                  <a:pt x="6408868" y="927164"/>
                  <a:pt x="6397094" y="1029604"/>
                </a:cubicBezTo>
                <a:cubicBezTo>
                  <a:pt x="6385320" y="1132044"/>
                  <a:pt x="6361413" y="1666233"/>
                  <a:pt x="6397094" y="1863713"/>
                </a:cubicBezTo>
                <a:cubicBezTo>
                  <a:pt x="6432775" y="2061193"/>
                  <a:pt x="6397381" y="2140488"/>
                  <a:pt x="6397094" y="2241669"/>
                </a:cubicBezTo>
                <a:cubicBezTo>
                  <a:pt x="6396807" y="2342850"/>
                  <a:pt x="6399277" y="2637970"/>
                  <a:pt x="6397094" y="2802087"/>
                </a:cubicBezTo>
                <a:cubicBezTo>
                  <a:pt x="6394911" y="2966204"/>
                  <a:pt x="6396408" y="3060995"/>
                  <a:pt x="6397094" y="3180043"/>
                </a:cubicBezTo>
                <a:cubicBezTo>
                  <a:pt x="6397780" y="3299091"/>
                  <a:pt x="6413650" y="3551514"/>
                  <a:pt x="6397094" y="3831691"/>
                </a:cubicBezTo>
                <a:cubicBezTo>
                  <a:pt x="6380538" y="4111868"/>
                  <a:pt x="6419954" y="4381555"/>
                  <a:pt x="6397094" y="4574569"/>
                </a:cubicBezTo>
                <a:cubicBezTo>
                  <a:pt x="6374234" y="4767583"/>
                  <a:pt x="6401461" y="5102870"/>
                  <a:pt x="6397094" y="5317448"/>
                </a:cubicBezTo>
                <a:cubicBezTo>
                  <a:pt x="6392727" y="5532026"/>
                  <a:pt x="6392013" y="5549256"/>
                  <a:pt x="6397094" y="5695404"/>
                </a:cubicBezTo>
                <a:cubicBezTo>
                  <a:pt x="6402175" y="5841552"/>
                  <a:pt x="6394538" y="6134224"/>
                  <a:pt x="6397094" y="6255821"/>
                </a:cubicBezTo>
                <a:cubicBezTo>
                  <a:pt x="6399650" y="6377418"/>
                  <a:pt x="6369474" y="6782699"/>
                  <a:pt x="6397094" y="6998700"/>
                </a:cubicBezTo>
                <a:cubicBezTo>
                  <a:pt x="6424714" y="7214701"/>
                  <a:pt x="6380138" y="7503996"/>
                  <a:pt x="6397094" y="7741579"/>
                </a:cubicBezTo>
                <a:cubicBezTo>
                  <a:pt x="6414050" y="7979162"/>
                  <a:pt x="6364237" y="8664495"/>
                  <a:pt x="6397094" y="9123073"/>
                </a:cubicBezTo>
                <a:cubicBezTo>
                  <a:pt x="6118672" y="9124710"/>
                  <a:pt x="5974471" y="9121269"/>
                  <a:pt x="5821356" y="9123073"/>
                </a:cubicBezTo>
                <a:cubicBezTo>
                  <a:pt x="5668241" y="9124877"/>
                  <a:pt x="5477029" y="9145394"/>
                  <a:pt x="5245617" y="9123073"/>
                </a:cubicBezTo>
                <a:cubicBezTo>
                  <a:pt x="5014205" y="9100752"/>
                  <a:pt x="4814523" y="9142909"/>
                  <a:pt x="4669879" y="9123073"/>
                </a:cubicBezTo>
                <a:cubicBezTo>
                  <a:pt x="4525235" y="9103237"/>
                  <a:pt x="4214761" y="9138140"/>
                  <a:pt x="3902227" y="9123073"/>
                </a:cubicBezTo>
                <a:cubicBezTo>
                  <a:pt x="3589693" y="9108006"/>
                  <a:pt x="3452993" y="9123062"/>
                  <a:pt x="3262518" y="9123073"/>
                </a:cubicBezTo>
                <a:cubicBezTo>
                  <a:pt x="3072043" y="9123084"/>
                  <a:pt x="2706651" y="9130460"/>
                  <a:pt x="2494867" y="9123073"/>
                </a:cubicBezTo>
                <a:cubicBezTo>
                  <a:pt x="2283083" y="9115686"/>
                  <a:pt x="2189324" y="9136494"/>
                  <a:pt x="1983099" y="9123073"/>
                </a:cubicBezTo>
                <a:cubicBezTo>
                  <a:pt x="1776874" y="9109652"/>
                  <a:pt x="1499513" y="9152168"/>
                  <a:pt x="1343390" y="9123073"/>
                </a:cubicBezTo>
                <a:cubicBezTo>
                  <a:pt x="1187267" y="9093978"/>
                  <a:pt x="776136" y="9148035"/>
                  <a:pt x="575738" y="9123073"/>
                </a:cubicBezTo>
                <a:cubicBezTo>
                  <a:pt x="375340" y="9098111"/>
                  <a:pt x="204522" y="9148252"/>
                  <a:pt x="0" y="9123073"/>
                </a:cubicBezTo>
                <a:cubicBezTo>
                  <a:pt x="-29918" y="8911712"/>
                  <a:pt x="10935" y="8671499"/>
                  <a:pt x="0" y="8471425"/>
                </a:cubicBezTo>
                <a:cubicBezTo>
                  <a:pt x="-10935" y="8271351"/>
                  <a:pt x="37567" y="7990866"/>
                  <a:pt x="0" y="7637315"/>
                </a:cubicBezTo>
                <a:cubicBezTo>
                  <a:pt x="-37567" y="7283764"/>
                  <a:pt x="-18763" y="7442440"/>
                  <a:pt x="0" y="7259360"/>
                </a:cubicBezTo>
                <a:cubicBezTo>
                  <a:pt x="18763" y="7076281"/>
                  <a:pt x="-32217" y="6797013"/>
                  <a:pt x="0" y="6516481"/>
                </a:cubicBezTo>
                <a:cubicBezTo>
                  <a:pt x="32217" y="6235949"/>
                  <a:pt x="-20353" y="6193545"/>
                  <a:pt x="0" y="6047294"/>
                </a:cubicBezTo>
                <a:cubicBezTo>
                  <a:pt x="20353" y="5901043"/>
                  <a:pt x="-9765" y="5715415"/>
                  <a:pt x="0" y="5395646"/>
                </a:cubicBezTo>
                <a:cubicBezTo>
                  <a:pt x="9765" y="5075877"/>
                  <a:pt x="-8029" y="5053356"/>
                  <a:pt x="0" y="4926459"/>
                </a:cubicBezTo>
                <a:cubicBezTo>
                  <a:pt x="8029" y="4799562"/>
                  <a:pt x="-23839" y="4507975"/>
                  <a:pt x="0" y="4183581"/>
                </a:cubicBezTo>
                <a:cubicBezTo>
                  <a:pt x="23839" y="3859187"/>
                  <a:pt x="8784" y="3769066"/>
                  <a:pt x="0" y="3623163"/>
                </a:cubicBezTo>
                <a:cubicBezTo>
                  <a:pt x="-8784" y="3477260"/>
                  <a:pt x="24754" y="3109573"/>
                  <a:pt x="0" y="2971515"/>
                </a:cubicBezTo>
                <a:cubicBezTo>
                  <a:pt x="-24754" y="2833457"/>
                  <a:pt x="15782" y="2729139"/>
                  <a:pt x="0" y="2593559"/>
                </a:cubicBezTo>
                <a:cubicBezTo>
                  <a:pt x="-15782" y="2457979"/>
                  <a:pt x="15318" y="2322221"/>
                  <a:pt x="0" y="2124373"/>
                </a:cubicBezTo>
                <a:cubicBezTo>
                  <a:pt x="-15318" y="1926525"/>
                  <a:pt x="-12201" y="1741632"/>
                  <a:pt x="0" y="1472725"/>
                </a:cubicBezTo>
                <a:cubicBezTo>
                  <a:pt x="12201" y="1203818"/>
                  <a:pt x="-25697" y="1143180"/>
                  <a:pt x="0" y="912307"/>
                </a:cubicBezTo>
                <a:cubicBezTo>
                  <a:pt x="25697" y="681434"/>
                  <a:pt x="40209" y="29759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Rechteck 2">
            <a:extLst>
              <a:ext uri="{FF2B5EF4-FFF2-40B4-BE49-F238E27FC236}">
                <a16:creationId xmlns:a16="http://schemas.microsoft.com/office/drawing/2014/main" id="{C262763A-6C3B-1812-1C7C-E12E8CC787BB}"/>
              </a:ext>
            </a:extLst>
          </p:cNvPr>
          <p:cNvSpPr/>
          <p:nvPr/>
        </p:nvSpPr>
        <p:spPr>
          <a:xfrm>
            <a:off x="403784" y="669926"/>
            <a:ext cx="3401733" cy="447674"/>
          </a:xfrm>
          <a:custGeom>
            <a:avLst/>
            <a:gdLst>
              <a:gd name="csX0" fmla="*/ 0 w 3401733"/>
              <a:gd name="csY0" fmla="*/ 0 h 447674"/>
              <a:gd name="csX1" fmla="*/ 714364 w 3401733"/>
              <a:gd name="csY1" fmla="*/ 0 h 447674"/>
              <a:gd name="csX2" fmla="*/ 1292659 w 3401733"/>
              <a:gd name="csY2" fmla="*/ 0 h 447674"/>
              <a:gd name="csX3" fmla="*/ 1973005 w 3401733"/>
              <a:gd name="csY3" fmla="*/ 0 h 447674"/>
              <a:gd name="csX4" fmla="*/ 2687369 w 3401733"/>
              <a:gd name="csY4" fmla="*/ 0 h 447674"/>
              <a:gd name="csX5" fmla="*/ 3401733 w 3401733"/>
              <a:gd name="csY5" fmla="*/ 0 h 447674"/>
              <a:gd name="csX6" fmla="*/ 3401733 w 3401733"/>
              <a:gd name="csY6" fmla="*/ 447674 h 447674"/>
              <a:gd name="csX7" fmla="*/ 2823438 w 3401733"/>
              <a:gd name="csY7" fmla="*/ 447674 h 447674"/>
              <a:gd name="csX8" fmla="*/ 2211126 w 3401733"/>
              <a:gd name="csY8" fmla="*/ 447674 h 447674"/>
              <a:gd name="csX9" fmla="*/ 1598815 w 3401733"/>
              <a:gd name="csY9" fmla="*/ 447674 h 447674"/>
              <a:gd name="csX10" fmla="*/ 1020520 w 3401733"/>
              <a:gd name="csY10" fmla="*/ 447674 h 447674"/>
              <a:gd name="csX11" fmla="*/ 0 w 3401733"/>
              <a:gd name="csY11" fmla="*/ 447674 h 447674"/>
              <a:gd name="csX12" fmla="*/ 0 w 3401733"/>
              <a:gd name="csY12" fmla="*/ 0 h 447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1733" h="447674" fill="none" extrusionOk="0">
                <a:moveTo>
                  <a:pt x="0" y="0"/>
                </a:moveTo>
                <a:cubicBezTo>
                  <a:pt x="302120" y="3179"/>
                  <a:pt x="512713" y="-12242"/>
                  <a:pt x="714364" y="0"/>
                </a:cubicBezTo>
                <a:cubicBezTo>
                  <a:pt x="916015" y="12242"/>
                  <a:pt x="1021432" y="7531"/>
                  <a:pt x="1292659" y="0"/>
                </a:cubicBezTo>
                <a:cubicBezTo>
                  <a:pt x="1563886" y="-7531"/>
                  <a:pt x="1703407" y="30785"/>
                  <a:pt x="1973005" y="0"/>
                </a:cubicBezTo>
                <a:cubicBezTo>
                  <a:pt x="2242603" y="-30785"/>
                  <a:pt x="2341039" y="-4048"/>
                  <a:pt x="2687369" y="0"/>
                </a:cubicBezTo>
                <a:cubicBezTo>
                  <a:pt x="3033699" y="4048"/>
                  <a:pt x="3157434" y="22497"/>
                  <a:pt x="3401733" y="0"/>
                </a:cubicBezTo>
                <a:cubicBezTo>
                  <a:pt x="3401515" y="149421"/>
                  <a:pt x="3422469" y="321181"/>
                  <a:pt x="3401733" y="447674"/>
                </a:cubicBezTo>
                <a:cubicBezTo>
                  <a:pt x="3217936" y="467898"/>
                  <a:pt x="3047052" y="474158"/>
                  <a:pt x="2823438" y="447674"/>
                </a:cubicBezTo>
                <a:cubicBezTo>
                  <a:pt x="2599824" y="421190"/>
                  <a:pt x="2340490" y="433513"/>
                  <a:pt x="2211126" y="447674"/>
                </a:cubicBezTo>
                <a:cubicBezTo>
                  <a:pt x="2081762" y="461835"/>
                  <a:pt x="1853593" y="448774"/>
                  <a:pt x="1598815" y="447674"/>
                </a:cubicBezTo>
                <a:cubicBezTo>
                  <a:pt x="1344037" y="446574"/>
                  <a:pt x="1184514" y="427711"/>
                  <a:pt x="1020520" y="447674"/>
                </a:cubicBezTo>
                <a:cubicBezTo>
                  <a:pt x="856526" y="467637"/>
                  <a:pt x="430913" y="457891"/>
                  <a:pt x="0" y="447674"/>
                </a:cubicBezTo>
                <a:cubicBezTo>
                  <a:pt x="-21053" y="329391"/>
                  <a:pt x="-594" y="169531"/>
                  <a:pt x="0" y="0"/>
                </a:cubicBezTo>
                <a:close/>
              </a:path>
              <a:path w="3401733" h="447674" stroke="0" extrusionOk="0">
                <a:moveTo>
                  <a:pt x="0" y="0"/>
                </a:moveTo>
                <a:cubicBezTo>
                  <a:pt x="262673" y="18055"/>
                  <a:pt x="369283" y="-14567"/>
                  <a:pt x="578295" y="0"/>
                </a:cubicBezTo>
                <a:cubicBezTo>
                  <a:pt x="787307" y="14567"/>
                  <a:pt x="945458" y="-7275"/>
                  <a:pt x="1190607" y="0"/>
                </a:cubicBezTo>
                <a:cubicBezTo>
                  <a:pt x="1435756" y="7275"/>
                  <a:pt x="1676433" y="19152"/>
                  <a:pt x="1870953" y="0"/>
                </a:cubicBezTo>
                <a:cubicBezTo>
                  <a:pt x="2065473" y="-19152"/>
                  <a:pt x="2226255" y="-14773"/>
                  <a:pt x="2517282" y="0"/>
                </a:cubicBezTo>
                <a:cubicBezTo>
                  <a:pt x="2808309" y="14773"/>
                  <a:pt x="3038651" y="-41876"/>
                  <a:pt x="3401733" y="0"/>
                </a:cubicBezTo>
                <a:cubicBezTo>
                  <a:pt x="3388524" y="119632"/>
                  <a:pt x="3406307" y="284989"/>
                  <a:pt x="3401733" y="447674"/>
                </a:cubicBezTo>
                <a:cubicBezTo>
                  <a:pt x="3270661" y="422383"/>
                  <a:pt x="2956684" y="454147"/>
                  <a:pt x="2789421" y="447674"/>
                </a:cubicBezTo>
                <a:cubicBezTo>
                  <a:pt x="2622158" y="441201"/>
                  <a:pt x="2283623" y="440441"/>
                  <a:pt x="2143092" y="447674"/>
                </a:cubicBezTo>
                <a:cubicBezTo>
                  <a:pt x="2002561" y="454907"/>
                  <a:pt x="1851174" y="436774"/>
                  <a:pt x="1564797" y="447674"/>
                </a:cubicBezTo>
                <a:cubicBezTo>
                  <a:pt x="1278420" y="458574"/>
                  <a:pt x="1244093" y="460849"/>
                  <a:pt x="952485" y="447674"/>
                </a:cubicBezTo>
                <a:cubicBezTo>
                  <a:pt x="660877" y="434499"/>
                  <a:pt x="209066" y="458995"/>
                  <a:pt x="0" y="447674"/>
                </a:cubicBezTo>
                <a:cubicBezTo>
                  <a:pt x="828" y="249060"/>
                  <a:pt x="-10661" y="12414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  <a:extLst>
              <a:ext uri="{C807C97D-BFC1-408E-A445-0C87EB9F89A2}">
                <ask:lineSketchStyleProps xmlns:ask="http://schemas.microsoft.com/office/drawing/2018/sketchyshapes" sd="17626383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  <a:latin typeface="Pangolin" panose="00000500000000000000" pitchFamily="2" charset="0"/>
              </a:rPr>
              <a:t>You can take notes on this page!</a:t>
            </a:r>
            <a:endParaRPr lang="de-AT" sz="1000" dirty="0">
              <a:solidFill>
                <a:schemeClr val="tx1"/>
              </a:solidFill>
              <a:latin typeface="Pangolin" panose="00000500000000000000" pitchFamily="2" charset="0"/>
            </a:endParaRPr>
          </a:p>
        </p:txBody>
      </p:sp>
      <p:pic>
        <p:nvPicPr>
          <p:cNvPr id="9" name="Grafik 4">
            <a:extLst>
              <a:ext uri="{FF2B5EF4-FFF2-40B4-BE49-F238E27FC236}">
                <a16:creationId xmlns:a16="http://schemas.microsoft.com/office/drawing/2014/main" id="{B744471A-6F9E-6C5C-B103-F15415802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595700"/>
            <a:ext cx="304801" cy="25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20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F7B09DBF6D7B4DA35692C22AFAF86F" ma:contentTypeVersion="16" ma:contentTypeDescription="Create a new document." ma:contentTypeScope="" ma:versionID="a553d2f84db4c091a5493ef1916fe82f">
  <xsd:schema xmlns:xsd="http://www.w3.org/2001/XMLSchema" xmlns:xs="http://www.w3.org/2001/XMLSchema" xmlns:p="http://schemas.microsoft.com/office/2006/metadata/properties" xmlns:ns2="da1b7603-f8b8-47c9-9682-dc6aa8e9acd7" xmlns:ns3="94bcf745-830c-42f4-885c-a1d7342e6e36" targetNamespace="http://schemas.microsoft.com/office/2006/metadata/properties" ma:root="true" ma:fieldsID="665665ec797ffc185cafc5ee0cc7ff48" ns2:_="" ns3:_="">
    <xsd:import namespace="da1b7603-f8b8-47c9-9682-dc6aa8e9acd7"/>
    <xsd:import namespace="94bcf745-830c-42f4-885c-a1d7342e6e36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b7603-f8b8-47c9-9682-dc6aa8e9acd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a84640ab-69e5-4507-afc1-7da4bb7a5f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cf745-830c-42f4-885c-a1d7342e6e36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b9243bb-53a8-4b98-83ee-304bfef20349}" ma:internalName="TaxCatchAll" ma:showField="CatchAllData" ma:web="94bcf745-830c-42f4-885c-a1d7342e6e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1b7603-f8b8-47c9-9682-dc6aa8e9acd7">
      <Terms xmlns="http://schemas.microsoft.com/office/infopath/2007/PartnerControls"/>
    </lcf76f155ced4ddcb4097134ff3c332f>
    <TaxCatchAll xmlns="94bcf745-830c-42f4-885c-a1d7342e6e3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F426B3-7B89-4C59-B484-ECF81DDEA7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1b7603-f8b8-47c9-9682-dc6aa8e9acd7"/>
    <ds:schemaRef ds:uri="94bcf745-830c-42f4-885c-a1d7342e6e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4C1447-3C1F-45A8-A213-56C966138D6C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94bcf745-830c-42f4-885c-a1d7342e6e36"/>
    <ds:schemaRef ds:uri="http://purl.org/dc/dcmitype/"/>
    <ds:schemaRef ds:uri="http://schemas.microsoft.com/office/infopath/2007/PartnerControls"/>
    <ds:schemaRef ds:uri="http://purl.org/dc/elements/1.1/"/>
    <ds:schemaRef ds:uri="da1b7603-f8b8-47c9-9682-dc6aa8e9acd7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29A8B4E-FDB2-442F-A1FE-63815B7A5B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147</Words>
  <Application>Microsoft Office PowerPoint</Application>
  <PresentationFormat>A4 Paper (210x297 mm)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Oswald Medium</vt:lpstr>
      <vt:lpstr>Oswald ExtraLight</vt:lpstr>
      <vt:lpstr>Arial</vt:lpstr>
      <vt:lpstr>Pangolin</vt:lpstr>
      <vt:lpstr>Aptos</vt:lpstr>
      <vt:lpstr>Oswald Light</vt:lpstr>
      <vt:lpstr>Palace Script MT</vt:lpstr>
      <vt:lpstr>Office</vt:lpstr>
      <vt:lpstr>Comixplain Template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Boucher Magdalena</dc:creator>
  <cp:lastModifiedBy>de-Jesus-Oliveira Victor-Adriel</cp:lastModifiedBy>
  <cp:revision>71</cp:revision>
  <dcterms:created xsi:type="dcterms:W3CDTF">2022-09-19T11:21:57Z</dcterms:created>
  <dcterms:modified xsi:type="dcterms:W3CDTF">2026-08-24T05:16:07Z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0x0101009BF7B09DBF6D7B4DA35692C22AFAF86F</vt:lpwstr>
  </property>
  <property fmtid="{D5CDD505-2E9C-101B-9397-08002B2CF9AE}" pid="3" name="MediaServiceImageTags">
    <vt:lpwstr/>
  </property>
</Properties>
</file>